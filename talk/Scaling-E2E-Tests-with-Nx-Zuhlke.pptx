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Expect nearly every hand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far fewer hands, and a laugh.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almost none.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 On item 2: five and eight came out at the same 141s mean, but eight failed two runs in five, and the spec that failed passes alone in 13s. Contention, not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3e8eaef-ad66-4e1f-8b90-cbdb19c43d3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5df2df5-74ba-408b-8ddf-17579858616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80e0e22-6d26-4311-a811-b3e429ac933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10d0a31-625d-4a34-bf6a-01d8c5afec2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2f24745-64b3-4697-846e-5100641c2b3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acef599-2f22-47b0-8b05-58e78043b9e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bc18529-d5bd-42cd-af99-22ea30d8f0b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7490c46-3c95-48d2-8ea7-ce2fdfad872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0360273-d14b-4a98-ae42-30b645b9805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bd836d0-73ca-46af-90f3-db1bb70156a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46e2a38-2d47-4c30-b8cc-e4e72693793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bf52cc4-03b1-417c-bee0-6e2e4f72f94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c2a8355-da68-429b-9ac2-495d17de27c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b7239d6-c0f2-4b93-9b3c-ff610e69f99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a876fad-e6a4-4896-8a20-cfea82f01c2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eebe1eb-5eb2-49e7-8969-f5158b1a9ac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114c929-5df6-47bb-8873-81d03f02a08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c038905-f6ee-4d67-b7e3-17aa608baae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53712" y="158191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804D"/>
                </a:solidFill>
                <a:latin typeface="AA Zuehlke Medium"/>
              </a:rPr>
              <a:t>M1 PRO · 10 CORES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15819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 Medium"/>
              </a:rPr>
              <a:t>M5 · 18 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92640" y="1545336"/>
            <a:ext cx="10972" cy="3657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8424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3712" y="2039112"/>
            <a:ext cx="3006762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70202" y="19842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98424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3m 16s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42615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2697479"/>
            <a:ext cx="393192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59" y="2642615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642615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4m 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half your cores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355848"/>
            <a:ext cx="161902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2465" y="33009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30098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804D"/>
                </a:solidFill>
                <a:latin typeface="AA Zuehlke Medium"/>
              </a:rPr>
              <a:t>48s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3712" y="4014215"/>
            <a:ext cx="63604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99485" y="39593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9593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6177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3712" y="4672583"/>
            <a:ext cx="57822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262" y="4617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4617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5486400"/>
            <a:ext cx="10945368" cy="841248"/>
          </a:xfrm>
          <a:prstGeom prst="roundRect">
            <a:avLst>
              <a:gd name="adj" fmla="val 8695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632704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 — atomizing without parallelism is slower than not atomizing at all. On both machines.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9436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4 is not always a rung — on 18 cores, nine local processes beat three runners.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9ed2170-171e-445b-a2b3-6ac7996b892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6f1e12d-546f-456e-9881-26c2abf0fb7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04f8abf-fb2a-416e-8b0f-06e39075079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ea62cce-8466-4ff1-8e1d-2820ac52194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83fad2a-d81c-4237-98ee-4b715e49df8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7be1b4b-d4f4-42cf-bc00-d8e62f22ce1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Seven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31343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1343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25856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More parallel is not more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25856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--parallel=8 was no quicker than 5 on a 10-core laptop, and went red 2 runs in 5. Each target is a browser too.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971800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97180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9169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16936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630168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301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5753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57530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288536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2885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336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23367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9469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9469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4892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4892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" y="56052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6052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55504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55504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c95ba00-bdb8-49ee-9870-0840feb641f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