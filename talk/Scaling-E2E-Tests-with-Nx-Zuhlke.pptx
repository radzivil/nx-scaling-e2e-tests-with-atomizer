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0"/>
  </p:sldMasterIdLst>
  <p:notesMasterIdLst>
    <p:notesMasterId r:id="rId28"/>
  </p:notesMasterIdLst>
  <p:handoutMasterIdLst>
    <p:handoutMasterId r:id="rId29"/>
  </p:handoutMasterIdLst>
  <p:sldIdLst>
    <p:sldId id="256" r:id="rId27"/>
    <p:sldId id="257" r:id="rId26"/>
    <p:sldId id="258" r:id="rId25"/>
    <p:sldId id="259" r:id="rId24"/>
    <p:sldId id="260" r:id="rId23"/>
    <p:sldId id="261" r:id="rId22"/>
    <p:sldId id="262" r:id="rId21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D730CE-05D1-4CB6-A972-622873736A8C}" v="13" dt="2023-09-12T10:12:32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94694" autoAdjust="0"/>
  </p:normalViewPr>
  <p:slideViewPr>
    <p:cSldViewPr showGuides="1">
      <p:cViewPr varScale="1">
        <p:scale>
          <a:sx n="121" d="100"/>
          <a:sy n="121" d="100"/>
        </p:scale>
        <p:origin x="8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slideMaster" Target="slideMasters/slideMaster1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3.xml"/><Relationship Id="rId26" Type="http://schemas.openxmlformats.org/officeDocument/2006/relationships/slide" Target="slides/slide2.xml"/><Relationship Id="rId27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mi de Vogel" userId="5948360e-7b9c-4a22-9ada-df5e8b901c82" providerId="ADAL" clId="{A4F27B0C-4396-43E1-A404-B07EBE7F61B1}"/>
    <pc:docChg chg="undo custSel addSld delSld modSld modMainMaster">
      <pc:chgData name="Remi de Vogel" userId="5948360e-7b9c-4a22-9ada-df5e8b901c82" providerId="ADAL" clId="{A4F27B0C-4396-43E1-A404-B07EBE7F61B1}" dt="2023-08-28T14:38:27.215" v="140"/>
      <pc:docMkLst>
        <pc:docMk/>
      </pc:docMkLst>
      <pc:sldChg chg="addSp delSp modSp mod chgLayout">
        <pc:chgData name="Remi de Vogel" userId="5948360e-7b9c-4a22-9ada-df5e8b901c82" providerId="ADAL" clId="{A4F27B0C-4396-43E1-A404-B07EBE7F61B1}" dt="2023-08-14T12:26:57.281" v="133" actId="6264"/>
        <pc:sldMkLst>
          <pc:docMk/>
          <pc:sldMk cId="186648442" sldId="260"/>
        </pc:sldMkLst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2" creationId="{E08C1FBA-C8DE-D4F2-EBEE-F484B68F7DAD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3" creationId="{88BC6EA0-7F37-6B14-194D-53807CB772CE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4" creationId="{F227AA93-5782-B8B7-A5B1-C35A66CDDB9F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5" creationId="{0BD2EABB-2D56-9201-5796-78E1D11D3FFD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5" creationId="{62E0B7BC-F5F7-1EDE-DC0E-F4C040A3FFCE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6" creationId="{B0D51C3A-ADAD-5BDB-8248-174052FCAAE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6" creationId="{DFC77F4E-FED5-5CCB-8652-E0BCBAC87523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7" creationId="{227043E3-ECED-D927-B035-654786FB296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7" creationId="{5D25C13E-3D2E-2AFA-33F7-B2959CBEF6DB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8" creationId="{5553E46A-6BD4-2655-207B-97BD7B733731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8" creationId="{7C749219-71D4-6B99-2812-8C51323943C3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9" creationId="{43409A3F-5B8B-9CCE-19EA-E75E9A0A4720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9" creationId="{5F3663A1-2F2E-B898-3EEC-C91DAFC5661F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10" creationId="{691161DE-9DD5-7070-6F29-82971C36F32A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10" creationId="{DFFCAFA3-F11D-CBDB-5BC5-F29D2A29F38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01.096" v="134" actId="6264"/>
        <pc:sldMkLst>
          <pc:docMk/>
          <pc:sldMk cId="2164116393" sldId="261"/>
        </pc:sldMkLst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2" creationId="{C49F69A4-6799-8DB2-C61B-0B491AC708E0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3" creationId="{9D156CFD-0B0E-7FCF-FBE4-D7DA35F536CB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4" creationId="{3C651C12-B765-0F2F-3531-10591E8664EA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5" creationId="{32A26147-8EA2-5B4C-435C-41496F0A2002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5" creationId="{7FF068AA-61B9-99B3-3D23-7015DD66BDD3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6" creationId="{93A95BC5-8CBD-BEDC-9580-D6F382E6D74E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6" creationId="{B0551305-24D2-DAC1-01AC-B89A128F2A97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7" creationId="{3FAA6F08-6E4A-54F5-A1A0-71FA2716478A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8" creationId="{9F9BD2F9-2D3B-B64E-7CE1-ED15B6316FDC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8" creationId="{F44F8108-1779-0648-DFF4-4EE67DBE87AF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9" creationId="{5ED2F08E-536D-6ED9-3F74-E57A1DB30EBB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0" creationId="{75385B77-1393-D1D7-B28B-4B1ECC75968B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0" creationId="{F5DB6AA2-FA9E-61AD-1E03-D531005FCAFF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1" creationId="{73E5EBBE-54A6-7EC3-FB91-69CA9C2DFBA7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1" creationId="{797662CB-25BB-0143-FA43-26FEBF38285D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2" creationId="{EBEBC9EA-F36A-53F6-7EEE-9BC026B52B67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3" creationId="{F5A66823-32AB-1EFE-20F1-49666AAAC669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4" creationId="{A086A1A3-59C3-F9F4-FAF1-67DDEEE96895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5" creationId="{821E55C9-F6AA-78DE-6094-DC6561323D6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22.476" v="137" actId="20577"/>
        <pc:sldMkLst>
          <pc:docMk/>
          <pc:sldMk cId="984917374" sldId="262"/>
        </pc:sldMkLst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2" creationId="{5A257383-72D7-A0C9-30AA-DDD6CFD9FF8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2" creationId="{6A7EBB72-0DB1-42B1-AF2E-FCDC7B638BAF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" creationId="{099AB5D0-69BB-5DB4-EE3C-15726C0720A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3" creationId="{B06CB9CF-0964-4B5D-25D6-3A3FC4A62FDD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4" creationId="{45538D83-D7B1-7E97-DA36-78244715F6E0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4" creationId="{AAE7288F-09FA-1A57-F999-26A91DD8660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5" creationId="{D7A17A92-D6FA-75BC-AE1A-6EB214E18A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6" creationId="{22B3927C-1215-CBE7-63F4-197A6FEDEC57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7" creationId="{8F8C2AFC-5BF8-951E-F258-1D96F4A1BC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8" creationId="{63D8A443-C158-6ED8-3D65-03E0E8980F7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9" creationId="{3A3BA314-5762-51FC-F6E6-D275A6FF2535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0" creationId="{EB455F38-08D1-2957-4A6A-C5DC16F5A9A4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1" creationId="{2BB1301C-A046-AE16-8FAC-FEF0F26DD9AD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2" creationId="{B6314E53-DC7D-50C1-623C-C954D65F834E}"/>
          </ac:spMkLst>
        </pc:spChg>
        <pc:spChg chg="add mod ord">
          <ac:chgData name="Remi de Vogel" userId="5948360e-7b9c-4a22-9ada-df5e8b901c82" providerId="ADAL" clId="{A4F27B0C-4396-43E1-A404-B07EBE7F61B1}" dt="2023-08-14T12:27:22.476" v="137" actId="20577"/>
          <ac:spMkLst>
            <pc:docMk/>
            <pc:sldMk cId="984917374" sldId="262"/>
            <ac:spMk id="13" creationId="{59053AB2-DB3D-ACB5-E204-DAA605260EF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4" creationId="{BB187CDB-FDF1-F0EC-C560-BB3746926AE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5" creationId="{B3CF5A60-FB98-111B-831F-E6841AA24554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3" creationId="{879B5052-E1B9-036A-CB26-66E08361DB18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4" creationId="{2AF8A848-A1E8-4C60-A62B-BAF20F4DFC07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5" creationId="{3C1250BC-687A-B2B3-994A-A640512AEA7F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6" creationId="{0B88EAE5-993D-BC09-6C12-FFA1119F8D1E}"/>
          </ac:spMkLst>
        </pc:spChg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44054254" sldId="2145707256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2506249882" sldId="2145707257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1213052669" sldId="2145707258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65483609" sldId="2145707260"/>
        </pc:sldMkLst>
      </pc:sldChg>
      <pc:sldMasterChg chg="delSp modSp mod modSldLayout">
        <pc:chgData name="Remi de Vogel" userId="5948360e-7b9c-4a22-9ada-df5e8b901c82" providerId="ADAL" clId="{A4F27B0C-4396-43E1-A404-B07EBE7F61B1}" dt="2023-08-14T12:26:53.575" v="131" actId="16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A4F27B0C-4396-43E1-A404-B07EBE7F61B1}" dt="2023-08-09T12:55:08.700" v="61" actId="3064"/>
          <ac:spMkLst>
            <pc:docMk/>
            <pc:sldMasterMk cId="259861064" sldId="2147483648"/>
            <ac:spMk id="2" creationId="{911FA289-D5D9-85F4-FFF7-4677C2CF5BF8}"/>
          </ac:spMkLst>
        </pc:spChg>
        <pc:spChg chg="del">
          <ac:chgData name="Remi de Vogel" userId="5948360e-7b9c-4a22-9ada-df5e8b901c82" providerId="ADAL" clId="{A4F27B0C-4396-43E1-A404-B07EBE7F61B1}" dt="2023-08-09T12:54:47.019" v="42" actId="47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A4F27B0C-4396-43E1-A404-B07EBE7F61B1}" dt="2023-07-31T17:03:07.452" v="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A4F27B0C-4396-43E1-A404-B07EBE7F61B1}" dt="2023-08-14T12:25:15.287" v="67" actId="20577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A4F27B0C-4396-43E1-A404-B07EBE7F61B1}" dt="2023-07-31T17:03:07.458" v="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Remi de Vogel" userId="5948360e-7b9c-4a22-9ada-df5e8b901c82" providerId="ADAL" clId="{A4F27B0C-4396-43E1-A404-B07EBE7F61B1}" dt="2023-07-31T17:03:07.461" v="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A4F27B0C-4396-43E1-A404-B07EBE7F61B1}" dt="2023-07-31T17:03:07.463" v="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A4F27B0C-4396-43E1-A404-B07EBE7F61B1}" dt="2023-08-14T12:25:34.320" v="73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6" creationId="{1C52422D-0E2D-1EA9-7F00-A5F4238CF4A8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0" creationId="{FE556992-3409-8100-07D7-6BFB7010D751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2" creationId="{AB9AFC0A-8A3A-A238-4C29-C9839B86D74B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9.722" v="83"/>
          <pc:sldLayoutMkLst>
            <pc:docMk/>
            <pc:sldMasterMk cId="259861064" sldId="2147483648"/>
            <pc:sldLayoutMk cId="276490111" sldId="2147483650"/>
          </pc:sldLayoutMkLst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5" creationId="{FC9877AD-E8BD-5759-91DD-F4E084F20880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6" creationId="{6D156F4C-F081-E9D9-AAB4-6017E1F9D0FC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11" creationId="{C196221B-0202-0B08-D314-2FA5EAA472C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1.281" v="85"/>
          <pc:sldLayoutMkLst>
            <pc:docMk/>
            <pc:sldMasterMk cId="259861064" sldId="2147483648"/>
            <pc:sldLayoutMk cId="3831577900" sldId="2147483652"/>
          </pc:sldLayoutMkLst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5" creationId="{269D2B38-A9A0-FF3E-CDBA-813F7CD6456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6" creationId="{EE7E445B-412B-E741-8E28-28A5480733B1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7" creationId="{58889D58-F54E-ED29-A5C2-2DC8671F0C4F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4.122" v="115"/>
          <pc:sldLayoutMkLst>
            <pc:docMk/>
            <pc:sldMasterMk cId="259861064" sldId="2147483648"/>
            <pc:sldLayoutMk cId="2538990565" sldId="2147483654"/>
          </pc:sldLayoutMkLst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2" creationId="{039F136B-94D5-8CF5-3BAA-C7557EB70948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3" creationId="{61237811-4AF4-5C17-8011-DB4D7793DE33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4" creationId="{D0530390-F0C6-3257-5686-5F8947032758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5.679" v="117"/>
          <pc:sldLayoutMkLst>
            <pc:docMk/>
            <pc:sldMasterMk cId="259861064" sldId="2147483648"/>
            <pc:sldLayoutMk cId="4164875606" sldId="2147483655"/>
          </pc:sldLayoutMkLst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5" creationId="{5B794FE4-9791-16A3-82A0-1876C087CAFD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6" creationId="{AE4BCDBE-0A8D-2558-F4DC-D3974B8ED08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7" creationId="{AF9072D2-2C76-276B-551B-7A23DF7B9A8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7.135" v="93"/>
          <pc:sldLayoutMkLst>
            <pc:docMk/>
            <pc:sldMasterMk cId="259861064" sldId="2147483648"/>
            <pc:sldLayoutMk cId="36604280" sldId="2147483656"/>
          </pc:sldLayoutMkLst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2" creationId="{9DC02D1B-157E-9C2C-933C-ABAF0073913F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3" creationId="{1A8833D8-DEEF-E22B-B10C-A705D4B896F4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5" creationId="{CF31E6DC-CE54-FF11-8EDE-578A0BC814B7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9.822" v="104" actId="207"/>
          <pc:sldLayoutMkLst>
            <pc:docMk/>
            <pc:sldMasterMk cId="259861064" sldId="2147483648"/>
            <pc:sldLayoutMk cId="1622635753" sldId="2147483658"/>
          </pc:sldLayoutMkLst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2.273" v="99"/>
          <pc:sldLayoutMkLst>
            <pc:docMk/>
            <pc:sldMasterMk cId="259861064" sldId="2147483648"/>
            <pc:sldLayoutMk cId="1181860749" sldId="2147483660"/>
          </pc:sldLayoutMkLst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2" creationId="{9433FCBF-1E03-71F7-B9B3-00A499B18E75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3" creationId="{2CFD7555-AFB6-2919-E3A3-C93C649AF4E1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5" creationId="{8C47FEA5-B8A2-79A6-B85D-3C005621E389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53.575" v="131" actId="167"/>
          <pc:sldLayoutMkLst>
            <pc:docMk/>
            <pc:sldMasterMk cId="259861064" sldId="2147483648"/>
            <pc:sldLayoutMk cId="1494416066" sldId="2147483662"/>
          </pc:sldLayoutMkLst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6" creationId="{E7A148CB-8588-2785-1B18-E7E4C7F31894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9" creationId="{88EC6A69-8491-E902-7462-D90FBF455D02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11" creationId="{0B71FA19-F9F4-C37F-D2B1-C0F60B1FA0D1}"/>
            </ac:spMkLst>
          </pc:spChg>
          <pc:spChg chg="ord">
            <ac:chgData name="Remi de Vogel" userId="5948360e-7b9c-4a22-9ada-df5e8b901c82" providerId="ADAL" clId="{A4F27B0C-4396-43E1-A404-B07EBE7F61B1}" dt="2023-08-14T12:26:51.188" v="129" actId="167"/>
            <ac:spMkLst>
              <pc:docMk/>
              <pc:sldMasterMk cId="259861064" sldId="2147483648"/>
              <pc:sldLayoutMk cId="1494416066" sldId="2147483662"/>
              <ac:spMk id="20" creationId="{7A96BF38-8BDA-4477-9756-C39FDBE22C5B}"/>
            </ac:spMkLst>
          </pc:spChg>
          <pc:grpChg chg="ord">
            <ac:chgData name="Remi de Vogel" userId="5948360e-7b9c-4a22-9ada-df5e8b901c82" providerId="ADAL" clId="{A4F27B0C-4396-43E1-A404-B07EBE7F61B1}" dt="2023-08-14T12:26:53.575" v="131" actId="167"/>
            <ac:grpSpMkLst>
              <pc:docMk/>
              <pc:sldMasterMk cId="259861064" sldId="2147483648"/>
              <pc:sldLayoutMk cId="1494416066" sldId="2147483662"/>
              <ac:grpSpMk id="17" creationId="{283B865A-706D-4ED4-B320-4B8778015BED}"/>
            </ac:grpSpMkLst>
          </pc:grpChg>
        </pc:sldLayoutChg>
        <pc:sldLayoutChg chg="addSp delSp modSp mod">
          <pc:chgData name="Remi de Vogel" userId="5948360e-7b9c-4a22-9ada-df5e8b901c82" providerId="ADAL" clId="{A4F27B0C-4396-43E1-A404-B07EBE7F61B1}" dt="2023-08-14T12:26:30.199" v="120" actId="207"/>
          <pc:sldLayoutMkLst>
            <pc:docMk/>
            <pc:sldMasterMk cId="259861064" sldId="2147483648"/>
            <pc:sldLayoutMk cId="2755087783" sldId="2147483663"/>
          </pc:sldLayoutMkLst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3" creationId="{1358119D-7A17-5517-0073-239049E43EFB}"/>
            </ac:spMkLst>
          </pc:spChg>
          <pc:spChg chg="add mod">
            <ac:chgData name="Remi de Vogel" userId="5948360e-7b9c-4a22-9ada-df5e8b901c82" providerId="ADAL" clId="{A4F27B0C-4396-43E1-A404-B07EBE7F61B1}" dt="2023-08-14T12:26:26.991" v="119"/>
            <ac:spMkLst>
              <pc:docMk/>
              <pc:sldMasterMk cId="259861064" sldId="2147483648"/>
              <pc:sldLayoutMk cId="2755087783" sldId="2147483663"/>
              <ac:spMk id="4" creationId="{BA21554A-1024-A728-D13F-E51DC0C8F135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A4F27B0C-4396-43E1-A404-B07EBE7F61B1}" dt="2023-07-31T17:03:07.545" v="2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A4F27B0C-4396-43E1-A404-B07EBE7F61B1}" dt="2023-07-31T17:03:07.547" v="2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A4F27B0C-4396-43E1-A404-B07EBE7F61B1}" dt="2023-07-31T17:03:07.549" v="2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11" creationId="{37A787C9-45D1-1338-82BE-E9BC15175F39}"/>
            </ac:spMkLst>
          </pc:spChg>
          <pc:spChg chg="mod">
            <ac:chgData name="Remi de Vogel" userId="5948360e-7b9c-4a22-9ada-df5e8b901c82" providerId="ADAL" clId="{A4F27B0C-4396-43E1-A404-B07EBE7F61B1}" dt="2023-07-31T17:03:07.552" v="3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26.390" v="70" actId="1076"/>
          <pc:sldLayoutMkLst>
            <pc:docMk/>
            <pc:sldMasterMk cId="259861064" sldId="2147483648"/>
            <pc:sldLayoutMk cId="2882847530" sldId="2147483728"/>
          </pc:sldLayoutMkLst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5" creationId="{DD69D43F-93EB-6479-0F52-798E6E7F9A3C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6" creationId="{A1DD3ABC-5F5C-E0AB-D85D-2C3E0E24B15D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7" creationId="{09A88976-04ED-30DD-1296-E18526ABCAD4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0.023" v="76" actId="1076"/>
          <pc:sldLayoutMkLst>
            <pc:docMk/>
            <pc:sldMasterMk cId="259861064" sldId="2147483648"/>
            <pc:sldLayoutMk cId="2387091362" sldId="2147483730"/>
          </pc:sldLayoutMkLst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6" creationId="{579B7FD4-9CE0-6818-FCDE-9CC1CF68CA8D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7" creationId="{5D7C5B78-94EA-578E-15D0-DB33F75E5C80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8" creationId="{2D4ED67A-2B06-C3C9-B32A-D052C3CA0D52}"/>
            </ac:spMkLst>
          </pc:spChg>
          <pc:spChg chg="mod">
            <ac:chgData name="Remi de Vogel" userId="5948360e-7b9c-4a22-9ada-df5e8b901c82" providerId="ADAL" clId="{A4F27B0C-4396-43E1-A404-B07EBE7F61B1}" dt="2023-07-31T17:03:07.474" v="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A4F27B0C-4396-43E1-A404-B07EBE7F61B1}" dt="2023-07-31T17:03:07.477" v="1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A4F27B0C-4396-43E1-A404-B07EBE7F61B1}" dt="2023-07-31T17:03:07.483" v="1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A4F27B0C-4396-43E1-A404-B07EBE7F61B1}" dt="2023-07-31T17:03:07.485" v="1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5.990" v="79" actId="1076"/>
          <pc:sldLayoutMkLst>
            <pc:docMk/>
            <pc:sldMasterMk cId="259861064" sldId="2147483648"/>
            <pc:sldLayoutMk cId="3811794794" sldId="2147483731"/>
          </pc:sldLayoutMkLst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5" creationId="{C8B14FCF-7A24-0775-5720-6E2885BFC04A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6" creationId="{522FE90E-1F7F-EF8C-ED2E-E0AE0C540DCB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7" creationId="{6CE849AB-1986-335F-42AA-7018843C5AF7}"/>
            </ac:spMkLst>
          </pc:spChg>
          <pc:spChg chg="mod">
            <ac:chgData name="Remi de Vogel" userId="5948360e-7b9c-4a22-9ada-df5e8b901c82" providerId="ADAL" clId="{A4F27B0C-4396-43E1-A404-B07EBE7F61B1}" dt="2023-07-31T17:03:07.491" v="1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A4F27B0C-4396-43E1-A404-B07EBE7F61B1}" dt="2023-07-31T17:03:07.494" v="1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A4F27B0C-4396-43E1-A404-B07EBE7F61B1}" dt="2023-07-31T17:03:07.498" v="2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A4F27B0C-4396-43E1-A404-B07EBE7F61B1}" dt="2023-07-31T17:03:07.501" v="2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7.807" v="81"/>
          <pc:sldLayoutMkLst>
            <pc:docMk/>
            <pc:sldMasterMk cId="259861064" sldId="2147483648"/>
            <pc:sldLayoutMk cId="2864453859" sldId="2147483732"/>
          </pc:sldLayoutMkLst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5" creationId="{8E66FE70-59B6-AC87-507C-CEB424D6012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6" creationId="{E0F84F3F-CCA7-1138-E397-F036F4D56251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7" creationId="{68B62FC2-7106-0197-2DB6-50E3466396B1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4.057" v="89"/>
          <pc:sldLayoutMkLst>
            <pc:docMk/>
            <pc:sldMasterMk cId="259861064" sldId="2147483648"/>
            <pc:sldLayoutMk cId="3376375726" sldId="2147483733"/>
          </pc:sldLayoutMkLst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3" creationId="{9187F02C-1151-E990-B9C4-4EA153141C33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4" creationId="{B6DF15ED-849F-B716-A403-1E2FA625C132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5" creationId="{2F3594E8-82F3-A1F8-0A21-B4FF8283B87E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5.562" v="91"/>
          <pc:sldLayoutMkLst>
            <pc:docMk/>
            <pc:sldMasterMk cId="259861064" sldId="2147483648"/>
            <pc:sldLayoutMk cId="2079071838" sldId="2147483734"/>
          </pc:sldLayoutMkLst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3" creationId="{6B3173BD-018A-4BE0-C0E9-2BC3BC1F54A3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4" creationId="{BB750122-E984-AD2C-C998-F8BE876FAD09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5" creationId="{1B0D4237-6D16-E873-C696-B8ACF07ECE2F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8.723" v="95"/>
          <pc:sldLayoutMkLst>
            <pc:docMk/>
            <pc:sldMasterMk cId="259861064" sldId="2147483648"/>
            <pc:sldLayoutMk cId="2400735421" sldId="2147483735"/>
          </pc:sldLayoutMkLst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2" creationId="{83D668B2-A803-86CC-3C9E-3B7803473C30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3" creationId="{65172173-91AF-FBF6-64D7-55294463A156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5" creationId="{657217E3-AE2E-1250-962D-2CCDDAC1B317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2.711" v="87"/>
          <pc:sldLayoutMkLst>
            <pc:docMk/>
            <pc:sldMasterMk cId="259861064" sldId="2147483648"/>
            <pc:sldLayoutMk cId="101923619" sldId="2147483736"/>
          </pc:sldLayoutMkLst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2" creationId="{67FCE014-120C-02B2-F15D-BBC44E3BBC20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3" creationId="{299275FF-0FAE-0927-FE90-1CAB60CF1573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4" creationId="{DA6E3B28-F2EF-2670-1D61-90BDA6A3B11A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36.467" v="123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4" creationId="{3FF22158-7520-52E1-1586-868A5D1D4318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8" creationId="{6967189B-5ACB-0010-FFC3-F8AF2A9EE2CE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9" creationId="{C40E0521-D0A4-B066-E2B1-7E18175D24B7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A4F27B0C-4396-43E1-A404-B07EBE7F61B1}" dt="2023-07-31T17:03:07.558" v="3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A4F27B0C-4396-43E1-A404-B07EBE7F61B1}" dt="2023-07-31T17:03:07.560" v="3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A4F27B0C-4396-43E1-A404-B07EBE7F61B1}" dt="2023-07-31T17:03:07.563" v="3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A4F27B0C-4396-43E1-A404-B07EBE7F61B1}" dt="2023-07-31T17:03:07.565" v="3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3.764" v="101"/>
          <pc:sldLayoutMkLst>
            <pc:docMk/>
            <pc:sldMasterMk cId="259861064" sldId="2147483648"/>
            <pc:sldLayoutMk cId="353535495" sldId="2147483738"/>
          </pc:sldLayoutMkLst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3" creationId="{42FE5789-8885-CE06-4EB9-47212A486A5A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4" creationId="{4E63C795-89F2-6F19-B9C8-D429BF2DCAC7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5" creationId="{07056621-E929-413E-1950-0D5F9A567AFF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0.665" v="97"/>
          <pc:sldLayoutMkLst>
            <pc:docMk/>
            <pc:sldMasterMk cId="259861064" sldId="2147483648"/>
            <pc:sldLayoutMk cId="2842284886" sldId="2147483740"/>
          </pc:sldLayoutMkLst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2" creationId="{D7CB9D79-BD18-FC3C-BB83-55E04087954A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3" creationId="{BA9E1032-3A68-1D36-6E8B-BEB97DF21CED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5" creationId="{203D0379-B99F-6F89-64FA-D2018962A068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1.417" v="111"/>
          <pc:sldLayoutMkLst>
            <pc:docMk/>
            <pc:sldMasterMk cId="259861064" sldId="2147483648"/>
            <pc:sldLayoutMk cId="2227878697" sldId="2147483741"/>
          </pc:sldLayoutMkLst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3" creationId="{C85A12EA-5156-69EB-B0FB-F3D55008A4C6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4" creationId="{35F603DF-8B8A-C2BF-4D9A-E58702275D4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5" creationId="{1AB56DC8-DC4D-5E5E-C25E-3F8418769986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2.528" v="113"/>
          <pc:sldLayoutMkLst>
            <pc:docMk/>
            <pc:sldMasterMk cId="259861064" sldId="2147483648"/>
            <pc:sldLayoutMk cId="3523900727" sldId="2147483742"/>
          </pc:sldLayoutMkLst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3" creationId="{B694E2AF-E427-DAE5-B074-377B172B9A0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4" creationId="{A2855264-8798-22B2-32B6-973A4C1BC2A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5" creationId="{A1087D73-559C-ED40-F01D-8F0CFD13022A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42.756" v="12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5" creationId="{AF2D08F9-643B-A9EF-0D31-E8609EBC9BCA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8" creationId="{F29EB3F1-BADE-8C0C-422D-34CE18A18D52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19.607" v="109" actId="1076"/>
          <pc:sldLayoutMkLst>
            <pc:docMk/>
            <pc:sldMasterMk cId="259861064" sldId="2147483648"/>
            <pc:sldLayoutMk cId="51213094" sldId="2147483744"/>
          </pc:sldLayoutMkLst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2" creationId="{7227D5EF-668E-51AA-63FC-143DE22CC3BA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3" creationId="{62A3E6B2-0DE5-A02E-E2F8-736E2706732D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4" creationId="{738E3589-D740-79F7-D181-23FA840CE1EE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5" creationId="{5EF03752-A83E-2F9C-F3AC-4CF5722714A3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6" creationId="{BDBEB4D0-E7F7-8E1C-7CB6-47E2B4E67D09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7" creationId="{D98F7C83-CF11-E924-AB41-DF8A0023F944}"/>
            </ac:spMkLst>
          </pc:spChg>
          <pc:spChg chg="del">
            <ac:chgData name="Remi de Vogel" userId="5948360e-7b9c-4a22-9ada-df5e8b901c82" providerId="ADAL" clId="{A4F27B0C-4396-43E1-A404-B07EBE7F61B1}" dt="2023-08-14T12:26:16.064" v="108" actId="478"/>
            <ac:spMkLst>
              <pc:docMk/>
              <pc:sldMasterMk cId="259861064" sldId="2147483648"/>
              <pc:sldLayoutMk cId="51213094" sldId="2147483744"/>
              <ac:spMk id="10" creationId="{D63D6E89-68B9-468D-C7ED-9F5E85B7283A}"/>
            </ac:spMkLst>
          </pc:spChg>
        </pc:sldLayoutChg>
      </pc:sldMasterChg>
    </pc:docChg>
  </pc:docChgLst>
  <pc:docChgLst>
    <pc:chgData name="Charlotte Knaupp" userId="68a7a230-7b40-4667-aed5-d2dc881ae357" providerId="ADAL" clId="{E8F177CF-B2DE-40B2-A2E6-2289FAF3F855}"/>
    <pc:docChg chg="undo custSel addSld delSld modMainMaster">
      <pc:chgData name="Charlotte Knaupp" userId="68a7a230-7b40-4667-aed5-d2dc881ae357" providerId="ADAL" clId="{E8F177CF-B2DE-40B2-A2E6-2289FAF3F855}" dt="2023-03-01T12:50:31.498" v="147" actId="20577"/>
      <pc:docMkLst>
        <pc:docMk/>
      </pc:docMkLst>
      <pc:sldChg chg="new del">
        <pc:chgData name="Charlotte Knaupp" userId="68a7a230-7b40-4667-aed5-d2dc881ae357" providerId="ADAL" clId="{E8F177CF-B2DE-40B2-A2E6-2289FAF3F855}" dt="2023-03-01T12:42:02.985" v="123" actId="47"/>
        <pc:sldMkLst>
          <pc:docMk/>
          <pc:sldMk cId="647507553" sldId="263"/>
        </pc:sldMkLst>
      </pc:sldChg>
      <pc:sldChg chg="new del">
        <pc:chgData name="Charlotte Knaupp" userId="68a7a230-7b40-4667-aed5-d2dc881ae357" providerId="ADAL" clId="{E8F177CF-B2DE-40B2-A2E6-2289FAF3F855}" dt="2023-03-01T12:39:10.414" v="121" actId="680"/>
        <pc:sldMkLst>
          <pc:docMk/>
          <pc:sldMk cId="3022016411" sldId="263"/>
        </pc:sldMkLst>
      </pc:sldChg>
      <pc:sldMasterChg chg="modSp mod modSldLayout">
        <pc:chgData name="Charlotte Knaupp" userId="68a7a230-7b40-4667-aed5-d2dc881ae357" providerId="ADAL" clId="{E8F177CF-B2DE-40B2-A2E6-2289FAF3F855}" dt="2023-03-01T12:50:31.498" v="147" actId="20577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E8F177CF-B2DE-40B2-A2E6-2289FAF3F855}" dt="2023-03-01T12:38:48.651" v="8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E8F177CF-B2DE-40B2-A2E6-2289FAF3F855}" dt="2023-03-01T12:38:48.653" v="8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E8F177CF-B2DE-40B2-A2E6-2289FAF3F855}" dt="2023-03-01T12:38:48.656" v="8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E8F177CF-B2DE-40B2-A2E6-2289FAF3F855}" dt="2023-03-01T12:38:48.658" v="8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 Knaupp" userId="68a7a230-7b40-4667-aed5-d2dc881ae357" providerId="ADAL" clId="{E8F177CF-B2DE-40B2-A2E6-2289FAF3F855}" dt="2023-03-01T12:50:14.120" v="144" actId="20577"/>
          <pc:sldLayoutMkLst>
            <pc:docMk/>
            <pc:sldMasterMk cId="259861064" sldId="2147483648"/>
            <pc:sldLayoutMk cId="1622635753" sldId="2147483658"/>
          </pc:sldLayoutMkLst>
          <pc:spChg chg="mod">
            <ac:chgData name="Charlotte Knaupp" userId="68a7a230-7b40-4667-aed5-d2dc881ae357" providerId="ADAL" clId="{E8F177CF-B2DE-40B2-A2E6-2289FAF3F855}" dt="2023-03-01T12:50:14.120" v="144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31.498" v="14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E8F177CF-B2DE-40B2-A2E6-2289FAF3F855}" dt="2023-03-01T12:50:31.498" v="14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33" v="11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E8F177CF-B2DE-40B2-A2E6-2289FAF3F855}" dt="2023-03-01T12:38:48.726" v="10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E8F177CF-B2DE-40B2-A2E6-2289FAF3F855}" dt="2023-03-01T12:38:48.728" v="10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E8F177CF-B2DE-40B2-A2E6-2289FAF3F855}" dt="2023-03-01T12:38:48.730" v="10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E8F177CF-B2DE-40B2-A2E6-2289FAF3F855}" dt="2023-03-01T12:38:48.733" v="11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71" v="9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 Knaupp" userId="68a7a230-7b40-4667-aed5-d2dc881ae357" providerId="ADAL" clId="{E8F177CF-B2DE-40B2-A2E6-2289FAF3F855}" dt="2023-03-01T12:38:48.665" v="8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E8F177CF-B2DE-40B2-A2E6-2289FAF3F855}" dt="2023-03-01T12:38:48.667" v="9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E8F177CF-B2DE-40B2-A2E6-2289FAF3F855}" dt="2023-03-01T12:38:48.669" v="9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E8F177CF-B2DE-40B2-A2E6-2289FAF3F855}" dt="2023-03-01T12:38:48.671" v="9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85" v="10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 Knaupp" userId="68a7a230-7b40-4667-aed5-d2dc881ae357" providerId="ADAL" clId="{E8F177CF-B2DE-40B2-A2E6-2289FAF3F855}" dt="2023-03-01T12:38:48.676" v="9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E8F177CF-B2DE-40B2-A2E6-2289FAF3F855}" dt="2023-03-01T12:38:48.680" v="9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E8F177CF-B2DE-40B2-A2E6-2289FAF3F855}" dt="2023-03-01T12:38:48.682" v="10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E8F177CF-B2DE-40B2-A2E6-2289FAF3F855}" dt="2023-03-01T12:38:48.685" v="10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45" v="11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E8F177CF-B2DE-40B2-A2E6-2289FAF3F855}" dt="2023-03-01T12:38:48.739" v="11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E8F177CF-B2DE-40B2-A2E6-2289FAF3F855}" dt="2023-03-01T12:38:48.741" v="11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E8F177CF-B2DE-40B2-A2E6-2289FAF3F855}" dt="2023-03-01T12:38:48.743" v="11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E8F177CF-B2DE-40B2-A2E6-2289FAF3F855}" dt="2023-03-01T12:38:48.745" v="11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24.958" v="145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E8F177CF-B2DE-40B2-A2E6-2289FAF3F855}" dt="2023-03-01T12:50:24.958" v="145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CE3612A8-BCDA-4797-9FD2-28FA85BD9EE9}"/>
    <pc:docChg chg="undo redo custSel addSld delSld modSld sldOrd modMainMaster">
      <pc:chgData name="Remi de Vogel" userId="5948360e-7b9c-4a22-9ada-df5e8b901c82" providerId="ADAL" clId="{CE3612A8-BCDA-4797-9FD2-28FA85BD9EE9}" dt="2023-02-01T13:57:40.374" v="769" actId="20577"/>
      <pc:docMkLst>
        <pc:docMk/>
      </pc:docMkLst>
      <pc:sldChg chg="addSp delSp modSp del mod">
        <pc:chgData name="Remi de Vogel" userId="5948360e-7b9c-4a22-9ada-df5e8b901c82" providerId="ADAL" clId="{CE3612A8-BCDA-4797-9FD2-28FA85BD9EE9}" dt="2023-02-01T12:23:55.263" v="376" actId="47"/>
        <pc:sldMkLst>
          <pc:docMk/>
          <pc:sldMk cId="267460067" sldId="256"/>
        </pc:sldMkLst>
        <pc:spChg chg="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2" creationId="{856CEA5E-7EFD-2E26-FA65-1EC24008E3B6}"/>
          </ac:spMkLst>
        </pc:spChg>
        <pc:spChg chg="del mod">
          <ac:chgData name="Remi de Vogel" userId="5948360e-7b9c-4a22-9ada-df5e8b901c82" providerId="ADAL" clId="{CE3612A8-BCDA-4797-9FD2-28FA85BD9EE9}" dt="2023-02-01T12:22:13.194" v="347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CE3612A8-BCDA-4797-9FD2-28FA85BD9EE9}" dt="2023-02-01T12:22:45.677" v="350"/>
          <ac:spMkLst>
            <pc:docMk/>
            <pc:sldMk cId="267460067" sldId="256"/>
            <ac:spMk id="4" creationId="{7D7B42E9-F91A-4EA4-6E36-5B46659968BE}"/>
          </ac:spMkLst>
        </pc:spChg>
        <pc:spChg chg="add del mod">
          <ac:chgData name="Remi de Vogel" userId="5948360e-7b9c-4a22-9ada-df5e8b901c82" providerId="ADAL" clId="{CE3612A8-BCDA-4797-9FD2-28FA85BD9EE9}" dt="2023-02-01T12:22:45.812" v="351"/>
          <ac:spMkLst>
            <pc:docMk/>
            <pc:sldMk cId="267460067" sldId="256"/>
            <ac:spMk id="5" creationId="{87327B10-D1E0-9828-F56F-23B47F62385D}"/>
          </ac:spMkLst>
        </pc:spChg>
        <pc:spChg chg="add del mod">
          <ac:chgData name="Remi de Vogel" userId="5948360e-7b9c-4a22-9ada-df5e8b901c82" providerId="ADAL" clId="{CE3612A8-BCDA-4797-9FD2-28FA85BD9EE9}" dt="2023-02-01T12:22:45.985" v="352"/>
          <ac:spMkLst>
            <pc:docMk/>
            <pc:sldMk cId="267460067" sldId="256"/>
            <ac:spMk id="6" creationId="{3DF86E14-F32E-A544-7FBE-BAC34BDA595E}"/>
          </ac:spMkLst>
        </pc:spChg>
        <pc:spChg chg="add del mod">
          <ac:chgData name="Remi de Vogel" userId="5948360e-7b9c-4a22-9ada-df5e8b901c82" providerId="ADAL" clId="{CE3612A8-BCDA-4797-9FD2-28FA85BD9EE9}" dt="2023-02-01T12:22:48.977" v="356"/>
          <ac:spMkLst>
            <pc:docMk/>
            <pc:sldMk cId="267460067" sldId="256"/>
            <ac:spMk id="7" creationId="{77CBB3F7-1279-B190-8440-82D4E6E87DD9}"/>
          </ac:spMkLst>
        </pc:spChg>
        <pc:spChg chg="add del mod">
          <ac:chgData name="Remi de Vogel" userId="5948360e-7b9c-4a22-9ada-df5e8b901c82" providerId="ADAL" clId="{CE3612A8-BCDA-4797-9FD2-28FA85BD9EE9}" dt="2023-02-01T12:23:18.010" v="363"/>
          <ac:spMkLst>
            <pc:docMk/>
            <pc:sldMk cId="267460067" sldId="256"/>
            <ac:spMk id="8" creationId="{F1FB7603-ADCD-01D3-95AC-BED47D24A4D3}"/>
          </ac:spMkLst>
        </pc:spChg>
        <pc:spChg chg="add del mod">
          <ac:chgData name="Remi de Vogel" userId="5948360e-7b9c-4a22-9ada-df5e8b901c82" providerId="ADAL" clId="{CE3612A8-BCDA-4797-9FD2-28FA85BD9EE9}" dt="2023-02-01T12:23:18.154" v="364"/>
          <ac:spMkLst>
            <pc:docMk/>
            <pc:sldMk cId="267460067" sldId="256"/>
            <ac:spMk id="9" creationId="{A7FDF419-A681-E347-BB78-80D5BBCABB5E}"/>
          </ac:spMkLst>
        </pc:spChg>
        <pc:spChg chg="add del mod">
          <ac:chgData name="Remi de Vogel" userId="5948360e-7b9c-4a22-9ada-df5e8b901c82" providerId="ADAL" clId="{CE3612A8-BCDA-4797-9FD2-28FA85BD9EE9}" dt="2023-02-01T12:23:29.746" v="368"/>
          <ac:spMkLst>
            <pc:docMk/>
            <pc:sldMk cId="267460067" sldId="256"/>
            <ac:spMk id="10" creationId="{8C70D16C-7F49-BA71-1F36-3161B94506C1}"/>
          </ac:spMkLst>
        </pc:spChg>
        <pc:spChg chg="add del 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11" creationId="{FA541430-F8FC-8BFB-AF8C-6B5AF6440881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16.341" v="380" actId="47"/>
        <pc:sldMkLst>
          <pc:docMk/>
          <pc:sldMk cId="511627541" sldId="258"/>
        </pc:sldMkLst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5" creationId="{0CE19974-06EA-6DC5-52D2-595E9E3741EE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6" creationId="{5A9CF035-81C6-0594-742C-222DD359FEE3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7" creationId="{042625D2-C1DE-F679-E9C6-82B79E5EB5B9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8" creationId="{56F96447-464E-618F-77C1-855C61B2CE06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9" creationId="{FF174488-F31B-629A-7562-20612A35BA53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0" creationId="{76824E6D-88FA-928F-B392-F391B57A4930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1" creationId="{78E1CC87-9354-AB54-159B-8B1A2EFFE7B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2" creationId="{0FF23DF4-2D54-AC76-078A-F969595A8A11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3" creationId="{5BFF2B0B-6B31-BDF1-54E2-E920C5556B6C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4" creationId="{7EBC41E3-9C2A-F266-F5FC-C1EEDC329BA8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5" creationId="{A2CEEBDD-5C55-F7A7-00C2-C2D80D6C5A5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6" creationId="{DEC05F04-7399-D71F-4610-C90486705C03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7" creationId="{73BA7A04-D5E8-81CF-65E9-342600226B1D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8" creationId="{0907AF71-05C9-491B-21D7-3699C87E3933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19" creationId="{16D1030B-4A2C-5394-14AC-DA57D10FC335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0" creationId="{211BB00C-7B3D-131C-E6C6-38728DF7E1B2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1" creationId="{E0A2DDA1-6D04-988F-A6F0-234BBBB7AE9A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2" creationId="{9F7E31E4-8543-576B-5051-DD75E42782FB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3" creationId="{2BDBBB1D-64AA-2A91-E75D-87F657F4B51C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4" creationId="{E5A5DFBE-F60D-01B7-E3F3-350084693F8F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5" creationId="{30F1AD48-72FA-C7FE-E861-1EF610F2208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6" creationId="{8888B879-DD86-0EC6-4F3C-F10F002E561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7" creationId="{D78A6FCE-74A3-1CC0-FE2B-ED33716071CF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8" creationId="{55DBBBFB-15F4-FD88-D9C3-C387E51BFFD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9" creationId="{73BF0C1E-B158-4BC1-3042-659C15042748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0" creationId="{5D1EA539-CCF5-C013-638D-281E584133E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1" creationId="{39D27F94-DF68-19FC-B081-5DB7651BEB7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2" creationId="{8B35B77F-3F19-B732-3D24-5BF871A24C3A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3" creationId="{16FE8A47-EE11-5E47-B355-F53CD2A02AE4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4" creationId="{EEEA0D3D-3FE0-6BFC-C019-22AC5C26662F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5" creationId="{B4124D28-7A01-DD75-770B-7716750DA140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6" creationId="{0C409C58-8A09-D528-ABC8-D5B5802CACA7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7" creationId="{4C3B5DFA-17D6-0BAA-4033-2328502F4C69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8" creationId="{F0BF0C1C-2AA2-9E79-8C6A-124AB83BC221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9" creationId="{47CDC35B-7B5E-99C5-54FF-E13E63A7541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0" creationId="{1327547B-220E-C42A-1FA2-E84FA91EC75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1" creationId="{0FC906D5-1331-B84D-6B7D-4486C11640B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2" creationId="{B8752393-4BED-C59A-777C-B327C711BAD0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3" creationId="{CEB38778-45F7-8CA2-EB7E-9D07C81148AE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4" creationId="{87768D1A-90FD-7C03-883E-7D2EAE989AB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5" creationId="{98B34F56-1F11-FEA3-C13A-D48F7FDC324D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6" creationId="{36EDCD28-ABEC-C9F4-7FA5-465E91921A20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7" creationId="{9593E300-AA03-60A7-913E-C1BCB9D3D802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8" creationId="{87CD9FB0-AF17-614D-8675-00B56EA6AE5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9" creationId="{6C1D080C-94A6-6EBD-AA7A-92EB091CC8FE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0" creationId="{BC0F23E5-BFEB-6CE7-C3EF-5C8C7C841566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1" creationId="{982FCCD0-FC9B-39F1-9C73-79C1C95FA2AD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2" creationId="{0043296D-CD14-48C7-4FB0-9B84B1E6890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3" creationId="{AC68AC39-F45E-E62F-4FAB-8819393595E5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4" creationId="{FB27B40F-EEE7-8038-2806-D004EB3DEEA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5" creationId="{1B8E2254-DA27-32EF-1F2D-45E7853F040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6" creationId="{3EA140BC-BF6D-02F5-8574-923C87592828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7" creationId="{7FF0940A-68F3-7A0B-EEB0-BE34FE56F6A7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05.830" v="378" actId="47"/>
        <pc:sldMkLst>
          <pc:docMk/>
          <pc:sldMk cId="2684026461" sldId="259"/>
        </pc:sldMkLst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3" creationId="{C0371B51-098A-04FF-BA97-AD25094BD762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6" creationId="{A0E9CBC9-638A-DD17-153C-08CE17F4730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7" creationId="{B7049894-C5E2-2DE9-ED38-451071FCFBEC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8" creationId="{C24C38AD-B3CF-4A52-FE4A-DB22644E42E1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9" creationId="{99FFE961-772C-BFBA-9A86-532291AC96F9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0" creationId="{792805C9-897F-3E39-BD5F-E8A536ACBCC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1" creationId="{86DC0443-7B4C-6B7F-18B6-7EAD8B4B8AE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2" creationId="{E8730A59-9CCA-3BC1-54E5-7A457D8E393D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3" creationId="{44B95F4D-7788-1AB7-224F-8184126F30F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4" creationId="{B1977B10-0BEE-EE1A-D64E-ED66B94121D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5" creationId="{D2B6797A-5666-A550-6162-487671F3444A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6" creationId="{38102A2B-BBF7-67AD-9B35-2566F0CC68C8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7" creationId="{3041C018-64B5-7FB6-6B4E-C9FF96CAB61B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8" creationId="{8238199D-1BDB-0B03-2DEC-5D3C29A59D1C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9" creationId="{BA32AA25-99A8-0536-43E4-312CB7D922EA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0" creationId="{F256F654-53C1-C826-6F40-A56D5F1B24F5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1" creationId="{C003DA5E-2790-442C-D38E-9EC196663C81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2" creationId="{59EF47C5-832D-2850-0A12-E25B64DDB829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3" creationId="{4F2E6951-3D90-C254-9DD4-472FD7880AA5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4" creationId="{9B150DCE-039B-B15C-EEDB-35E4DBD2A8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5" creationId="{06FEBED6-6004-9F6B-9D6D-D33B916767CE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6" creationId="{657574FC-D5AC-50AC-2696-DEC9416E7300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7" creationId="{103A4311-6E2A-4B73-1DC5-5D73D18591CB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8" creationId="{0E35A8C5-8A00-B4AD-3A3A-F5D63C5AD148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9" creationId="{69FA891E-EEF4-1386-C8A7-1A3E02A51A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30" creationId="{EA119680-15A3-D567-69E6-52E0C0BD8A6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1" creationId="{3612957A-AA76-0D26-D9F3-4FC9E70A55FB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2" creationId="{6290926B-9539-92D2-08FF-7BEB378A333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3" creationId="{B139DE74-366A-7DC9-5203-35845852D091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4" creationId="{A6777EB4-4DB4-07B3-293E-698FE209C0F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5" creationId="{C0724EB8-5865-4B2B-938B-433A3E4149A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6" creationId="{0E00E3DB-977D-B79B-88D8-9CA5F845E416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7" creationId="{33BC2E8B-0D53-6C2A-6E9B-402631BA37D9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8" creationId="{923AB00C-AFD5-C84E-7562-7060373FC84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9" creationId="{A2E038A1-BC28-6632-9C0B-B54F3978E2F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0" creationId="{D6CBB3C5-25E7-3B83-69EE-9D71B891881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1" creationId="{1EC23FD4-8F9C-B314-66AA-0A88C496D892}"/>
          </ac:spMkLst>
        </pc:spChg>
      </pc:sldChg>
      <pc:sldChg chg="modSp new mod ord">
        <pc:chgData name="Remi de Vogel" userId="5948360e-7b9c-4a22-9ada-df5e8b901c82" providerId="ADAL" clId="{CE3612A8-BCDA-4797-9FD2-28FA85BD9EE9}" dt="2023-02-01T13:11:05.691" v="560" actId="20577"/>
        <pc:sldMkLst>
          <pc:docMk/>
          <pc:sldMk cId="186648442" sldId="260"/>
        </pc:sldMkLst>
        <pc:spChg chg="mod">
          <ac:chgData name="Remi de Vogel" userId="5948360e-7b9c-4a22-9ada-df5e8b901c82" providerId="ADAL" clId="{CE3612A8-BCDA-4797-9FD2-28FA85BD9EE9}" dt="2023-02-01T13:11:05.691" v="560" actId="20577"/>
          <ac:spMkLst>
            <pc:docMk/>
            <pc:sldMk cId="186648442" sldId="260"/>
            <ac:spMk id="3" creationId="{246B2296-105D-E196-A2D2-664E5722DC27}"/>
          </ac:spMkLst>
        </pc:spChg>
      </pc:sldChg>
      <pc:sldChg chg="modSp new mod">
        <pc:chgData name="Remi de Vogel" userId="5948360e-7b9c-4a22-9ada-df5e8b901c82" providerId="ADAL" clId="{CE3612A8-BCDA-4797-9FD2-28FA85BD9EE9}" dt="2023-02-01T13:57:40.374" v="769" actId="20577"/>
        <pc:sldMkLst>
          <pc:docMk/>
          <pc:sldMk cId="2164116393" sldId="261"/>
        </pc:sldMkLst>
        <pc:spChg chg="mod">
          <ac:chgData name="Remi de Vogel" userId="5948360e-7b9c-4a22-9ada-df5e8b901c82" providerId="ADAL" clId="{CE3612A8-BCDA-4797-9FD2-28FA85BD9EE9}" dt="2023-02-01T13:57:40.374" v="769" actId="20577"/>
          <ac:spMkLst>
            <pc:docMk/>
            <pc:sldMk cId="2164116393" sldId="261"/>
            <ac:spMk id="8" creationId="{1F747B7D-4A81-3CD9-5F57-2DAD5B80FFD5}"/>
          </ac:spMkLst>
        </pc:spChg>
      </pc:sldChg>
      <pc:sldChg chg="new">
        <pc:chgData name="Remi de Vogel" userId="5948360e-7b9c-4a22-9ada-df5e8b901c82" providerId="ADAL" clId="{CE3612A8-BCDA-4797-9FD2-28FA85BD9EE9}" dt="2023-02-01T12:24:14.499" v="379" actId="680"/>
        <pc:sldMkLst>
          <pc:docMk/>
          <pc:sldMk cId="984917374" sldId="262"/>
        </pc:sldMkLst>
      </pc:sldChg>
      <pc:sldMasterChg chg="addSp delSp modSp mod modSldLayout">
        <pc:chgData name="Remi de Vogel" userId="5948360e-7b9c-4a22-9ada-df5e8b901c82" providerId="ADAL" clId="{CE3612A8-BCDA-4797-9FD2-28FA85BD9EE9}" dt="2023-02-01T13:47:49.323" v="767" actId="139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CE3612A8-BCDA-4797-9FD2-28FA85BD9EE9}" dt="2023-02-01T12:08:28.548" v="19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CE3612A8-BCDA-4797-9FD2-28FA85BD9EE9}" dt="2023-02-01T13:19:27.547" v="659"/>
          <ac:spMkLst>
            <pc:docMk/>
            <pc:sldMasterMk cId="259861064" sldId="2147483648"/>
            <ac:spMk id="5" creationId="{891E28BB-B5FE-E965-0E15-F1CED40AB33B}"/>
          </ac:spMkLst>
        </pc:spChg>
        <pc:spChg chg="mod">
          <ac:chgData name="Remi de Vogel" userId="5948360e-7b9c-4a22-9ada-df5e8b901c82" providerId="ADAL" clId="{CE3612A8-BCDA-4797-9FD2-28FA85BD9EE9}" dt="2023-02-01T13:47:49.218" v="729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CE3612A8-BCDA-4797-9FD2-28FA85BD9EE9}" dt="2023-02-01T12:08:28.551" v="204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CE3612A8-BCDA-4797-9FD2-28FA85BD9EE9}" dt="2023-02-01T13:19:27.551" v="671"/>
          <ac:spMkLst>
            <pc:docMk/>
            <pc:sldMasterMk cId="259861064" sldId="2147483648"/>
            <ac:spMk id="9" creationId="{B42C15D8-8A65-4417-B793-313E11968321}"/>
          </ac:spMkLst>
        </pc:spChg>
        <pc:spChg chg="mod">
          <ac:chgData name="Remi de Vogel" userId="5948360e-7b9c-4a22-9ada-df5e8b901c82" providerId="ADAL" clId="{CE3612A8-BCDA-4797-9FD2-28FA85BD9EE9}" dt="2023-02-01T13:19:27.548" v="665"/>
          <ac:spMkLst>
            <pc:docMk/>
            <pc:sldMasterMk cId="259861064" sldId="2147483648"/>
            <ac:spMk id="67" creationId="{6291DFA7-D6C9-580F-0350-7F1E3A2F4E46}"/>
          </ac:spMkLst>
        </pc:spChg>
        <pc:spChg chg="mod">
          <ac:chgData name="Remi de Vogel" userId="5948360e-7b9c-4a22-9ada-df5e8b901c82" providerId="ADAL" clId="{CE3612A8-BCDA-4797-9FD2-28FA85BD9EE9}" dt="2023-02-01T13:47:49.220" v="731" actId="139"/>
          <ac:spMkLst>
            <pc:docMk/>
            <pc:sldMasterMk cId="259861064" sldId="2147483648"/>
            <ac:spMk id="68" creationId="{61C71873-52D3-45F7-59C2-98B44A61CBDD}"/>
          </ac:spMkLst>
        </pc:spChg>
        <pc:spChg chg="del mod">
          <ac:chgData name="Remi de Vogel" userId="5948360e-7b9c-4a22-9ada-df5e8b901c82" providerId="ADAL" clId="{CE3612A8-BCDA-4797-9FD2-28FA85BD9EE9}" dt="2023-02-01T12:07:57.267" v="126" actId="478"/>
          <ac:spMkLst>
            <pc:docMk/>
            <pc:sldMasterMk cId="259861064" sldId="2147483648"/>
            <ac:spMk id="70" creationId="{C8DCFE69-3837-4A66-A4BD-5963F21804D7}"/>
          </ac:spMkLst>
        </pc:spChg>
        <pc:spChg chg="add del mod">
          <ac:chgData name="Remi de Vogel" userId="5948360e-7b9c-4a22-9ada-df5e8b901c82" providerId="ADAL" clId="{CE3612A8-BCDA-4797-9FD2-28FA85BD9EE9}" dt="2023-02-01T12:07:26.717" v="115" actId="478"/>
          <ac:spMkLst>
            <pc:docMk/>
            <pc:sldMasterMk cId="259861064" sldId="2147483648"/>
            <ac:spMk id="71" creationId="{9098352C-A096-9A9D-3927-BFED086CC9B4}"/>
          </ac:spMkLst>
        </pc:spChg>
        <pc:spChg chg="mod">
          <ac:chgData name="Remi de Vogel" userId="5948360e-7b9c-4a22-9ada-df5e8b901c82" providerId="ADAL" clId="{CE3612A8-BCDA-4797-9FD2-28FA85BD9EE9}" dt="2023-02-01T13:47:49.222" v="733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CE3612A8-BCDA-4797-9FD2-28FA85BD9EE9}" dt="2023-02-01T13:47:49.225" v="735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CE3612A8-BCDA-4797-9FD2-28FA85BD9EE9}" dt="2023-02-01T13:14:03.476" v="601"/>
          <pc:sldLayoutMkLst>
            <pc:docMk/>
            <pc:sldMasterMk cId="259861064" sldId="2147483648"/>
            <pc:sldLayoutMk cId="3031695121" sldId="2147483649"/>
          </pc:sldLayoutMkLst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2" creationId="{7D0C2193-C9C3-3A9C-6C84-3833A2BDBCCE}"/>
            </ac:spMkLst>
          </pc:spChg>
          <pc:spChg chg="mod">
            <ac:chgData name="Remi de Vogel" userId="5948360e-7b9c-4a22-9ada-df5e8b901c82" providerId="ADAL" clId="{CE3612A8-BCDA-4797-9FD2-28FA85BD9EE9}" dt="2023-02-01T12:29:53.733" v="468"/>
            <ac:spMkLst>
              <pc:docMk/>
              <pc:sldMasterMk cId="259861064" sldId="2147483648"/>
              <pc:sldLayoutMk cId="3031695121" sldId="2147483649"/>
              <ac:spMk id="3" creationId="{00000000-0000-0000-0000-000000000000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4" creationId="{44E8C2B5-240F-FB56-40D5-86214806E289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5" creationId="{7A8E28B2-E4F7-B636-67A2-D94B866C4285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6" creationId="{41CF4D93-0945-6D65-D417-FA06B4E66E19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0" creationId="{6F69A9C4-BFA0-7687-1A48-7563E067155A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2" creationId="{5D66B4C7-065A-A516-E80A-12B0F9F509B5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4" creationId="{6EEC8709-6628-7C84-4A93-067F74A2B3DD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5" creationId="{9EFD401D-B6DE-E01C-99FD-40E21F0EA66E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6" creationId="{4499316D-D9B5-9A1E-80FC-424521D4203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3.635" v="243"/>
          <pc:sldLayoutMkLst>
            <pc:docMk/>
            <pc:sldMasterMk cId="259861064" sldId="2147483648"/>
            <pc:sldLayoutMk cId="276490111" sldId="2147483650"/>
          </pc:sldLayoutMkLst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5" creationId="{098ED5D7-F6B9-126B-939C-2A3AFEBF6EDE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3" creationId="{DC4D8F4D-B346-A779-DD12-40F8B0D73BCA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4" creationId="{3127905F-A30F-9294-7451-A92627A595B9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5.826" v="245"/>
          <pc:sldLayoutMkLst>
            <pc:docMk/>
            <pc:sldMasterMk cId="259861064" sldId="2147483648"/>
            <pc:sldLayoutMk cId="3831577900" sldId="2147483652"/>
          </pc:sldLayoutMkLst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5" creationId="{DAEC16F0-29A6-806E-3CCF-27CC63AF27B1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6" creationId="{28BB9BDB-95AF-64D9-5C40-4266F40AA9FA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15" creationId="{FF62D965-82F8-3FE9-9674-69D633F21E7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2.180" v="269"/>
          <pc:sldLayoutMkLst>
            <pc:docMk/>
            <pc:sldMasterMk cId="259861064" sldId="2147483648"/>
            <pc:sldLayoutMk cId="2538990565" sldId="2147483654"/>
          </pc:sldLayoutMkLst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2" creationId="{42CE7B2E-6195-B5AC-4841-7731F38D821B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4" creationId="{C2C90AAF-EFD5-3DC1-CBD4-A76C56ACE404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5" creationId="{D0638B03-F99B-9C91-8282-B4972DF2CC1A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3.692" v="271"/>
          <pc:sldLayoutMkLst>
            <pc:docMk/>
            <pc:sldMasterMk cId="259861064" sldId="2147483648"/>
            <pc:sldLayoutMk cId="4164875606" sldId="2147483655"/>
          </pc:sldLayoutMkLst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5" creationId="{B3F8C73B-0FB9-C35E-7157-36A29A15E87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6" creationId="{B72A608F-F28C-C3A8-F848-9F0410C6AA50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7" creationId="{92F63461-E385-7798-FC20-A43AC335956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3.035" v="253"/>
          <pc:sldLayoutMkLst>
            <pc:docMk/>
            <pc:sldMasterMk cId="259861064" sldId="2147483648"/>
            <pc:sldLayoutMk cId="36604280" sldId="2147483656"/>
          </pc:sldLayoutMkLst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2" creationId="{AAA0E9D4-0BFD-D386-2D06-80478B8C6492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3" creationId="{23C74BB2-68CC-7CB4-8375-0FE691AB9237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5" creationId="{1B204F67-227B-82C1-3E7B-B19D7D7F7B31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50.596" v="263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3" creationId="{CD396895-7F30-ACE6-D525-5F203C3EFE61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4" creationId="{438F0718-9E8E-9B35-B9C9-D47637EA9FFB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10" creationId="{A22DE2DB-2A38-56EB-C903-7DEF3377550F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8.075" v="259"/>
          <pc:sldLayoutMkLst>
            <pc:docMk/>
            <pc:sldMasterMk cId="259861064" sldId="2147483648"/>
            <pc:sldLayoutMk cId="1181860749" sldId="2147483660"/>
          </pc:sldLayoutMkLst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2" creationId="{4A896467-8CDD-5955-E022-D1026B6BB462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3" creationId="{1AF9269B-1D5B-D99F-0B40-B48CDF8879B8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5" creationId="{49EC44DB-B581-13BA-6D7E-E3354266A6D0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4.856" v="678"/>
          <pc:sldLayoutMkLst>
            <pc:docMk/>
            <pc:sldMasterMk cId="259861064" sldId="2147483648"/>
            <pc:sldLayoutMk cId="1494416066" sldId="2147483662"/>
          </pc:sldLayoutMkLst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CE3612A8-BCDA-4797-9FD2-28FA85BD9EE9}" dt="2023-02-01T13:20:14.856" v="678"/>
            <ac:spMkLst>
              <pc:docMk/>
              <pc:sldMasterMk cId="259861064" sldId="2147483648"/>
              <pc:sldLayoutMk cId="1494416066" sldId="2147483662"/>
              <ac:spMk id="4" creationId="{60A17DF3-0647-2957-255B-2671FE7FCD4B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4" creationId="{CE79B167-205A-513D-0662-BDCCF4AA0238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5" creationId="{061EB5C7-8EFB-0DD0-1DD1-D9F80EEF2F02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6" creationId="{5423617B-C64F-CB72-9F15-492376F0F690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del mod">
            <ac:chgData name="Remi de Vogel" userId="5948360e-7b9c-4a22-9ada-df5e8b901c82" providerId="ADAL" clId="{CE3612A8-BCDA-4797-9FD2-28FA85BD9EE9}" dt="2023-02-01T13:20:14.580" v="677" actId="478"/>
            <ac:spMkLst>
              <pc:docMk/>
              <pc:sldMasterMk cId="259861064" sldId="2147483648"/>
              <pc:sldLayoutMk cId="1494416066" sldId="2147483662"/>
              <ac:spMk id="9" creationId="{90E55A9B-AF5D-B056-8528-4B2326AB3647}"/>
            </ac:spMkLst>
          </pc:spChg>
          <pc:spChg chg="add mod">
            <ac:chgData name="Remi de Vogel" userId="5948360e-7b9c-4a22-9ada-df5e8b901c82" providerId="ADAL" clId="{CE3612A8-BCDA-4797-9FD2-28FA85BD9EE9}" dt="2023-02-01T13:10:58.834" v="558" actId="20577"/>
            <ac:spMkLst>
              <pc:docMk/>
              <pc:sldMasterMk cId="259861064" sldId="2147483648"/>
              <pc:sldLayoutMk cId="1494416066" sldId="2147483662"/>
              <ac:spMk id="10" creationId="{E1D34F92-940C-2B6C-5F29-5E129DDA2C98}"/>
            </ac:spMkLst>
          </pc:spChg>
          <pc:spChg chg="add del mod">
            <ac:chgData name="Remi de Vogel" userId="5948360e-7b9c-4a22-9ada-df5e8b901c82" providerId="ADAL" clId="{CE3612A8-BCDA-4797-9FD2-28FA85BD9EE9}" dt="2023-02-01T12:21:38.788" v="333"/>
            <ac:spMkLst>
              <pc:docMk/>
              <pc:sldMasterMk cId="259861064" sldId="2147483648"/>
              <pc:sldLayoutMk cId="1494416066" sldId="2147483662"/>
              <ac:spMk id="11" creationId="{8C005F76-9316-D580-529B-84AD4531B0F9}"/>
            </ac:spMkLst>
          </pc:spChg>
          <pc:spChg chg="add mod">
            <ac:chgData name="Remi de Vogel" userId="5948360e-7b9c-4a22-9ada-df5e8b901c82" providerId="ADAL" clId="{CE3612A8-BCDA-4797-9FD2-28FA85BD9EE9}" dt="2023-02-01T12:21:46.467" v="335" actId="207"/>
            <ac:spMkLst>
              <pc:docMk/>
              <pc:sldMasterMk cId="259861064" sldId="2147483648"/>
              <pc:sldLayoutMk cId="1494416066" sldId="2147483662"/>
              <ac:spMk id="12" creationId="{EFB70F8D-C57B-B384-F1E2-3CD3AD348A72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3" creationId="{C72689CE-450E-10BE-ABFB-11705FCE363D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4" creationId="{3D768EEE-7FA1-1229-B3B5-FB3B29742F8B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06" v="759" actId="139"/>
          <pc:sldLayoutMkLst>
            <pc:docMk/>
            <pc:sldMasterMk cId="259861064" sldId="2147483648"/>
            <pc:sldLayoutMk cId="2755087783" sldId="2147483663"/>
          </pc:sldLayoutMkLst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2" creationId="{A4544A3E-057C-7811-3955-9664BDCE261D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3" creationId="{51FE95A9-66A1-D551-6857-92D3970278A7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4" creationId="{D697E786-CDA6-C183-F953-6D692EEA58E9}"/>
            </ac:spMkLst>
          </pc:spChg>
          <pc:spChg chg="add mod">
            <ac:chgData name="Remi de Vogel" userId="5948360e-7b9c-4a22-9ada-df5e8b901c82" providerId="ADAL" clId="{CE3612A8-BCDA-4797-9FD2-28FA85BD9EE9}" dt="2023-02-01T13:44:50.305" v="724" actId="1076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add mod">
            <ac:chgData name="Remi de Vogel" userId="5948360e-7b9c-4a22-9ada-df5e8b901c82" providerId="ADAL" clId="{CE3612A8-BCDA-4797-9FD2-28FA85BD9EE9}" dt="2023-02-01T12:13:37.003" v="273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add mod">
            <ac:chgData name="Remi de Vogel" userId="5948360e-7b9c-4a22-9ada-df5e8b901c82" providerId="ADAL" clId="{CE3612A8-BCDA-4797-9FD2-28FA85BD9EE9}" dt="2023-02-01T12:13:41.389" v="274" actId="207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CE3612A8-BCDA-4797-9FD2-28FA85BD9EE9}" dt="2023-02-01T13:47:49.296" v="753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CE3612A8-BCDA-4797-9FD2-28FA85BD9EE9}" dt="2023-02-01T13:47:49.299" v="755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CE3612A8-BCDA-4797-9FD2-28FA85BD9EE9}" dt="2023-02-01T13:47:49.303" v="757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Remi de Vogel" userId="5948360e-7b9c-4a22-9ada-df5e8b901c82" providerId="ADAL" clId="{CE3612A8-BCDA-4797-9FD2-28FA85BD9EE9}" dt="2023-02-01T13:47:49.306" v="759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6" creationId="{9824D569-5E31-3E7A-5589-F7AD67FD8551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7" creationId="{0C0B2FD8-6124-17CD-DE8A-184F47122759}"/>
            </ac:spMkLst>
          </pc:spChg>
          <pc:spChg chg="mod">
            <ac:chgData name="Remi de Vogel" userId="5948360e-7b9c-4a22-9ada-df5e8b901c82" providerId="ADAL" clId="{CE3612A8-BCDA-4797-9FD2-28FA85BD9EE9}" dt="2023-02-01T13:06:58.250" v="486"/>
            <ac:spMkLst>
              <pc:docMk/>
              <pc:sldMasterMk cId="259861064" sldId="2147483648"/>
              <pc:sldLayoutMk cId="2755087783" sldId="2147483663"/>
              <ac:spMk id="18" creationId="{11D5CA7E-9DD0-F0FD-25DA-21D8C5C6AF8C}"/>
            </ac:spMkLst>
          </pc:spChg>
          <pc:spChg chg="del mod">
            <ac:chgData name="Remi de Vogel" userId="5948360e-7b9c-4a22-9ada-df5e8b901c82" providerId="ADAL" clId="{CE3612A8-BCDA-4797-9FD2-28FA85BD9EE9}" dt="2023-02-01T13:44:56.064" v="725" actId="478"/>
            <ac:spMkLst>
              <pc:docMk/>
              <pc:sldMasterMk cId="259861064" sldId="2147483648"/>
              <pc:sldLayoutMk cId="2755087783" sldId="2147483663"/>
              <ac:spMk id="19" creationId="{F20FB51F-1B63-2498-DC8C-AF698E750CC1}"/>
            </ac:spMkLst>
          </pc:spChg>
          <pc:spChg chg="del">
            <ac:chgData name="Remi de Vogel" userId="5948360e-7b9c-4a22-9ada-df5e8b901c82" providerId="ADAL" clId="{CE3612A8-BCDA-4797-9FD2-28FA85BD9EE9}" dt="2023-02-01T13:16:55.562" v="611" actId="478"/>
            <ac:spMkLst>
              <pc:docMk/>
              <pc:sldMasterMk cId="259861064" sldId="2147483648"/>
              <pc:sldLayoutMk cId="2755087783" sldId="2147483663"/>
              <ac:spMk id="20" creationId="{2683F7C6-6413-C5A6-CE63-50E1DC91F274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2:22:43.425" v="349" actId="1076"/>
          <pc:sldLayoutMkLst>
            <pc:docMk/>
            <pc:sldMasterMk cId="259861064" sldId="2147483648"/>
            <pc:sldLayoutMk cId="2882847530" sldId="2147483728"/>
          </pc:sldLayoutMkLst>
          <pc:spChg chg="add del mod">
            <ac:chgData name="Remi de Vogel" userId="5948360e-7b9c-4a22-9ada-df5e8b901c82" providerId="ADAL" clId="{CE3612A8-BCDA-4797-9FD2-28FA85BD9EE9}" dt="2023-02-01T12:10:14.238" v="210"/>
            <ac:spMkLst>
              <pc:docMk/>
              <pc:sldMasterMk cId="259861064" sldId="2147483648"/>
              <pc:sldLayoutMk cId="2882847530" sldId="2147483728"/>
              <ac:spMk id="2" creationId="{659FFE5A-6838-A079-0A7A-D49B76687FE4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3" creationId="{662D0E58-7EEB-4BD3-6BE2-BB259B47C1AE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4" creationId="{710DBA5F-F67A-925D-73AD-BF09864B16EF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5" creationId="{4FB18DE8-40B5-704C-550A-188FD9E8ED59}"/>
            </ac:spMkLst>
          </pc:spChg>
          <pc:spChg chg="add del mod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6" creationId="{92BD5B71-E040-17F6-CF3B-2B7EC11501D1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4" creationId="{3CAE76EB-8963-D92C-E6FC-52670515A6D3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5" creationId="{397E5AA8-892F-FD29-A415-4E7B6B07C59A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6" creationId="{53FD54C2-36F3-C0ED-5E45-CFFE365997C7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36" v="743" actId="139"/>
          <pc:sldLayoutMkLst>
            <pc:docMk/>
            <pc:sldMasterMk cId="259861064" sldId="2147483648"/>
            <pc:sldLayoutMk cId="2387091362" sldId="2147483730"/>
          </pc:sldLayoutMkLst>
          <pc:spChg chg="del mod">
            <ac:chgData name="Remi de Vogel" userId="5948360e-7b9c-4a22-9ada-df5e8b901c82" providerId="ADAL" clId="{CE3612A8-BCDA-4797-9FD2-28FA85BD9EE9}" dt="2023-02-01T12:18:02.043" v="312" actId="478"/>
            <ac:spMkLst>
              <pc:docMk/>
              <pc:sldMasterMk cId="259861064" sldId="2147483648"/>
              <pc:sldLayoutMk cId="2387091362" sldId="2147483730"/>
              <ac:spMk id="2" creationId="{24804BCE-D695-2D40-FEB4-3A21E91998C3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3" creationId="{9B336D7E-A18C-BBEE-12E8-63D09A6B2AFD}"/>
            </ac:spMkLst>
          </pc:spChg>
          <pc:spChg chg="mod">
            <ac:chgData name="Remi de Vogel" userId="5948360e-7b9c-4a22-9ada-df5e8b901c82" providerId="ADAL" clId="{CE3612A8-BCDA-4797-9FD2-28FA85BD9EE9}" dt="2023-02-01T12:10:50.996" v="235" actId="1076"/>
            <ac:spMkLst>
              <pc:docMk/>
              <pc:sldMasterMk cId="259861064" sldId="2147483648"/>
              <pc:sldLayoutMk cId="2387091362" sldId="2147483730"/>
              <ac:spMk id="4" creationId="{5C7DBF4E-E388-4A03-BA36-CC88D490863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5" creationId="{2D677C4A-158A-EEA3-FCC3-054976FBC65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6" creationId="{D0A7C3D6-2B3E-16E2-E0AE-0932162F50D4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7" creationId="{14C5535B-619E-7DFF-3614-9027A1C3683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8" creationId="{C692C5EF-3F9C-D5A2-44C3-16BBCD94339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10" creationId="{1B91F370-11F1-3977-2ADF-6BF5AB081B2D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12" creationId="{E30FE240-6A26-672A-3901-0C1313125A4B}"/>
            </ac:spMkLst>
          </pc:spChg>
          <pc:spChg chg="del mod">
            <ac:chgData name="Remi de Vogel" userId="5948360e-7b9c-4a22-9ada-df5e8b901c82" providerId="ADAL" clId="{CE3612A8-BCDA-4797-9FD2-28FA85BD9EE9}" dt="2023-02-01T12:17:55.510" v="299" actId="478"/>
            <ac:spMkLst>
              <pc:docMk/>
              <pc:sldMasterMk cId="259861064" sldId="2147483648"/>
              <pc:sldLayoutMk cId="2387091362" sldId="2147483730"/>
              <ac:spMk id="13" creationId="{55328B23-AFB2-3D6B-E577-9E3D4F984124}"/>
            </ac:spMkLst>
          </pc:spChg>
          <pc:spChg chg="mod">
            <ac:chgData name="Remi de Vogel" userId="5948360e-7b9c-4a22-9ada-df5e8b901c82" providerId="ADAL" clId="{CE3612A8-BCDA-4797-9FD2-28FA85BD9EE9}" dt="2023-02-01T12:18:16.121" v="326" actId="14100"/>
            <ac:spMkLst>
              <pc:docMk/>
              <pc:sldMasterMk cId="259861064" sldId="2147483648"/>
              <pc:sldLayoutMk cId="2387091362" sldId="2147483730"/>
              <ac:spMk id="14" creationId="{0385F304-A428-A018-1977-FEFA6A2486EE}"/>
            </ac:spMkLst>
          </pc:spChg>
          <pc:spChg chg="mod">
            <ac:chgData name="Remi de Vogel" userId="5948360e-7b9c-4a22-9ada-df5e8b901c82" providerId="ADAL" clId="{CE3612A8-BCDA-4797-9FD2-28FA85BD9EE9}" dt="2023-02-01T13:47:49.230" v="737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CE3612A8-BCDA-4797-9FD2-28FA85BD9EE9}" dt="2023-02-01T13:47:49.232" v="739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CE3612A8-BCDA-4797-9FD2-28FA85BD9EE9}" dt="2023-02-01T13:47:49.235" v="741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CE3612A8-BCDA-4797-9FD2-28FA85BD9EE9}" dt="2023-02-01T13:47:49.236" v="743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0" creationId="{7327F050-3A9E-0D3D-29B0-3DAF83AA1B96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1" creationId="{043AB034-5054-B2F1-067D-0156C66DB51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2" creationId="{03AB3224-FD0A-96C3-8EF3-F692DCD38C83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3" creationId="{33DDE63F-98D4-F10B-861D-32FCDB734D5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4" creationId="{962B6DD1-58A2-5530-97AC-8023EDEEB218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add mod ord">
            <ac:chgData name="Remi de Vogel" userId="5948360e-7b9c-4a22-9ada-df5e8b901c82" providerId="ADAL" clId="{CE3612A8-BCDA-4797-9FD2-28FA85BD9EE9}" dt="2023-02-01T12:10:46.910" v="233" actId="166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  <pc:spChg chg="add mod">
            <ac:chgData name="Remi de Vogel" userId="5948360e-7b9c-4a22-9ada-df5e8b901c82" providerId="ADAL" clId="{CE3612A8-BCDA-4797-9FD2-28FA85BD9EE9}" dt="2023-02-01T12:29:57.651" v="470"/>
            <ac:spMkLst>
              <pc:docMk/>
              <pc:sldMasterMk cId="259861064" sldId="2147483648"/>
              <pc:sldLayoutMk cId="2387091362" sldId="2147483730"/>
              <ac:spMk id="28" creationId="{E15EA6A6-ACB5-D954-83F0-A488F5616739}"/>
            </ac:spMkLst>
          </pc:spChg>
          <pc:spChg chg="add mod">
            <ac:chgData name="Remi de Vogel" userId="5948360e-7b9c-4a22-9ada-df5e8b901c82" providerId="ADAL" clId="{CE3612A8-BCDA-4797-9FD2-28FA85BD9EE9}" dt="2023-02-01T12:18:20.418" v="328" actId="14100"/>
            <ac:spMkLst>
              <pc:docMk/>
              <pc:sldMasterMk cId="259861064" sldId="2147483648"/>
              <pc:sldLayoutMk cId="2387091362" sldId="2147483730"/>
              <ac:spMk id="29" creationId="{E44CC23E-4E0C-BF9F-7154-7FD4ACF71FD1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50" v="751" actId="139"/>
          <pc:sldLayoutMkLst>
            <pc:docMk/>
            <pc:sldMasterMk cId="259861064" sldId="2147483648"/>
            <pc:sldLayoutMk cId="3811794794" sldId="2147483731"/>
          </pc:sldLayoutMkLst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2" creationId="{E223BC85-389F-14EE-37ED-CE10D7EC023A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3" creationId="{25CAE4B3-9BEC-3808-B9D2-052F1DEC609E}"/>
            </ac:spMkLst>
          </pc:spChg>
          <pc:spChg chg="del">
            <ac:chgData name="Remi de Vogel" userId="5948360e-7b9c-4a22-9ada-df5e8b901c82" providerId="ADAL" clId="{CE3612A8-BCDA-4797-9FD2-28FA85BD9EE9}" dt="2023-02-01T13:15:39.372" v="610" actId="478"/>
            <ac:spMkLst>
              <pc:docMk/>
              <pc:sldMasterMk cId="259861064" sldId="2147483648"/>
              <pc:sldLayoutMk cId="3811794794" sldId="2147483731"/>
              <ac:spMk id="4" creationId="{5C7DBF4E-E388-4A03-BA36-CC88D4908638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5" creationId="{6BEE50B0-D99A-5161-81B4-7B5ACC6DF320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6" creationId="{47D3C3F1-A2F7-60D4-B859-4EA14DAA88C9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7" creationId="{8FDBF4A6-181E-B746-22F3-40C8D1B20A46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8" creationId="{17A75C83-14B3-4410-0100-04751B4F7458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6" creationId="{20F2383E-0DB5-C2DD-1058-CA14E97C826E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7" creationId="{561AE1B7-DA07-9D1B-DF48-1F7465D15EB1}"/>
            </ac:spMkLst>
          </pc:spChg>
          <pc:spChg chg="mod">
            <ac:chgData name="Remi de Vogel" userId="5948360e-7b9c-4a22-9ada-df5e8b901c82" providerId="ADAL" clId="{CE3612A8-BCDA-4797-9FD2-28FA85BD9EE9}" dt="2023-02-01T13:47:49.242" v="745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CE3612A8-BCDA-4797-9FD2-28FA85BD9EE9}" dt="2023-02-01T13:47:49.245" v="747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CE3612A8-BCDA-4797-9FD2-28FA85BD9EE9}" dt="2023-02-01T13:47:49.248" v="749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CE3612A8-BCDA-4797-9FD2-28FA85BD9EE9}" dt="2023-02-01T13:47:49.250" v="751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  <pc:spChg chg="add mod">
            <ac:chgData name="Remi de Vogel" userId="5948360e-7b9c-4a22-9ada-df5e8b901c82" providerId="ADAL" clId="{CE3612A8-BCDA-4797-9FD2-28FA85BD9EE9}" dt="2023-02-01T12:29:59.534" v="472"/>
            <ac:spMkLst>
              <pc:docMk/>
              <pc:sldMasterMk cId="259861064" sldId="2147483648"/>
              <pc:sldLayoutMk cId="3811794794" sldId="2147483731"/>
              <ac:spMk id="24" creationId="{26695D76-282B-8F58-C3D0-42E32978511E}"/>
            </ac:spMkLst>
          </pc:spChg>
          <pc:spChg chg="add mod">
            <ac:chgData name="Remi de Vogel" userId="5948360e-7b9c-4a22-9ada-df5e8b901c82" providerId="ADAL" clId="{CE3612A8-BCDA-4797-9FD2-28FA85BD9EE9}" dt="2023-02-01T12:18:28.578" v="331" actId="14100"/>
            <ac:spMkLst>
              <pc:docMk/>
              <pc:sldMasterMk cId="259861064" sldId="2147483648"/>
              <pc:sldLayoutMk cId="3811794794" sldId="2147483731"/>
              <ac:spMk id="25" creationId="{4ADFFA39-1D88-D336-CA75-F9073F637E13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0.109" v="241"/>
          <pc:sldLayoutMkLst>
            <pc:docMk/>
            <pc:sldMasterMk cId="259861064" sldId="2147483648"/>
            <pc:sldLayoutMk cId="2864453859" sldId="2147483732"/>
          </pc:sldLayoutMkLst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6" creationId="{535B67EF-6856-8417-4B45-0607F20274B9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7" creationId="{5237AA7F-FE4F-086B-4B3D-133DE7E3601E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8" creationId="{3F02E782-A732-C6C5-63D0-489DBD2EA85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9.460" v="249"/>
          <pc:sldLayoutMkLst>
            <pc:docMk/>
            <pc:sldMasterMk cId="259861064" sldId="2147483648"/>
            <pc:sldLayoutMk cId="3376375726" sldId="2147483733"/>
          </pc:sldLayoutMkLst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3" creationId="{0C65D0DF-2E28-0703-6C1C-294E31BE57D1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4" creationId="{98561BA9-6334-19DB-C8BE-D9FED54A635D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5" creationId="{688B0F38-5302-4FE4-83FF-4CCCEEFB3AAC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1.324" v="251"/>
          <pc:sldLayoutMkLst>
            <pc:docMk/>
            <pc:sldMasterMk cId="259861064" sldId="2147483648"/>
            <pc:sldLayoutMk cId="2079071838" sldId="2147483734"/>
          </pc:sldLayoutMkLst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3" creationId="{EA314F1F-5DC0-798D-1024-E6CB6B0A5428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4" creationId="{354FFD5A-C787-75DA-20CF-702E70FF3075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5" creationId="{A906CE3E-478A-ACDF-A57D-F33D925A36F4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5.076" v="255"/>
          <pc:sldLayoutMkLst>
            <pc:docMk/>
            <pc:sldMasterMk cId="259861064" sldId="2147483648"/>
            <pc:sldLayoutMk cId="2400735421" sldId="2147483735"/>
          </pc:sldLayoutMkLst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2" creationId="{ED956B58-5617-D3B8-C22D-D370273EA083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3" creationId="{DA02D120-AAAF-5E6A-9856-F9350DAF3DF0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5" creationId="{24FC5D07-268A-8521-4BA1-08979B63C7CD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7.404" v="247"/>
          <pc:sldLayoutMkLst>
            <pc:docMk/>
            <pc:sldMasterMk cId="259861064" sldId="2147483648"/>
            <pc:sldLayoutMk cId="101923619" sldId="2147483736"/>
          </pc:sldLayoutMkLst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2" creationId="{1459C21D-B668-BD7A-2CCA-4932627281FB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3" creationId="{0795BA8B-11B3-B9B9-1C2C-6132B1AE9BC1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4" creationId="{A3A89C0C-EBFF-C0D0-99C7-FB7FBC06BB2C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23" v="767" actId="139"/>
          <pc:sldLayoutMkLst>
            <pc:docMk/>
            <pc:sldMasterMk cId="259861064" sldId="2147483648"/>
            <pc:sldLayoutMk cId="3277208104" sldId="2147483737"/>
          </pc:sldLayoutMkLst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2" creationId="{BA97C245-FFE7-A0BA-8335-79C4A7A06809}"/>
            </ac:spMkLst>
          </pc:spChg>
          <pc:spChg chg="add mod">
            <ac:chgData name="Remi de Vogel" userId="5948360e-7b9c-4a22-9ada-df5e8b901c82" providerId="ADAL" clId="{CE3612A8-BCDA-4797-9FD2-28FA85BD9EE9}" dt="2023-02-01T13:20:03.400" v="673"/>
            <ac:spMkLst>
              <pc:docMk/>
              <pc:sldMasterMk cId="259861064" sldId="2147483648"/>
              <pc:sldLayoutMk cId="3277208104" sldId="2147483737"/>
              <ac:spMk id="2" creationId="{DE82E1BD-FC96-EF97-4626-229F15E33345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3" creationId="{469A2FC6-0C24-23CF-C943-72756B291A08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4" creationId="{E764A80B-6C02-FEBD-2A52-A660AC396E0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del mod">
            <ac:chgData name="Remi de Vogel" userId="5948360e-7b9c-4a22-9ada-df5e8b901c82" providerId="ADAL" clId="{CE3612A8-BCDA-4797-9FD2-28FA85BD9EE9}" dt="2023-02-01T12:21:59.239" v="344"/>
            <ac:spMkLst>
              <pc:docMk/>
              <pc:sldMasterMk cId="259861064" sldId="2147483648"/>
              <pc:sldLayoutMk cId="3277208104" sldId="2147483737"/>
              <ac:spMk id="8" creationId="{F20CEF85-DCAC-189B-CBDF-8183029271EC}"/>
            </ac:spMkLst>
          </pc:spChg>
          <pc:spChg chg="del">
            <ac:chgData name="Remi de Vogel" userId="5948360e-7b9c-4a22-9ada-df5e8b901c82" providerId="ADAL" clId="{CE3612A8-BCDA-4797-9FD2-28FA85BD9EE9}" dt="2023-02-01T13:20:03.018" v="672" actId="478"/>
            <ac:spMkLst>
              <pc:docMk/>
              <pc:sldMasterMk cId="259861064" sldId="2147483648"/>
              <pc:sldLayoutMk cId="3277208104" sldId="2147483737"/>
              <ac:spMk id="10" creationId="{5B70325F-275A-3794-6623-7711F7F9DD80}"/>
            </ac:spMkLst>
          </pc:spChg>
          <pc:spChg chg="mod">
            <ac:chgData name="Remi de Vogel" userId="5948360e-7b9c-4a22-9ada-df5e8b901c82" providerId="ADAL" clId="{CE3612A8-BCDA-4797-9FD2-28FA85BD9EE9}" dt="2023-02-01T13:10:50.335" v="552" actId="20577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mod">
            <ac:chgData name="Remi de Vogel" userId="5948360e-7b9c-4a22-9ada-df5e8b901c82" providerId="ADAL" clId="{CE3612A8-BCDA-4797-9FD2-28FA85BD9EE9}" dt="2023-02-01T12:30:17.502" v="474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CE3612A8-BCDA-4797-9FD2-28FA85BD9EE9}" dt="2023-02-01T13:07:04.302" v="48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CE3612A8-BCDA-4797-9FD2-28FA85BD9EE9}" dt="2023-02-01T13:47:49.313" v="761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add mod">
            <ac:chgData name="Remi de Vogel" userId="5948360e-7b9c-4a22-9ada-df5e8b901c82" providerId="ADAL" clId="{CE3612A8-BCDA-4797-9FD2-28FA85BD9EE9}" dt="2023-02-01T12:22:04.626" v="346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CE3612A8-BCDA-4797-9FD2-28FA85BD9EE9}" dt="2023-02-01T13:47:49.316" v="763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CE3612A8-BCDA-4797-9FD2-28FA85BD9EE9}" dt="2023-02-01T13:47:49.319" v="765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CE3612A8-BCDA-4797-9FD2-28FA85BD9EE9}" dt="2023-02-01T13:47:49.323" v="767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9.140" v="261"/>
          <pc:sldLayoutMkLst>
            <pc:docMk/>
            <pc:sldMasterMk cId="259861064" sldId="2147483648"/>
            <pc:sldLayoutMk cId="353535495" sldId="2147483738"/>
          </pc:sldLayoutMkLst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3" creationId="{6C0E64F1-24B5-B50A-A09E-A42828A2E4F2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4" creationId="{63F396F7-E045-30A0-EDC3-BDF39E0FB479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5" creationId="{202F7206-7AA5-5CEF-A63C-030B2DF451E6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6.308" v="257"/>
          <pc:sldLayoutMkLst>
            <pc:docMk/>
            <pc:sldMasterMk cId="259861064" sldId="2147483648"/>
            <pc:sldLayoutMk cId="2842284886" sldId="2147483740"/>
          </pc:sldLayoutMkLst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2" creationId="{9231AC4F-A9CB-F84E-DA4A-9EB2CBFF2994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3" creationId="{DAAC68C0-D463-FA41-A24D-DA691F52E7DA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5" creationId="{D9D1876B-AEFE-9A07-6EDF-75A877B8FD80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28.517" v="265"/>
          <pc:sldLayoutMkLst>
            <pc:docMk/>
            <pc:sldMasterMk cId="259861064" sldId="2147483648"/>
            <pc:sldLayoutMk cId="2227878697" sldId="2147483741"/>
          </pc:sldLayoutMkLst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3" creationId="{51900EFF-2D07-ED86-EC13-AA159AF2AD62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4" creationId="{0A18972B-6B5D-57F8-DCA6-60B636D5C18D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5" creationId="{D4F2D9FC-6346-FE36-8DD5-6513515021BB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0.771" v="267"/>
          <pc:sldLayoutMkLst>
            <pc:docMk/>
            <pc:sldMasterMk cId="259861064" sldId="2147483648"/>
            <pc:sldLayoutMk cId="3523900727" sldId="2147483742"/>
          </pc:sldLayoutMkLst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3" creationId="{BE15D75B-4B94-0C7E-9D2C-82D9A801B6B5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4" creationId="{0A7101A4-CEB6-1CA7-E681-6A73FC8801C8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5" creationId="{FB66A773-1E1A-85F3-0243-AC027EEB8BBB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0.815" v="67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CE3612A8-BCDA-4797-9FD2-28FA85BD9EE9}" dt="2023-02-01T13:20:10.815" v="676" actId="207"/>
            <ac:spMkLst>
              <pc:docMk/>
              <pc:sldMasterMk cId="259861064" sldId="2147483648"/>
              <pc:sldLayoutMk cId="3673328579" sldId="2147483743"/>
              <ac:spMk id="2" creationId="{DA99007C-F134-2E19-B26C-CC065ECA241B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2" creationId="{E30AD8D1-F574-F566-C414-DB167693086C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3" creationId="{D6F269D7-A0E4-01F7-1211-917CC260EB58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4" creationId="{1E3498BE-B053-F62E-A2CD-AB8AA41B3D6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del">
            <ac:chgData name="Remi de Vogel" userId="5948360e-7b9c-4a22-9ada-df5e8b901c82" providerId="ADAL" clId="{CE3612A8-BCDA-4797-9FD2-28FA85BD9EE9}" dt="2023-02-01T13:20:07.474" v="674" actId="478"/>
            <ac:spMkLst>
              <pc:docMk/>
              <pc:sldMasterMk cId="259861064" sldId="2147483648"/>
              <pc:sldLayoutMk cId="3673328579" sldId="2147483743"/>
              <ac:spMk id="8" creationId="{3B44619E-8BFC-0059-3F20-F7ED87507133}"/>
            </ac:spMkLst>
          </pc:spChg>
          <pc:spChg chg="mod">
            <ac:chgData name="Remi de Vogel" userId="5948360e-7b9c-4a22-9ada-df5e8b901c82" providerId="ADAL" clId="{CE3612A8-BCDA-4797-9FD2-28FA85BD9EE9}" dt="2023-02-01T13:10:54.286" v="555" actId="20577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mod">
            <ac:chgData name="Remi de Vogel" userId="5948360e-7b9c-4a22-9ada-df5e8b901c82" providerId="ADAL" clId="{CE3612A8-BCDA-4797-9FD2-28FA85BD9EE9}" dt="2023-02-01T13:07:29.422" v="496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CE3612A8-BCDA-4797-9FD2-28FA85BD9EE9}" dt="2023-02-01T13:07:33.398" v="49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add mod">
            <ac:chgData name="Remi de Vogel" userId="5948360e-7b9c-4a22-9ada-df5e8b901c82" providerId="ADAL" clId="{CE3612A8-BCDA-4797-9FD2-28FA85BD9EE9}" dt="2023-02-01T12:21:56.211" v="342" actId="2057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</pc:sldMasterChg>
    </pc:docChg>
  </pc:docChgLst>
  <pc:docChgLst>
    <pc:chgData name="Remi de Vogel" userId="5948360e-7b9c-4a22-9ada-df5e8b901c82" providerId="ADAL" clId="{662D4042-5D2C-455F-8718-7BADD92E77B3}"/>
    <pc:docChg chg="addSld delSld modSld">
      <pc:chgData name="Remi de Vogel" userId="5948360e-7b9c-4a22-9ada-df5e8b901c82" providerId="ADAL" clId="{662D4042-5D2C-455F-8718-7BADD92E77B3}" dt="2022-05-30T14:58:01.060" v="7" actId="20577"/>
      <pc:docMkLst>
        <pc:docMk/>
      </pc:docMkLst>
      <pc:sldChg chg="modSp mod">
        <pc:chgData name="Remi de Vogel" userId="5948360e-7b9c-4a22-9ada-df5e8b901c82" providerId="ADAL" clId="{662D4042-5D2C-455F-8718-7BADD92E77B3}" dt="2022-05-17T14:19:02.341" v="1" actId="20577"/>
        <pc:sldMkLst>
          <pc:docMk/>
          <pc:sldMk cId="511627541" sldId="258"/>
        </pc:sldMkLst>
        <pc:spChg chg="mod">
          <ac:chgData name="Remi de Vogel" userId="5948360e-7b9c-4a22-9ada-df5e8b901c82" providerId="ADAL" clId="{662D4042-5D2C-455F-8718-7BADD92E77B3}" dt="2022-05-17T14:19:02.341" v="1" actId="20577"/>
          <ac:spMkLst>
            <pc:docMk/>
            <pc:sldMk cId="511627541" sldId="258"/>
            <ac:spMk id="12" creationId="{74966C7F-E7A2-84BC-674A-EB82AEF4455B}"/>
          </ac:spMkLst>
        </pc:spChg>
      </pc:sldChg>
      <pc:sldChg chg="modSp mod">
        <pc:chgData name="Remi de Vogel" userId="5948360e-7b9c-4a22-9ada-df5e8b901c82" providerId="ADAL" clId="{662D4042-5D2C-455F-8718-7BADD92E77B3}" dt="2022-05-30T14:58:01.060" v="7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62D4042-5D2C-455F-8718-7BADD92E77B3}" dt="2022-05-30T14:58:01.060" v="7" actId="20577"/>
          <ac:spMkLst>
            <pc:docMk/>
            <pc:sldMk cId="2684026461" sldId="259"/>
            <ac:spMk id="13" creationId="{633C0219-370D-A42B-DBED-40969943B16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8149506" sldId="260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62156920" sldId="261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63600804" sldId="2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63600804" sldId="270"/>
            <ac:spMk id="2" creationId="{12DC6BAF-B353-4711-10BC-B11D38B91FA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65300428" sldId="22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65300428" sldId="2227"/>
            <ac:spMk id="3" creationId="{31793773-E0FE-0658-F0D7-8E17BB7A530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408361369" sldId="2433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099305468" sldId="244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20137780" sldId="24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20137780" sldId="2451"/>
            <ac:spMk id="4" creationId="{A9AF103F-0931-7EA1-08A3-1B87ADA8CC7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4409230" sldId="255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49017147" sldId="259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49017147" sldId="2595"/>
            <ac:spMk id="2" creationId="{CB1A63F8-D5D6-09ED-6647-EEFDC409C2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00248548" sldId="27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00248548" sldId="2794"/>
            <ac:spMk id="4" creationId="{9FF0A17E-E00D-4088-E6CE-67E2CBAD6E3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172150" sldId="293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172150" sldId="2933"/>
            <ac:spMk id="4" creationId="{7DA5B7E2-0802-7CE6-23E0-8511EC2CBA8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41193367" sldId="293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41193367" sldId="2934"/>
            <ac:spMk id="2" creationId="{CB8DFEA0-4356-3B8F-BAE4-EB2790C9B77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506249882" sldId="2937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96051320" sldId="2939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76554645" sldId="294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2119692" sldId="295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2119692" sldId="2955"/>
            <ac:spMk id="2" creationId="{D2252841-4E6A-23D3-223B-96DEE1E76FA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64615235" sldId="29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64615235" sldId="2970"/>
            <ac:spMk id="6" creationId="{BA81B842-F5A2-51C1-C23D-5D995B3B3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5333530" sldId="29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5333530" sldId="2974"/>
            <ac:spMk id="4" creationId="{67ED370D-804E-CC38-66B2-C6A775B30595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35046630" sldId="301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59782163" sldId="30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59782163" sldId="3027"/>
            <ac:spMk id="5" creationId="{44559578-E1A9-DD7B-A80D-74CA91C635F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12809783" sldId="303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12809783" sldId="3030"/>
            <ac:spMk id="4" creationId="{8D2AA798-44AE-2F32-A749-C8A1901117C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20897888" sldId="30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20897888" sldId="3036"/>
            <ac:spMk id="4" creationId="{B5BB23CF-2E50-9B66-5C77-37CD0721C13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304810836" sldId="303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71758893" sldId="31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71758893" sldId="3100"/>
            <ac:spMk id="6" creationId="{9B01423A-79B5-8A6E-D0D1-8F5EDDDFA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447384709" sldId="31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447384709" sldId="3104"/>
            <ac:spMk id="2" creationId="{BBA10210-CF21-20E2-1CBB-E29B4A915C6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24668475" sldId="310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24668475" sldId="3105"/>
            <ac:spMk id="4" creationId="{8EAEC0A4-1980-11FE-8427-076F6018B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96426437" sldId="310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96426437" sldId="3106"/>
            <ac:spMk id="2" creationId="{05CAC58D-9374-8BE6-7813-201B4F9365B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083007851" sldId="310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50438887" sldId="313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50438887" sldId="3137"/>
            <ac:spMk id="5" creationId="{50C81188-CFC2-CB6F-4EC8-FD83AFBFC80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34708183" sldId="31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34708183" sldId="3194"/>
            <ac:spMk id="3" creationId="{6F910580-9153-EB11-2C5A-C90BB27F072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81246796" sldId="32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81246796" sldId="3204"/>
            <ac:spMk id="3" creationId="{B7B591E4-DB15-7F1D-E746-F4A83628D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69698976" sldId="321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69698976" sldId="3213"/>
            <ac:spMk id="5" creationId="{D8C57038-7223-D3AD-5E27-9025FF56D15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05028935" sldId="321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05028935" sldId="3215"/>
            <ac:spMk id="3" creationId="{7BE76B6E-DD07-0E02-603B-D0960B925DB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64866864" sldId="32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64866864" sldId="3248"/>
            <ac:spMk id="2" creationId="{0885D11D-A4A2-42DC-D477-02A9A83B942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89705940" sldId="325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89705940" sldId="3258"/>
            <ac:spMk id="6" creationId="{6948C772-A261-4A4E-8CB1-283D01554E1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779531850" sldId="325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779531850" sldId="3259"/>
            <ac:spMk id="5" creationId="{193A248B-0158-B6A0-C43F-9247D3CEAA1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94241059" sldId="326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94241059" sldId="3260"/>
            <ac:spMk id="3" creationId="{496CAF0E-335D-369F-9233-5932FB8FE84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79551415" sldId="326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79551415" sldId="3264"/>
            <ac:spMk id="2" creationId="{41FC75E8-3A59-BD45-91AB-01B2DE835D5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594324799" sldId="32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594324799" sldId="3265"/>
            <ac:spMk id="2" creationId="{8FF4EDB2-C798-BC34-DEC2-0A2F627287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97487593" sldId="326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97487593" sldId="3266"/>
            <ac:spMk id="5" creationId="{A852DFF6-DB05-CD82-297F-875D997AF2D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20188902" sldId="32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20188902" sldId="3274"/>
            <ac:spMk id="3" creationId="{A6C6986A-4F67-A28B-5CAB-7F4721464A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18841013" sldId="327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18841013" sldId="3279"/>
            <ac:spMk id="3" creationId="{F3C4EA7B-3EDF-F8E7-9DF8-5B325797749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70635335" sldId="328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70635335" sldId="3282"/>
            <ac:spMk id="2" creationId="{54BC8101-577C-462D-C3B6-0303843A861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192896799" sldId="328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192896799" sldId="3283"/>
            <ac:spMk id="3" creationId="{D1259672-3536-9D29-6B8A-0529955E544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697482736" sldId="3288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21297198" sldId="3290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94852166" sldId="329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94852166" sldId="3298"/>
            <ac:spMk id="5" creationId="{7907190D-E75C-EB1B-F9A7-96B5DAB50F3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12589455" sldId="33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12589455" sldId="3300"/>
            <ac:spMk id="3" creationId="{72EB0FC6-9883-6E98-617D-D2F5CD84321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66331870" sldId="330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66331870" sldId="3301"/>
            <ac:spMk id="2" creationId="{5370FEDC-B0B9-AA5A-14A6-D0A31920A0F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343711196" sldId="33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343711196" sldId="3304"/>
            <ac:spMk id="3" creationId="{68BB3F42-C7BD-82BC-50C2-DA1DAA60A41F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72354284" sldId="331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899552799" sldId="33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899552799" sldId="3338"/>
            <ac:spMk id="4" creationId="{FF682794-1DB7-A75F-FAC0-7505F01BC79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398090761" sldId="334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398090761" sldId="3341"/>
            <ac:spMk id="4" creationId="{FBC5DF10-D640-9C23-303C-06D4CE5E7ED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26572166" sldId="334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20599578" sldId="33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20599578" sldId="3348"/>
            <ac:spMk id="4" creationId="{B6607C09-B0D8-3574-4101-B883774A0F3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06099179" sldId="334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06099179" sldId="3349"/>
            <ac:spMk id="4" creationId="{1C4CE385-FD60-9F6B-411C-BEFC125AA7B3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5400394" sldId="335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42663647" sldId="336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42663647" sldId="3368"/>
            <ac:spMk id="3" creationId="{CA581542-CB79-538A-D090-2B179AB0C47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65234546" sldId="337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03410125" sldId="337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03410125" sldId="3375"/>
            <ac:spMk id="3" creationId="{9CE35017-8210-1C0C-415C-638F54504B76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81992183" sldId="33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845286037" sldId="3401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081473" sldId="340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42110963" sldId="341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42110963" sldId="3417"/>
            <ac:spMk id="2" creationId="{AD493243-CA0B-2872-3702-8FEDBAFD7BE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97763215" sldId="21348058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97763215" sldId="2134805848"/>
            <ac:spMk id="5" creationId="{C5A8C382-7BBE-9E0C-98A5-155E184A4CE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95806262" sldId="213480585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95806262" sldId="2134805850"/>
            <ac:spMk id="3" creationId="{C0652C74-74AA-CE75-A45F-AD5438DE57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80306712" sldId="21348058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80306712" sldId="2134805851"/>
            <ac:spMk id="6" creationId="{B3EBFA84-A85A-66D3-F65C-72699F26A42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818857520" sldId="21348058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818857520" sldId="2134805853"/>
            <ac:spMk id="2" creationId="{E7C293C2-87F1-E052-DD55-E0FF3DE48A4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577376723" sldId="213480586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01410253" sldId="21348058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01410253" sldId="2134805877"/>
            <ac:spMk id="4" creationId="{BEFCFCCE-FD74-D0CC-89DF-5EACB4F6F82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4192734" sldId="21348058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285178275" sldId="2134805896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815148" sldId="21348059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815148" sldId="2134805900"/>
            <ac:spMk id="4" creationId="{3EAA12A0-5CEE-7EE3-B992-6EBCD3D0750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4583528" sldId="21348059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4583528" sldId="2134805927"/>
            <ac:spMk id="2" creationId="{2BE4AA6E-E4B5-F38E-9017-8FA3116E92E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71149786" sldId="213480592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71149786" sldId="2134805929"/>
            <ac:spMk id="2" creationId="{E9A26449-0C25-76DE-D46D-587193A88E7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07079863" sldId="21348059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07079863" sldId="2134805936"/>
            <ac:spMk id="2" creationId="{D625D8DD-082A-4DF7-6CFE-313E77E6ED4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4830276" sldId="21348059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4830276" sldId="2134805942"/>
            <ac:spMk id="2" creationId="{1A73209C-99F9-0B05-9DFC-BE62B9FC33A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971681297" sldId="213480594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971681297" sldId="2134805944"/>
            <ac:spMk id="2" creationId="{38D9FB1E-4C2A-9531-A75D-80B84C7552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37686259" sldId="213480595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9090450" sldId="21348059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9090450" sldId="2134805969"/>
            <ac:spMk id="2" creationId="{3D13374D-CDB5-4B07-ADD0-F2569702FAB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65352262" sldId="21348059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65352262" sldId="2134805977"/>
            <ac:spMk id="4" creationId="{42A09A56-2DB6-342F-8745-13B7FBCEC2A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89137052" sldId="213480599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89137052" sldId="2134805992"/>
            <ac:spMk id="4" creationId="{94DB1E2D-F120-610A-0D78-7BF513DF1D2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32252316" sldId="214570570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32252316" sldId="2145705708"/>
            <ac:spMk id="4" creationId="{A21EA3CC-C11F-B2E6-4793-8AEC81351D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854196021" sldId="214570571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5553784" sldId="214570572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5553784" sldId="2145705721"/>
            <ac:spMk id="4" creationId="{A0319790-F01A-F935-FD91-9DD2A51F5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5199968" sldId="214570572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5199968" sldId="2145705723"/>
            <ac:spMk id="4" creationId="{924F99A4-B1CB-50A3-B536-AFEF4DF3FCC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84325909" sldId="21457057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84325909" sldId="2145705738"/>
            <ac:spMk id="5" creationId="{D0444DFE-46D7-5186-2BFB-656FF6EB967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8508309" sldId="21457057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8508309" sldId="2145705742"/>
            <ac:spMk id="2" creationId="{F463BDF4-250A-6A35-6A8B-FAFFD8F741C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58111833" sldId="214570574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58111833" sldId="2145705745"/>
            <ac:spMk id="2" creationId="{6B15B957-4E25-5761-D232-85D707402B5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19075109" sldId="214570574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19075109" sldId="2145705746"/>
            <ac:spMk id="2" creationId="{A2436A24-B86A-4926-4890-8E9A6641E18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15178886" sldId="214570574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15178886" sldId="2145705747"/>
            <ac:spMk id="2" creationId="{9C334C73-7179-0E1C-9672-03291F78B21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36132" sldId="21457057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36132" sldId="2145705748"/>
            <ac:spMk id="3" creationId="{9F7BD4E3-71D6-A9CE-528A-8F5A6247389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63130079" sldId="21457057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63130079" sldId="2145705751"/>
            <ac:spMk id="4" creationId="{F72B90C5-C974-C03B-6240-A4045B5ACAD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9465799" sldId="214570575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9465799" sldId="2145705752"/>
            <ac:spMk id="5" creationId="{29957E34-E01D-12A9-7A24-42CCDAAF1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6859938" sldId="21457057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6859938" sldId="2145705753"/>
            <ac:spMk id="5" creationId="{92387B02-DF77-4982-BCCB-F1F78FCC9B5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40771268" sldId="214570575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40771268" sldId="2145705754"/>
            <ac:spMk id="2" creationId="{CA54E884-F4E5-3268-1215-5E5785E3615E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50400868" sldId="2145705755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56913983" sldId="214570575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31689286" sldId="214570576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31689286" sldId="2145705762"/>
            <ac:spMk id="4" creationId="{740507E2-113F-1807-6261-1D7F33F88F3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98045612" sldId="21457057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98045612" sldId="2145705765"/>
            <ac:spMk id="2" creationId="{898BB45E-FD6C-A203-BB87-70D3AA4E6DD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17213984" sldId="214570576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02685159" sldId="21457057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02685159" sldId="2145705769"/>
            <ac:spMk id="5" creationId="{30030C25-903E-CAB2-A209-36B1C9AC668E}"/>
          </ac:spMkLst>
        </pc:spChg>
      </pc:sldChg>
    </pc:docChg>
  </pc:docChgLst>
  <pc:docChgLst>
    <pc:chgData name="Charlotte" userId="68a7a230-7b40-4667-aed5-d2dc881ae357" providerId="ADAL" clId="{E8F177CF-B2DE-40B2-A2E6-2289FAF3F855}"/>
    <pc:docChg chg="custSel modMainMaster">
      <pc:chgData name="Charlotte" userId="68a7a230-7b40-4667-aed5-d2dc881ae357" providerId="ADAL" clId="{E8F177CF-B2DE-40B2-A2E6-2289FAF3F855}" dt="2023-03-01T12:37:29.753" v="79" actId="139"/>
      <pc:docMkLst>
        <pc:docMk/>
      </pc:docMkLst>
      <pc:sldMasterChg chg="modSp mod modSldLayout">
        <pc:chgData name="Charlotte" userId="68a7a230-7b40-4667-aed5-d2dc881ae357" providerId="ADAL" clId="{E8F177CF-B2DE-40B2-A2E6-2289FAF3F855}" dt="2023-03-01T12:37:29.753" v="79" actId="139"/>
        <pc:sldMasterMkLst>
          <pc:docMk/>
          <pc:sldMasterMk cId="259861064" sldId="2147483648"/>
        </pc:sldMasterMkLst>
        <pc:spChg chg="mod">
          <ac:chgData name="Charlotte" userId="68a7a230-7b40-4667-aed5-d2dc881ae357" providerId="ADAL" clId="{E8F177CF-B2DE-40B2-A2E6-2289FAF3F855}" dt="2023-03-01T12:37:29.703" v="4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" userId="68a7a230-7b40-4667-aed5-d2dc881ae357" providerId="ADAL" clId="{E8F177CF-B2DE-40B2-A2E6-2289FAF3F855}" dt="2023-03-01T12:37:29.705" v="4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" userId="68a7a230-7b40-4667-aed5-d2dc881ae357" providerId="ADAL" clId="{E8F177CF-B2DE-40B2-A2E6-2289FAF3F855}" dt="2023-03-01T12:37:29.706" v="4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" userId="68a7a230-7b40-4667-aed5-d2dc881ae357" providerId="ADAL" clId="{E8F177CF-B2DE-40B2-A2E6-2289FAF3F855}" dt="2023-03-01T12:37:29.707" v="4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" userId="68a7a230-7b40-4667-aed5-d2dc881ae357" providerId="ADAL" clId="{E8F177CF-B2DE-40B2-A2E6-2289FAF3F855}" dt="2023-03-01T12:37:29.745" v="7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" userId="68a7a230-7b40-4667-aed5-d2dc881ae357" providerId="ADAL" clId="{E8F177CF-B2DE-40B2-A2E6-2289FAF3F855}" dt="2023-03-01T12:37:29.742" v="6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" userId="68a7a230-7b40-4667-aed5-d2dc881ae357" providerId="ADAL" clId="{E8F177CF-B2DE-40B2-A2E6-2289FAF3F855}" dt="2023-03-01T12:37:29.743" v="6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" userId="68a7a230-7b40-4667-aed5-d2dc881ae357" providerId="ADAL" clId="{E8F177CF-B2DE-40B2-A2E6-2289FAF3F855}" dt="2023-03-01T12:37:29.744" v="6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" userId="68a7a230-7b40-4667-aed5-d2dc881ae357" providerId="ADAL" clId="{E8F177CF-B2DE-40B2-A2E6-2289FAF3F855}" dt="2023-03-01T12:37:29.745" v="7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13" v="5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" userId="68a7a230-7b40-4667-aed5-d2dc881ae357" providerId="ADAL" clId="{E8F177CF-B2DE-40B2-A2E6-2289FAF3F855}" dt="2023-03-01T12:37:29.710" v="4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" userId="68a7a230-7b40-4667-aed5-d2dc881ae357" providerId="ADAL" clId="{E8F177CF-B2DE-40B2-A2E6-2289FAF3F855}" dt="2023-03-01T12:37:29.711" v="5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" userId="68a7a230-7b40-4667-aed5-d2dc881ae357" providerId="ADAL" clId="{E8F177CF-B2DE-40B2-A2E6-2289FAF3F855}" dt="2023-03-01T12:37:29.712" v="5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" userId="68a7a230-7b40-4667-aed5-d2dc881ae357" providerId="ADAL" clId="{E8F177CF-B2DE-40B2-A2E6-2289FAF3F855}" dt="2023-03-01T12:37:29.713" v="5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20" v="6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" userId="68a7a230-7b40-4667-aed5-d2dc881ae357" providerId="ADAL" clId="{E8F177CF-B2DE-40B2-A2E6-2289FAF3F855}" dt="2023-03-01T12:37:29.717" v="5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" userId="68a7a230-7b40-4667-aed5-d2dc881ae357" providerId="ADAL" clId="{E8F177CF-B2DE-40B2-A2E6-2289FAF3F855}" dt="2023-03-01T12:37:29.718" v="5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" userId="68a7a230-7b40-4667-aed5-d2dc881ae357" providerId="ADAL" clId="{E8F177CF-B2DE-40B2-A2E6-2289FAF3F855}" dt="2023-03-01T12:37:29.719" v="6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" userId="68a7a230-7b40-4667-aed5-d2dc881ae357" providerId="ADAL" clId="{E8F177CF-B2DE-40B2-A2E6-2289FAF3F855}" dt="2023-03-01T12:37:29.720" v="6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53" v="7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" userId="68a7a230-7b40-4667-aed5-d2dc881ae357" providerId="ADAL" clId="{E8F177CF-B2DE-40B2-A2E6-2289FAF3F855}" dt="2023-03-01T12:37:29.749" v="7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" userId="68a7a230-7b40-4667-aed5-d2dc881ae357" providerId="ADAL" clId="{E8F177CF-B2DE-40B2-A2E6-2289FAF3F855}" dt="2023-03-01T12:37:29.750" v="7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" userId="68a7a230-7b40-4667-aed5-d2dc881ae357" providerId="ADAL" clId="{E8F177CF-B2DE-40B2-A2E6-2289FAF3F855}" dt="2023-03-01T12:37:29.752" v="7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" userId="68a7a230-7b40-4667-aed5-d2dc881ae357" providerId="ADAL" clId="{E8F177CF-B2DE-40B2-A2E6-2289FAF3F855}" dt="2023-03-01T12:37:29.753" v="7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</pc:sldMasterChg>
    </pc:docChg>
  </pc:docChgLst>
  <pc:docChgLst>
    <pc:chgData name="Charlotte Knaupp" userId="68a7a230-7b40-4667-aed5-d2dc881ae357" providerId="ADAL" clId="{C61B69AA-3283-423E-948B-C291F1199F0A}"/>
    <pc:docChg chg="undo custSel addSld delSld modSld modMainMaster">
      <pc:chgData name="Charlotte Knaupp" userId="68a7a230-7b40-4667-aed5-d2dc881ae357" providerId="ADAL" clId="{C61B69AA-3283-423E-948B-C291F1199F0A}" dt="2023-02-24T16:12:45.134" v="690" actId="139"/>
      <pc:docMkLst>
        <pc:docMk/>
      </pc:docMkLst>
      <pc:sldChg chg="delSp modSp mod">
        <pc:chgData name="Charlotte Knaupp" userId="68a7a230-7b40-4667-aed5-d2dc881ae357" providerId="ADAL" clId="{C61B69AA-3283-423E-948B-C291F1199F0A}" dt="2023-02-21T14:19:47.074" v="143" actId="478"/>
        <pc:sldMkLst>
          <pc:docMk/>
          <pc:sldMk cId="186648442" sldId="260"/>
        </pc:sldMkLst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2" creationId="{96324DBE-A223-F86C-CDA1-EEEF949EB93C}"/>
          </ac:spMkLst>
        </pc:spChg>
        <pc:spChg chg="del mod">
          <ac:chgData name="Charlotte Knaupp" userId="68a7a230-7b40-4667-aed5-d2dc881ae357" providerId="ADAL" clId="{C61B69AA-3283-423E-948B-C291F1199F0A}" dt="2023-02-21T14:19:42.479" v="141"/>
          <ac:spMkLst>
            <pc:docMk/>
            <pc:sldMk cId="186648442" sldId="260"/>
            <ac:spMk id="3" creationId="{246B2296-105D-E196-A2D2-664E5722DC27}"/>
          </ac:spMkLst>
        </pc:spChg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4" creationId="{4F533BC2-1991-C0F0-0292-283438CE374A}"/>
          </ac:spMkLst>
        </pc:spChg>
      </pc:sldChg>
      <pc:sldChg chg="addSp delSp modSp mod">
        <pc:chgData name="Charlotte Knaupp" userId="68a7a230-7b40-4667-aed5-d2dc881ae357" providerId="ADAL" clId="{C61B69AA-3283-423E-948B-C291F1199F0A}" dt="2023-02-22T14:12:28.960" v="520"/>
        <pc:sldMkLst>
          <pc:docMk/>
          <pc:sldMk cId="2164116393" sldId="261"/>
        </pc:sldMkLst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2" creationId="{656203B9-730E-FF01-9C6A-F742BBBAA81C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2" creationId="{AAC38E7E-F41C-8D76-ECD0-20DA94F4DAED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3" creationId="{6235AE1B-8714-8782-357C-729C5DBA2FDE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3" creationId="{89D4DA01-7CB0-E948-0735-CE30B08B6E5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4" creationId="{C4619AA4-84EB-10AC-450A-CD13887FC1A4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4" creationId="{FCA2D5AC-1F41-D4AE-ECCD-33F1F82B5CF1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5" creationId="{60541485-6DFA-2691-590D-4F715434C23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5" creationId="{87289745-9FC0-0860-1D45-BF4F761CD24D}"/>
          </ac:spMkLst>
        </pc:spChg>
        <pc:spChg chg="del mod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6" creationId="{98BB7342-3B50-549C-1BA8-465DD0C1A5A1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6" creationId="{B0551305-24D2-DAC1-01AC-B89A128F2A97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7" creationId="{0CF750D6-5C2F-A29C-5119-45E745F7DD3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8" creationId="{1F747B7D-4A81-3CD9-5F57-2DAD5B80FFD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8" creationId="{9F9BD2F9-2D3B-B64E-7CE1-ED15B6316FDC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9" creationId="{B7767A88-A9C8-DEC6-C746-91C7B05DC7CD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0" creationId="{0DAC50D7-4E22-10C2-8461-77BC6E62A822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1" creationId="{71235844-B9F9-BBAA-113C-969DD5A0BDCE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2" creationId="{B7C83D0A-C07C-B949-4E34-AE45412CA6C3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3" creationId="{32AB9FC7-E89A-E92C-E598-19074400FB42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4" creationId="{67F28FFF-3F5C-15E7-5ABB-2A3CE62D99A8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5" creationId="{0EE7FD24-D844-C7CD-7D21-0FC6B035C9ED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6" creationId="{FD628978-0FE1-BAEF-86AB-2606290F4F5F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7" creationId="{BE9A79BB-FE02-EA31-CB99-39ABB8020BC9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8" creationId="{2009C716-F6DA-8484-4EE8-1FB914BBD09E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9" creationId="{3C14FF5A-B7DD-5B34-450E-81CE14732453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20" creationId="{D106F769-1B06-A240-1141-60C37D403153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1" creationId="{7B0049F4-15DE-1F5E-8863-877B1ABF4925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2" creationId="{58DE4BE2-4657-76D8-7038-F8EA48C67DCF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3" creationId="{38FF8CE7-6D4C-F604-683D-E21EBCA327B6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4" creationId="{D30BEC73-8899-D176-4DF0-E67E1000B648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5" creationId="{2C96FA19-C31E-4A5B-75B7-D27E4618880E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6" creationId="{DF07A8F8-8A1B-9D45-6714-6CCB43FC5D2B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7" creationId="{4747E8EA-5DFD-5C7F-96E7-BD6F6A5FFD5C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8" creationId="{79E14678-EB7C-B871-7342-831BE2D4DE5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29" creationId="{FF7D71AD-CC73-1FF7-FE9E-6A4AF6B253C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0" creationId="{F45DE6E8-1D2E-EBF5-4BA3-FC2EDF88E2D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1" creationId="{C2B78D7B-E665-02A9-A6FE-AF650E85812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2" creationId="{86591065-BCE7-AB92-C6D7-69268E6BF5B7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3" creationId="{F2E4258D-8055-E98A-3C1D-6238A785A5B2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4" creationId="{2E1264BC-AC8D-12D3-C839-6CCD9FF440FB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5" creationId="{9EA7D365-64E5-E84E-121D-90EEA2A05923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6" creationId="{492CC36D-2486-11EB-1ED3-1FF506D67501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7" creationId="{2525A1AE-1697-0CE5-32A6-10B09C390692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8" creationId="{B0EEC070-7527-1AF0-BF9D-9BC727BA52BB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9" creationId="{1453CA4D-70D4-FA21-D6D2-8A7A65D6147E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40" creationId="{6F3A3D9E-A956-B7A3-952D-751A15BF93CE}"/>
          </ac:spMkLst>
        </pc:spChg>
      </pc:sldChg>
      <pc:sldChg chg="addSp delSp modSp">
        <pc:chgData name="Charlotte Knaupp" userId="68a7a230-7b40-4667-aed5-d2dc881ae357" providerId="ADAL" clId="{C61B69AA-3283-423E-948B-C291F1199F0A}" dt="2023-02-22T14:12:33.788" v="524"/>
        <pc:sldMkLst>
          <pc:docMk/>
          <pc:sldMk cId="984917374" sldId="262"/>
        </pc:sldMkLst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2" creationId="{B2BF2CA7-F52D-4E23-E40A-C59EBA779CF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3" creationId="{37EF5468-99B9-3FD2-BEEB-2D99E1027AB6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4" creationId="{EADD673A-48F7-378F-2270-BC7127E693C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5" creationId="{45D9B077-449B-5E87-D840-1CCAA776964E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6" creationId="{22B3927C-1215-CBE7-63F4-197A6FEDEC57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7" creationId="{8F8C2AFC-5BF8-951E-F258-1D96F4A1BC39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8" creationId="{63D8A443-C158-6ED8-3D65-03E0E8980F70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9" creationId="{A263BFFB-603F-4BE2-4851-B414DAC5C8DC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0" creationId="{0CF37A74-D343-763C-C38C-FCC3A8188137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1" creationId="{EC29C69D-D185-04E4-8F1B-6FCB8F21AA1E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2" creationId="{5BEB2DD6-B38A-3942-224C-EE29287C06CA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3" creationId="{333878C8-180C-2B5A-CBE7-035012948D21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4" creationId="{8D9B3E83-F5DD-9A70-DAB3-782E2749067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5" creationId="{4BE981A9-4783-7A18-EC2A-3CE3CF353739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6" creationId="{A1831793-3522-800D-6758-231E870227C2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7" creationId="{8C25EA36-BBC8-7032-AD01-CE7182FC154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8" creationId="{5401F693-1ECB-3CF1-3510-8CE32F95486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19" creationId="{0CE38F89-21C1-64FD-7DF4-7DE41A4692CA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0" creationId="{BE385E1B-01CB-B8CD-CF9A-733F00028413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1" creationId="{3376FA3E-1ADF-4BFA-C945-4A4C85454BD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2" creationId="{3BB8DF16-00F2-ADB9-852D-66957526BB2D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3" creationId="{03C5DC7F-5FCD-5740-DDEA-13F779397309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4" creationId="{3F72DA6F-2DAF-DFD8-E051-2539F6F5C454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5" creationId="{15F858B8-2086-55FE-73A6-5B1DA87DBD27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6" creationId="{205D66AC-5471-ECE0-A083-BCCDC9E13723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7" creationId="{AD756538-19E2-B88C-0A5A-746D78A335B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8" creationId="{E0D0ED47-F2A1-F221-3F6E-71E9F9A7308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9" creationId="{A13D8BC5-8FA2-5A81-D44E-2D639752A299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0" creationId="{C67B4BE8-E7C4-4D47-61DF-0562D3C9691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1" creationId="{E2CD24B6-6456-A3D2-9ECE-0E0FC0C82E1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2" creationId="{C2A24036-E30B-39CA-FD54-9F26AB6B37B1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3" creationId="{879B5052-E1B9-036A-CB26-66E08361DB18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4" creationId="{2AF8A848-A1E8-4C60-A62B-BAF20F4DFC07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5" creationId="{3C1250BC-687A-B2B3-994A-A640512AEA7F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6" creationId="{0B88EAE5-993D-BC09-6C12-FFA1119F8D1E}"/>
          </ac:spMkLst>
        </pc:spChg>
      </pc:sldChg>
      <pc:sldChg chg="new del">
        <pc:chgData name="Charlotte Knaupp" userId="68a7a230-7b40-4667-aed5-d2dc881ae357" providerId="ADAL" clId="{C61B69AA-3283-423E-948B-C291F1199F0A}" dt="2023-02-21T14:14:04.865" v="86" actId="680"/>
        <pc:sldMkLst>
          <pc:docMk/>
          <pc:sldMk cId="104485793" sldId="263"/>
        </pc:sldMkLst>
      </pc:sldChg>
      <pc:sldChg chg="new del">
        <pc:chgData name="Charlotte Knaupp" userId="68a7a230-7b40-4667-aed5-d2dc881ae357" providerId="ADAL" clId="{C61B69AA-3283-423E-948B-C291F1199F0A}" dt="2023-02-24T16:12:44.919" v="650" actId="680"/>
        <pc:sldMkLst>
          <pc:docMk/>
          <pc:sldMk cId="1580966547" sldId="263"/>
        </pc:sldMkLst>
      </pc:sldChg>
      <pc:sldChg chg="new del">
        <pc:chgData name="Charlotte Knaupp" userId="68a7a230-7b40-4667-aed5-d2dc881ae357" providerId="ADAL" clId="{C61B69AA-3283-423E-948B-C291F1199F0A}" dt="2023-02-21T16:25:37.901" v="374" actId="47"/>
        <pc:sldMkLst>
          <pc:docMk/>
          <pc:sldMk cId="2579042626" sldId="263"/>
        </pc:sldMkLst>
      </pc:sldChg>
      <pc:sldChg chg="add del">
        <pc:chgData name="Charlotte Knaupp" userId="68a7a230-7b40-4667-aed5-d2dc881ae357" providerId="ADAL" clId="{C61B69AA-3283-423E-948B-C291F1199F0A}" dt="2023-02-21T16:25:31.951" v="373" actId="47"/>
        <pc:sldMkLst>
          <pc:docMk/>
          <pc:sldMk cId="1302685159" sldId="264"/>
        </pc:sldMkLst>
      </pc:sldChg>
      <pc:sldChg chg="add del">
        <pc:chgData name="Charlotte Knaupp" userId="68a7a230-7b40-4667-aed5-d2dc881ae357" providerId="ADAL" clId="{C61B69AA-3283-423E-948B-C291F1199F0A}" dt="2023-02-22T10:03:19.899" v="466"/>
        <pc:sldMkLst>
          <pc:docMk/>
          <pc:sldMk cId="2037325303" sldId="4358"/>
        </pc:sldMkLst>
      </pc:sldChg>
      <pc:sldChg chg="add del">
        <pc:chgData name="Charlotte Knaupp" userId="68a7a230-7b40-4667-aed5-d2dc881ae357" providerId="ADAL" clId="{C61B69AA-3283-423E-948B-C291F1199F0A}" dt="2023-02-22T10:03:19.739" v="465"/>
        <pc:sldMkLst>
          <pc:docMk/>
          <pc:sldMk cId="4226155834" sldId="4359"/>
        </pc:sldMkLst>
      </pc:sldChg>
      <pc:sldMasterChg chg="modSp mod modSldLayout">
        <pc:chgData name="Charlotte Knaupp" userId="68a7a230-7b40-4667-aed5-d2dc881ae357" providerId="ADAL" clId="{C61B69AA-3283-423E-948B-C291F1199F0A}" dt="2023-02-24T16:12:45.134" v="690" actId="139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C61B69AA-3283-423E-948B-C291F1199F0A}" dt="2023-02-24T16:12:45.134" v="690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C61B69AA-3283-423E-948B-C291F1199F0A}" dt="2023-02-24T16:12:45.134" v="688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C61B69AA-3283-423E-948B-C291F1199F0A}" dt="2023-02-22T14:14:10.040" v="525" actId="20577"/>
          <ac:spMkLst>
            <pc:docMk/>
            <pc:sldMasterMk cId="259861064" sldId="2147483648"/>
            <ac:spMk id="69" creationId="{C07C95ED-9BF9-6B8B-ADC1-7714C14E9097}"/>
          </ac:spMkLst>
        </pc:spChg>
        <pc:spChg chg="mod">
          <ac:chgData name="Charlotte Knaupp" userId="68a7a230-7b40-4667-aed5-d2dc881ae357" providerId="ADAL" clId="{C61B69AA-3283-423E-948B-C291F1199F0A}" dt="2023-02-24T16:12:45.133" v="686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C61B69AA-3283-423E-948B-C291F1199F0A}" dt="2023-02-24T16:12:45.132" v="684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Charlotte Knaupp" userId="68a7a230-7b40-4667-aed5-d2dc881ae357" providerId="ADAL" clId="{C61B69AA-3283-423E-948B-C291F1199F0A}" dt="2023-02-22T14:10:48.790" v="511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6" creationId="{7C42DB2E-15F2-E4EE-005D-E0B4285A0343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0" creationId="{AFEC750C-29BD-B4B9-3BD3-0E9EE83672DA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2" creationId="{615C92D8-5A32-EAA9-A5DE-7320C38AF3D0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4" creationId="{EBBF66B2-CA96-43AC-0F5A-58168CF19F83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5" creationId="{2D553C82-A80C-C9DD-FF01-60A3824510CE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6" creationId="{CEF276A6-DD2C-C8D1-41E8-7EB3E1A900AE}"/>
            </ac:spMkLst>
          </pc:spChg>
        </pc:sldLayoutChg>
        <pc:sldLayoutChg chg="addSp delSp modSp">
          <pc:chgData name="Charlotte Knaupp" userId="68a7a230-7b40-4667-aed5-d2dc881ae357" providerId="ADAL" clId="{C61B69AA-3283-423E-948B-C291F1199F0A}" dt="2023-02-21T15:36:21.151" v="280"/>
          <pc:sldLayoutMkLst>
            <pc:docMk/>
            <pc:sldMasterMk cId="259861064" sldId="2147483648"/>
            <pc:sldLayoutMk cId="2538990565" sldId="2147483654"/>
          </pc:sldLayoutMkLst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2" creationId="{499F5D65-1E66-87D5-3416-1E6200C28AA1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4" creationId="{AFF40C45-4C3D-2AB5-B0CF-DD03E26D3901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5" creationId="{63DFD0A1-C621-8985-1256-95891F3712C9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5:14:33.382" v="568" actId="20577"/>
          <pc:sldLayoutMkLst>
            <pc:docMk/>
            <pc:sldMasterMk cId="259861064" sldId="2147483648"/>
            <pc:sldLayoutMk cId="1622635753" sldId="2147483658"/>
          </pc:sldLayoutMkLst>
          <pc:spChg chg="add del mod">
            <ac:chgData name="Charlotte Knaupp" userId="68a7a230-7b40-4667-aed5-d2dc881ae357" providerId="ADAL" clId="{C61B69AA-3283-423E-948B-C291F1199F0A}" dt="2023-02-21T15:02:29.615" v="188"/>
            <ac:spMkLst>
              <pc:docMk/>
              <pc:sldMasterMk cId="259861064" sldId="2147483648"/>
              <pc:sldLayoutMk cId="1622635753" sldId="2147483658"/>
              <ac:spMk id="3" creationId="{2359E163-3984-07CE-3918-BDCE7998D8B6}"/>
            </ac:spMkLst>
          </pc:spChg>
          <pc:spChg chg="add del mod">
            <ac:chgData name="Charlotte Knaupp" userId="68a7a230-7b40-4667-aed5-d2dc881ae357" providerId="ADAL" clId="{C61B69AA-3283-423E-948B-C291F1199F0A}" dt="2023-02-21T15:02:31.405" v="190"/>
            <ac:spMkLst>
              <pc:docMk/>
              <pc:sldMasterMk cId="259861064" sldId="2147483648"/>
              <pc:sldLayoutMk cId="1622635753" sldId="2147483658"/>
              <ac:spMk id="4" creationId="{D4024BD6-3CFF-9DCF-5A29-83ABD37CE10B}"/>
            </ac:spMkLst>
          </pc:spChg>
          <pc:spChg chg="mod">
            <ac:chgData name="Charlotte Knaupp" userId="68a7a230-7b40-4667-aed5-d2dc881ae357" providerId="ADAL" clId="{C61B69AA-3283-423E-948B-C291F1199F0A}" dt="2023-02-24T15:14:33.382" v="568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  <pc:spChg chg="del">
            <ac:chgData name="Charlotte Knaupp" userId="68a7a230-7b40-4667-aed5-d2dc881ae357" providerId="ADAL" clId="{C61B69AA-3283-423E-948B-C291F1199F0A}" dt="2023-02-21T15:02:43.373" v="191" actId="478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9.714" v="56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C61B69AA-3283-423E-948B-C291F1199F0A}" dt="2023-02-24T15:14:19.714" v="56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5" v="666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C61B69AA-3283-423E-948B-C291F1199F0A}" dt="2023-02-24T16:12:45.125" v="666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C61B69AA-3283-423E-948B-C291F1199F0A}" dt="2023-02-24T16:12:45.125" v="664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C61B69AA-3283-423E-948B-C291F1199F0A}" dt="2023-02-24T16:12:45.124" v="662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C61B69AA-3283-423E-948B-C291F1199F0A}" dt="2023-02-24T16:12:45.124" v="660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2T14:11:57.620" v="519" actId="1076"/>
          <pc:sldLayoutMkLst>
            <pc:docMk/>
            <pc:sldMasterMk cId="259861064" sldId="2147483648"/>
            <pc:sldLayoutMk cId="2882847530" sldId="2147483728"/>
          </pc:sldLayoutMkLst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30" v="682" actId="139"/>
          <pc:sldLayoutMkLst>
            <pc:docMk/>
            <pc:sldMasterMk cId="259861064" sldId="2147483648"/>
            <pc:sldLayoutMk cId="2387091362" sldId="2147483730"/>
          </pc:sldLayoutMkLst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mod">
            <ac:chgData name="Charlotte Knaupp" userId="68a7a230-7b40-4667-aed5-d2dc881ae357" providerId="ADAL" clId="{C61B69AA-3283-423E-948B-C291F1199F0A}" dt="2023-02-24T16:12:45.130" v="682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C61B69AA-3283-423E-948B-C291F1199F0A}" dt="2023-02-24T16:12:45.130" v="680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C61B69AA-3283-423E-948B-C291F1199F0A}" dt="2023-02-24T16:12:45.129" v="678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C61B69AA-3283-423E-948B-C291F1199F0A}" dt="2023-02-24T16:12:45.128" v="676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28" v="674" actId="139"/>
          <pc:sldLayoutMkLst>
            <pc:docMk/>
            <pc:sldMasterMk cId="259861064" sldId="2147483648"/>
            <pc:sldLayoutMk cId="3811794794" sldId="2147483731"/>
          </pc:sldLayoutMkLst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mod">
            <ac:chgData name="Charlotte Knaupp" userId="68a7a230-7b40-4667-aed5-d2dc881ae357" providerId="ADAL" clId="{C61B69AA-3283-423E-948B-C291F1199F0A}" dt="2023-02-24T16:12:45.128" v="674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C61B69AA-3283-423E-948B-C291F1199F0A}" dt="2023-02-24T16:12:45.127" v="672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C61B69AA-3283-423E-948B-C291F1199F0A}" dt="2023-02-24T16:12:45.126" v="670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C61B69AA-3283-423E-948B-C291F1199F0A}" dt="2023-02-24T16:12:45.126" v="668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2" v="658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C61B69AA-3283-423E-948B-C291F1199F0A}" dt="2023-02-24T16:12:45.122" v="658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C61B69AA-3283-423E-948B-C291F1199F0A}" dt="2023-02-24T16:12:45.122" v="656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C61B69AA-3283-423E-948B-C291F1199F0A}" dt="2023-02-24T16:12:45.121" v="654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C61B69AA-3283-423E-948B-C291F1199F0A}" dt="2023-02-24T16:12:45.120" v="652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3.947" v="566" actId="20577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C61B69AA-3283-423E-948B-C291F1199F0A}" dt="2023-02-24T15:14:13.947" v="566" actId="20577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61768BA7-1DA1-45A4-8DE2-51C6D6714D84}"/>
    <pc:docChg chg="undo custSel modSld modMainMaster">
      <pc:chgData name="Remi de Vogel" userId="5948360e-7b9c-4a22-9ada-df5e8b901c82" providerId="ADAL" clId="{61768BA7-1DA1-45A4-8DE2-51C6D6714D84}" dt="2022-06-09T11:58:05.402" v="18" actId="20577"/>
      <pc:docMkLst>
        <pc:docMk/>
      </pc:docMkLst>
      <pc:sldChg chg="addSp delSp modSp">
        <pc:chgData name="Remi de Vogel" userId="5948360e-7b9c-4a22-9ada-df5e8b901c82" providerId="ADAL" clId="{61768BA7-1DA1-45A4-8DE2-51C6D6714D84}" dt="2022-06-09T11:57:55.174" v="16"/>
        <pc:sldMkLst>
          <pc:docMk/>
          <pc:sldMk cId="267460067" sldId="256"/>
        </pc:sldMkLst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2" creationId="{856CEA5E-7EFD-2E26-FA65-1EC24008E3B6}"/>
          </ac:spMkLst>
        </pc:spChg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4" creationId="{A7461E1F-40AE-6E37-4E76-4390471364C8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5" creationId="{F457FAC7-4909-CF4F-BFCE-B139226C8CE2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6" creationId="{8B164D1F-C676-EA7F-34FA-D46E3DB0E97A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7" creationId="{D4B76955-4714-4F73-7344-19625476EBED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8" creationId="{ABC08A69-F15A-33F0-2881-8C1D4E7977AF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9" creationId="{C6623F07-4EE3-25FB-5587-096708121164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0" creationId="{04EBBDD2-119A-61F0-0A2A-F9672ECCBE7F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1" creationId="{0D454ACA-B572-9E60-3E96-125E8008615B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2" creationId="{A53215CD-02D2-F854-5549-B29C3F1DD47D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3" creationId="{48F383E7-9C40-33D1-8443-8DC3DBB679C6}"/>
          </ac:spMkLst>
        </pc:spChg>
      </pc:sldChg>
      <pc:sldChg chg="addSp delSp modSp">
        <pc:chgData name="Remi de Vogel" userId="5948360e-7b9c-4a22-9ada-df5e8b901c82" providerId="ADAL" clId="{61768BA7-1DA1-45A4-8DE2-51C6D6714D84}" dt="2022-06-09T11:57:21.841" v="6"/>
        <pc:sldMkLst>
          <pc:docMk/>
          <pc:sldMk cId="511627541" sldId="258"/>
        </pc:sldMkLst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5" creationId="{BD1F2E69-7E8A-FE08-1171-1832A98AAC27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6" creationId="{3FB6AD8B-74F8-B896-A639-EE93D09DB2D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7" creationId="{F3C071CD-9C3A-16E7-987C-201A4B180EF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8" creationId="{56F96447-464E-618F-77C1-855C61B2CE06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9" creationId="{102D2621-9DC0-A01A-7A9C-BC099E5710E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0" creationId="{76824E6D-88FA-928F-B392-F391B57A4930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1" creationId="{78E1CC87-9354-AB54-159B-8B1A2EFFE7B8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2" creationId="{74966C7F-E7A2-84BC-674A-EB82AEF4455B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3" creationId="{49C82FB1-4FE2-8A68-841B-6DA57C204AD3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4" creationId="{41BA85AE-942D-0AAC-AD87-544A2348479B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5" creationId="{A2CEEBDD-5C55-F7A7-00C2-C2D80D6C5A58}"/>
          </ac:spMkLst>
        </pc:spChg>
      </pc:sldChg>
      <pc:sldChg chg="addSp delSp modSp mod">
        <pc:chgData name="Remi de Vogel" userId="5948360e-7b9c-4a22-9ada-df5e8b901c82" providerId="ADAL" clId="{61768BA7-1DA1-45A4-8DE2-51C6D6714D84}" dt="2022-06-09T11:58:05.402" v="18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3" creationId="{8638CF0A-A796-92D7-471A-67D17EE4F29D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6" creationId="{C242766B-A78D-275C-E0E2-5F171F507BEF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7" creationId="{6675C1C0-56C6-A3FC-F45F-D801CF05133D}"/>
          </ac:spMkLst>
        </pc:spChg>
        <pc:spChg chg="add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8" creationId="{C24C38AD-B3CF-4A52-FE4A-DB22644E42E1}"/>
          </ac:spMkLst>
        </pc:spChg>
        <pc:spChg chg="add mod">
          <ac:chgData name="Remi de Vogel" userId="5948360e-7b9c-4a22-9ada-df5e8b901c82" providerId="ADAL" clId="{61768BA7-1DA1-45A4-8DE2-51C6D6714D84}" dt="2022-06-09T11:58:05.402" v="18" actId="20577"/>
          <ac:spMkLst>
            <pc:docMk/>
            <pc:sldMk cId="2684026461" sldId="259"/>
            <ac:spMk id="9" creationId="{99FFE961-772C-BFBA-9A86-532291AC96F9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2" creationId="{A250C287-DE2F-C635-51BA-3AEC4F614EB2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3" creationId="{633C0219-370D-A42B-DBED-40969943B164}"/>
          </ac:spMkLst>
        </pc:spChg>
      </pc:sldChg>
      <pc:sldMasterChg chg="modSp mod modSldLayout">
        <pc:chgData name="Remi de Vogel" userId="5948360e-7b9c-4a22-9ada-df5e8b901c82" providerId="ADAL" clId="{61768BA7-1DA1-45A4-8DE2-51C6D6714D84}" dt="2022-06-09T11:57:51.106" v="14" actId="2057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5" creationId="{891E28BB-B5FE-E965-0E15-F1CED40AB33B}"/>
          </ac:spMkLst>
        </pc:spChg>
        <pc:sldLayoutChg chg="modSp mod">
          <pc:chgData name="Remi de Vogel" userId="5948360e-7b9c-4a22-9ada-df5e8b901c82" providerId="ADAL" clId="{61768BA7-1DA1-45A4-8DE2-51C6D6714D84}" dt="2022-06-09T11:57:51.106" v="14" actId="20577"/>
          <pc:sldLayoutMkLst>
            <pc:docMk/>
            <pc:sldMasterMk cId="259861064" sldId="2147483648"/>
            <pc:sldLayoutMk cId="2882847530" sldId="2147483728"/>
          </pc:sldLayoutMkLst>
          <pc:spChg chg="mod">
            <ac:chgData name="Remi de Vogel" userId="5948360e-7b9c-4a22-9ada-df5e8b901c82" providerId="ADAL" clId="{61768BA7-1DA1-45A4-8DE2-51C6D6714D84}" dt="2022-06-09T11:57:51.106" v="14" actId="20577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mod">
            <ac:chgData name="Remi de Vogel" userId="5948360e-7b9c-4a22-9ada-df5e8b901c82" providerId="ADAL" clId="{61768BA7-1DA1-45A4-8DE2-51C6D6714D84}" dt="2022-06-09T11:57:50.481" v="13" actId="20577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</pc:sldLayoutChg>
      </pc:sldMasterChg>
    </pc:docChg>
  </pc:docChgLst>
  <pc:docChgLst>
    <pc:chgData name="Charlotte Knaupp" userId="68a7a230-7b40-4667-aed5-d2dc881ae357" providerId="ADAL" clId="{D3D730CE-05D1-4CB6-A972-622873736A8C}"/>
    <pc:docChg chg="undo custSel addSld delSld modSld modMainMaster">
      <pc:chgData name="Charlotte Knaupp" userId="68a7a230-7b40-4667-aed5-d2dc881ae357" providerId="ADAL" clId="{D3D730CE-05D1-4CB6-A972-622873736A8C}" dt="2023-09-12T10:12:37.852" v="75" actId="13244"/>
      <pc:docMkLst>
        <pc:docMk/>
      </pc:docMkLst>
      <pc:sldChg chg="add del">
        <pc:chgData name="Charlotte Knaupp" userId="68a7a230-7b40-4667-aed5-d2dc881ae357" providerId="ADAL" clId="{D3D730CE-05D1-4CB6-A972-622873736A8C}" dt="2023-09-05T14:42:54.862" v="47" actId="47"/>
        <pc:sldMkLst>
          <pc:docMk/>
          <pc:sldMk cId="984917374" sldId="262"/>
        </pc:sldMkLst>
      </pc:sldChg>
      <pc:sldChg chg="addSp delSp modSp mod">
        <pc:chgData name="Charlotte Knaupp" userId="68a7a230-7b40-4667-aed5-d2dc881ae357" providerId="ADAL" clId="{D3D730CE-05D1-4CB6-A972-622873736A8C}" dt="2023-09-12T10:12:20.485" v="69"/>
        <pc:sldMkLst>
          <pc:docMk/>
          <pc:sldMk cId="3144054254" sldId="2145707256"/>
        </pc:sldMkLst>
        <pc:spChg chg="del">
          <ac:chgData name="Charlotte Knaupp" userId="68a7a230-7b40-4667-aed5-d2dc881ae357" providerId="ADAL" clId="{D3D730CE-05D1-4CB6-A972-622873736A8C}" dt="2023-09-12T10:12:10.988" v="65" actId="478"/>
          <ac:spMkLst>
            <pc:docMk/>
            <pc:sldMk cId="3144054254" sldId="2145707256"/>
            <ac:spMk id="3" creationId="{8C85489C-57C7-87F6-9B65-6B90075F5A8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6" creationId="{4AC8C296-4482-7591-05B4-3A7FCEEA7817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8" creationId="{26E3345B-9911-3BB4-5A46-C9986439BCA9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9" creationId="{B4AE9CA6-D878-C629-CD7B-8B5C7FF2097C}"/>
          </ac:spMkLst>
        </pc:spChg>
        <pc:spChg chg="add del mod">
          <ac:chgData name="Charlotte Knaupp" userId="68a7a230-7b40-4667-aed5-d2dc881ae357" providerId="ADAL" clId="{D3D730CE-05D1-4CB6-A972-622873736A8C}" dt="2023-09-12T10:12:20.139" v="68" actId="478"/>
          <ac:spMkLst>
            <pc:docMk/>
            <pc:sldMk cId="3144054254" sldId="2145707256"/>
            <ac:spMk id="10" creationId="{6036BDD2-5CD3-86FC-B2AE-F2230F58224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4" creationId="{AADB1F46-0A3D-7233-8573-BA80356AED56}"/>
          </ac:spMkLst>
        </pc:spChg>
        <pc:spChg chg="add mod">
          <ac:chgData name="Charlotte Knaupp" userId="68a7a230-7b40-4667-aed5-d2dc881ae357" providerId="ADAL" clId="{D3D730CE-05D1-4CB6-A972-622873736A8C}" dt="2023-09-12T10:12:20.485" v="69"/>
          <ac:spMkLst>
            <pc:docMk/>
            <pc:sldMk cId="3144054254" sldId="2145707256"/>
            <ac:spMk id="14" creationId="{E3E20C5E-CD42-A16A-BAF7-5E698CA11DB4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5" creationId="{E84B0FB7-B929-DADB-18B3-B6F13980902B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6" creationId="{AB430D76-7825-43F3-5166-3176B711BF93}"/>
          </ac:spMkLst>
        </pc:spChg>
        <pc:spChg chg="mod">
          <ac:chgData name="Charlotte Knaupp" userId="68a7a230-7b40-4667-aed5-d2dc881ae357" providerId="ADAL" clId="{D3D730CE-05D1-4CB6-A972-622873736A8C}" dt="2023-09-05T10:09:41.131" v="3" actId="207"/>
          <ac:spMkLst>
            <pc:docMk/>
            <pc:sldMk cId="3144054254" sldId="2145707256"/>
            <ac:spMk id="27" creationId="{653EF578-B88D-C468-070B-7A6E28DC989A}"/>
          </ac:spMkLst>
        </pc:spChg>
        <pc:picChg chg="add mod ord">
          <ac:chgData name="Charlotte Knaupp" userId="68a7a230-7b40-4667-aed5-d2dc881ae357" providerId="ADAL" clId="{D3D730CE-05D1-4CB6-A972-622873736A8C}" dt="2023-09-12T10:12:13.728" v="67" actId="13244"/>
          <ac:picMkLst>
            <pc:docMk/>
            <pc:sldMk cId="3144054254" sldId="2145707256"/>
            <ac:picMk id="6" creationId="{5E09B708-F787-A602-990C-77EA58AA32BA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37.852" v="75" actId="13244"/>
        <pc:sldMkLst>
          <pc:docMk/>
          <pc:sldMk cId="1213052669" sldId="2145707258"/>
        </pc:sldMkLst>
        <pc:spChg chg="del">
          <ac:chgData name="Charlotte Knaupp" userId="68a7a230-7b40-4667-aed5-d2dc881ae357" providerId="ADAL" clId="{D3D730CE-05D1-4CB6-A972-622873736A8C}" dt="2023-09-12T10:12:32.179" v="73" actId="478"/>
          <ac:spMkLst>
            <pc:docMk/>
            <pc:sldMk cId="1213052669" sldId="2145707258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37.852" v="75" actId="13244"/>
          <ac:picMkLst>
            <pc:docMk/>
            <pc:sldMk cId="1213052669" sldId="2145707258"/>
            <ac:picMk id="9" creationId="{4162ABBF-22C6-555A-030C-ADCDBA9A4949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29.243" v="72" actId="13244"/>
        <pc:sldMkLst>
          <pc:docMk/>
          <pc:sldMk cId="3165483609" sldId="2145707260"/>
        </pc:sldMkLst>
        <pc:spChg chg="del">
          <ac:chgData name="Charlotte Knaupp" userId="68a7a230-7b40-4667-aed5-d2dc881ae357" providerId="ADAL" clId="{D3D730CE-05D1-4CB6-A972-622873736A8C}" dt="2023-09-12T10:12:27.188" v="70" actId="478"/>
          <ac:spMkLst>
            <pc:docMk/>
            <pc:sldMk cId="3165483609" sldId="2145707260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29.243" v="72" actId="13244"/>
          <ac:picMkLst>
            <pc:docMk/>
            <pc:sldMk cId="3165483609" sldId="2145707260"/>
            <ac:picMk id="8" creationId="{3C4BF902-3C3F-8589-2E48-AF627EF1336D}"/>
          </ac:picMkLst>
        </pc:picChg>
      </pc:sldChg>
      <pc:sldChg chg="new">
        <pc:chgData name="Charlotte Knaupp" userId="68a7a230-7b40-4667-aed5-d2dc881ae357" providerId="ADAL" clId="{D3D730CE-05D1-4CB6-A972-622873736A8C}" dt="2023-09-05T14:42:52.737" v="46" actId="680"/>
        <pc:sldMkLst>
          <pc:docMk/>
          <pc:sldMk cId="4229797179" sldId="2145707261"/>
        </pc:sldMkLst>
      </pc:sldChg>
      <pc:sldMasterChg chg="addSp delSp modSp mod modSldLayout">
        <pc:chgData name="Charlotte Knaupp" userId="68a7a230-7b40-4667-aed5-d2dc881ae357" providerId="ADAL" clId="{D3D730CE-05D1-4CB6-A972-622873736A8C}" dt="2023-09-12T10:11:30.178" v="64"/>
        <pc:sldMasterMkLst>
          <pc:docMk/>
          <pc:sldMasterMk cId="259861064" sldId="2147483648"/>
        </pc:sldMasterMkLst>
        <pc:spChg chg="add mod">
          <ac:chgData name="Charlotte Knaupp" userId="68a7a230-7b40-4667-aed5-d2dc881ae357" providerId="ADAL" clId="{D3D730CE-05D1-4CB6-A972-622873736A8C}" dt="2023-09-12T10:10:19.288" v="49"/>
          <ac:spMkLst>
            <pc:docMk/>
            <pc:sldMasterMk cId="259861064" sldId="2147483648"/>
            <ac:spMk id="3" creationId="{769B4D6E-D95E-23ED-E840-20C8D98C5C6F}"/>
          </ac:spMkLst>
        </pc:spChg>
        <pc:spChg chg="del">
          <ac:chgData name="Charlotte Knaupp" userId="68a7a230-7b40-4667-aed5-d2dc881ae357" providerId="ADAL" clId="{D3D730CE-05D1-4CB6-A972-622873736A8C}" dt="2023-09-12T10:10:17.418" v="48" actId="478"/>
          <ac:spMkLst>
            <pc:docMk/>
            <pc:sldMasterMk cId="259861064" sldId="2147483648"/>
            <ac:spMk id="69" creationId="{C07C95ED-9BF9-6B8B-ADC1-7714C14E9097}"/>
          </ac:spMkLst>
        </pc:spChg>
        <pc:sldLayoutChg chg="addSp delSp modSp mod">
          <pc:chgData name="Charlotte Knaupp" userId="68a7a230-7b40-4667-aed5-d2dc881ae357" providerId="ADAL" clId="{D3D730CE-05D1-4CB6-A972-622873736A8C}" dt="2023-09-12T10:10:47.929" v="54" actId="478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2" creationId="{390C32AF-F620-6D54-4C85-6D188E38A442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del mod modVis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mod">
            <ac:chgData name="Charlotte Knaupp" userId="68a7a230-7b40-4667-aed5-d2dc881ae357" providerId="ADAL" clId="{D3D730CE-05D1-4CB6-A972-622873736A8C}" dt="2023-09-05T12:20:17.500" v="8" actId="1076"/>
            <ac:spMkLst>
              <pc:docMk/>
              <pc:sldMasterMk cId="259861064" sldId="2147483648"/>
              <pc:sldLayoutMk cId="1622635753" sldId="2147483658"/>
              <ac:spMk id="6" creationId="{927B0B4F-F2D0-E42F-AFCB-5B1F56902937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mod">
            <ac:chgData name="Charlotte Knaupp" userId="68a7a230-7b40-4667-aed5-d2dc881ae357" providerId="ADAL" clId="{D3D730CE-05D1-4CB6-A972-622873736A8C}" dt="2023-09-05T12:20:17.219" v="7" actId="1076"/>
            <ac:spMkLst>
              <pc:docMk/>
              <pc:sldMasterMk cId="259861064" sldId="2147483648"/>
              <pc:sldLayoutMk cId="1622635753" sldId="2147483658"/>
              <ac:spMk id="8" creationId="{00000000-0000-0000-0000-000000000000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9" creationId="{F7E5965C-FF80-716F-64D8-5BDAE87CCA40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del mod">
            <ac:chgData name="Charlotte Knaupp" userId="68a7a230-7b40-4667-aed5-d2dc881ae357" providerId="ADAL" clId="{D3D730CE-05D1-4CB6-A972-622873736A8C}" dt="2023-09-12T10:10:44.918" v="53" actId="478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13" creationId="{3A6EAFA2-B3E4-BEE1-AF87-9BB2808D1922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04.419" v="57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Charlotte Knaupp" userId="68a7a230-7b40-4667-aed5-d2dc881ae357" providerId="ADAL" clId="{D3D730CE-05D1-4CB6-A972-622873736A8C}" dt="2023-09-12T10:11:04.419" v="57" actId="207"/>
            <ac:spMkLst>
              <pc:docMk/>
              <pc:sldMasterMk cId="259861064" sldId="2147483648"/>
              <pc:sldLayoutMk cId="3277208104" sldId="2147483737"/>
              <ac:spMk id="5" creationId="{D50E9AFD-FA44-F90E-7832-B620EAC4D081}"/>
            </ac:spMkLst>
          </pc:spChg>
          <pc:spChg chg="mod modVis">
            <ac:chgData name="Charlotte Knaupp" userId="68a7a230-7b40-4667-aed5-d2dc881ae357" providerId="ADAL" clId="{D3D730CE-05D1-4CB6-A972-622873736A8C}" dt="2023-09-05T12:20:29.011" v="11" actId="14429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del mod modVis">
            <ac:chgData name="Charlotte Knaupp" userId="68a7a230-7b40-4667-aed5-d2dc881ae357" providerId="ADAL" clId="{D3D730CE-05D1-4CB6-A972-622873736A8C}" dt="2023-09-05T12:20:50.171" v="25" actId="478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del mod modVis">
            <ac:chgData name="Charlotte Knaupp" userId="68a7a230-7b40-4667-aed5-d2dc881ae357" providerId="ADAL" clId="{D3D730CE-05D1-4CB6-A972-622873736A8C}" dt="2023-09-05T12:22:33.510" v="43" actId="47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del">
            <ac:chgData name="Charlotte Knaupp" userId="68a7a230-7b40-4667-aed5-d2dc881ae357" providerId="ADAL" clId="{D3D730CE-05D1-4CB6-A972-622873736A8C}" dt="2023-09-12T10:11:00.723" v="55" actId="478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picChg chg="mod modVis">
            <ac:chgData name="Charlotte Knaupp" userId="68a7a230-7b40-4667-aed5-d2dc881ae357" providerId="ADAL" clId="{D3D730CE-05D1-4CB6-A972-622873736A8C}" dt="2023-09-05T12:20:55.340" v="28" actId="14429"/>
            <ac:picMkLst>
              <pc:docMk/>
              <pc:sldMasterMk cId="259861064" sldId="2147483648"/>
              <pc:sldLayoutMk cId="3277208104" sldId="2147483737"/>
              <ac:picMk id="3" creationId="{E0DC69A1-081A-C732-D744-67EE1AD12E36}"/>
            </ac:picMkLst>
          </pc:picChg>
        </pc:sldLayoutChg>
        <pc:sldLayoutChg chg="addSp delSp modSp mod">
          <pc:chgData name="Charlotte Knaupp" userId="68a7a230-7b40-4667-aed5-d2dc881ae357" providerId="ADAL" clId="{D3D730CE-05D1-4CB6-A972-622873736A8C}" dt="2023-09-12T10:11:09.607" v="60" actId="207"/>
          <pc:sldLayoutMkLst>
            <pc:docMk/>
            <pc:sldMasterMk cId="259861064" sldId="2147483648"/>
            <pc:sldLayoutMk cId="3673328579" sldId="2147483743"/>
          </pc:sldLayoutMkLst>
          <pc:spChg chg="mod modVis">
            <ac:chgData name="Charlotte Knaupp" userId="68a7a230-7b40-4667-aed5-d2dc881ae357" providerId="ADAL" clId="{D3D730CE-05D1-4CB6-A972-622873736A8C}" dt="2023-09-05T12:22:24.339" v="42" actId="14429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Charlotte Knaupp" userId="68a7a230-7b40-4667-aed5-d2dc881ae357" providerId="ADAL" clId="{D3D730CE-05D1-4CB6-A972-622873736A8C}" dt="2023-09-12T10:11:09.607" v="60" actId="207"/>
            <ac:spMkLst>
              <pc:docMk/>
              <pc:sldMasterMk cId="259861064" sldId="2147483648"/>
              <pc:sldLayoutMk cId="3673328579" sldId="2147483743"/>
              <ac:spMk id="6" creationId="{943536FF-03A1-B1C4-E3B9-CC61AA020214}"/>
            </ac:spMkLst>
          </pc:spChg>
          <pc:spChg chg="add del">
            <ac:chgData name="Charlotte Knaupp" userId="68a7a230-7b40-4667-aed5-d2dc881ae357" providerId="ADAL" clId="{D3D730CE-05D1-4CB6-A972-622873736A8C}" dt="2023-09-05T12:22:07.017" v="32" actId="478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del mod modVis">
            <ac:chgData name="Charlotte Knaupp" userId="68a7a230-7b40-4667-aed5-d2dc881ae357" providerId="ADAL" clId="{D3D730CE-05D1-4CB6-A972-622873736A8C}" dt="2023-09-05T12:22:15.786" v="39" actId="478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del">
            <ac:chgData name="Charlotte Knaupp" userId="68a7a230-7b40-4667-aed5-d2dc881ae357" providerId="ADAL" clId="{D3D730CE-05D1-4CB6-A972-622873736A8C}" dt="2023-09-05T12:22:17.818" v="40" actId="47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Charlotte Knaupp" userId="68a7a230-7b40-4667-aed5-d2dc881ae357" providerId="ADAL" clId="{D3D730CE-05D1-4CB6-A972-622873736A8C}" dt="2023-09-12T10:11:07.479" v="58" actId="478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30.178" v="64"/>
          <pc:sldLayoutMkLst>
            <pc:docMk/>
            <pc:sldMasterMk cId="259861064" sldId="2147483648"/>
            <pc:sldLayoutMk cId="2122734257" sldId="2147483745"/>
          </pc:sldLayoutMkLst>
          <pc:spChg chg="del">
            <ac:chgData name="Charlotte Knaupp" userId="68a7a230-7b40-4667-aed5-d2dc881ae357" providerId="ADAL" clId="{D3D730CE-05D1-4CB6-A972-622873736A8C}" dt="2023-09-12T10:11:20.518" v="61" actId="478"/>
            <ac:spMkLst>
              <pc:docMk/>
              <pc:sldMasterMk cId="259861064" sldId="2147483648"/>
              <pc:sldLayoutMk cId="2122734257" sldId="2147483745"/>
              <ac:spMk id="2" creationId="{582D7AE3-E7C9-3BF7-F7FD-7648358E7E25}"/>
            </ac:spMkLst>
          </pc:spChg>
          <pc:spChg chg="add mod">
            <ac:chgData name="Charlotte Knaupp" userId="68a7a230-7b40-4667-aed5-d2dc881ae357" providerId="ADAL" clId="{D3D730CE-05D1-4CB6-A972-622873736A8C}" dt="2023-09-12T10:11:22.710" v="63" actId="207"/>
            <ac:spMkLst>
              <pc:docMk/>
              <pc:sldMasterMk cId="259861064" sldId="2147483648"/>
              <pc:sldLayoutMk cId="2122734257" sldId="2147483745"/>
              <ac:spMk id="4" creationId="{4745F0C5-AF1B-DA83-4AF7-C4A87ED43608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6" creationId="{2EC6BB08-A53D-2FB7-D51B-9112BFF42AE3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7" creationId="{2F8316AC-57BC-6F3D-E1CB-F942187D98C6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3" creationId="{ED76945C-3AA8-82EE-B2C9-889D8403E297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4" creationId="{91129EFF-9F90-8F0E-A7BC-5D8F94259DD5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28.03.26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28.03.26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 on who you are, then move.</a:t>
            </a:r>
          </a:p>
          <a:p/>
          <a:p>
            <a:r>
              <a:t>BEFORE YOU PRESENT</a:t>
            </a:r>
          </a:p>
          <a:p>
            <a:r>
              <a:t>  $ npm ci &amp;&amp; npx cypress install</a:t>
            </a:r>
          </a:p>
          <a:p>
            <a:r>
              <a:t>  $ npm run demo:status   -&gt; buggyDiscount: false</a:t>
            </a:r>
          </a:p>
          <a:p>
            <a:r>
              <a:t>  $ npx nx reset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other talk today has AI in the title. This one is the unglamorous thing that makes the glamorous thing safe. The last line sets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Point at 05 and 06 as the parts worth staying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and actually wait. Nearly every hand goes up — this is not a niche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hands thin out and someone laughs. Do not rush past the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nobody gates a merge on a suite they cannot trust. Reveal the line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AI. The only claim is that the ratio moved: generation got cheap, verification did not, so verification is where the leverage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Orientation, not content. Point at the uneven lib sharing — it is what makes the affected demo land later.</a:t>
            </a:r>
          </a:p>
          <a:p/>
          <a:p>
            <a:r>
              <a:t>DEMO</a:t>
            </a:r>
          </a:p>
          <a:p>
            <a:r>
              <a:t>  $ npx nx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if the timing works.</a:t>
            </a:r>
          </a:p>
          <a:p/>
          <a:p>
            <a:r>
              <a:t>DEMO</a:t>
            </a:r>
          </a:p>
          <a:p>
            <a:r>
              <a:t>  $ npx nx e2e shop-e2e   (~1m 33s, one app)</a:t>
            </a:r>
          </a:p>
          <a:p>
            <a:r>
              <a:t>  All three serially is 4m 20s — quote it, do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 slide — the four map onto the rest of the talk,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'generated'. That is the difference from hand-rolled spec sharding.</a:t>
            </a:r>
          </a:p>
          <a:p/>
          <a:p>
            <a:r>
              <a:t>DEMO</a:t>
            </a:r>
          </a:p>
          <a:p>
            <a:r>
              <a:t>  $ npm run e2e:targets   (30 targets across 3 projects)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</a:t>
            </a:r>
          </a:p>
          <a:p>
            <a:r>
              <a:t>  $ npx nx show project shop-e2e --json</a:t>
            </a:r>
          </a:p>
          <a:p>
            <a:r>
              <a:t>  $ grep -A8 "cypress/plugin" nx.json</a:t>
            </a:r>
          </a:p>
          <a:p>
            <a:r>
              <a:t>  Nine lines of config, thirty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 on the third bullet — for much of the room this is a purchase order, not a technical problem. The good news is the next slide.</a:t>
            </a:r>
          </a:p>
          <a:p/>
          <a:p>
            <a:r>
              <a:t>DEMO</a:t>
            </a:r>
          </a:p>
          <a:p>
            <a:r>
              <a:t>  $ npx nx run-many -t e2e-ci --parallel=5        (fails)</a:t>
            </a:r>
          </a:p>
          <a:p>
            <a:r>
              <a:t>  $ npx nx run "shop-e2e:e2e-ci--src/e2e/catalog.cy.ts"   (~25s cold, green)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does two things: ask Nx for the list, hand it to run-many.</a:t>
            </a:r>
          </a:p>
          <a:p/>
          <a:p>
            <a:r>
              <a:t>DEMO</a:t>
            </a:r>
          </a:p>
          <a:p>
            <a:r>
              <a:t>  $ npx nx reset</a:t>
            </a:r>
          </a:p>
          <a:p>
            <a:r>
              <a:t>  $ node tools/run-e2e.mjs --project=shop-e2e --parallel=5   (~40-46s)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Sharding by index is what people expect — say why it is the wrong default here.</a:t>
            </a:r>
          </a:p>
          <a:p/>
          <a:p>
            <a:r>
              <a:t>DEMO</a:t>
            </a:r>
          </a:p>
          <a:p>
            <a:r>
              <a:t>  $ gh run list --limit 5</a:t>
            </a:r>
          </a:p>
          <a:p>
            <a:r>
              <a:t>  $ gh run view --web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up-arrow and enter. It returns before you finish the sentence.</a:t>
            </a:r>
          </a:p>
          <a:p/>
          <a:p>
            <a:r>
              <a:t>DEMO</a:t>
            </a:r>
          </a:p>
          <a:p>
            <a:r>
              <a:t>  $ node tools/run-e2e.mjs --project=shop-e2e --parallel=5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39→28: the two seeded failures are the slowest specs and each still boots Cypress. The saving scales with how many pass.</a:t>
            </a:r>
          </a:p>
          <a:p/>
          <a:p>
            <a:r>
              <a:t>DEMO</a:t>
            </a:r>
          </a:p>
          <a:p>
            <a:r>
              <a:t>  $ npm run demo:break</a:t>
            </a:r>
          </a:p>
          <a:p>
            <a:r>
              <a:t>  $ node tools/run-e2e.mjs --project=shop-e2e --parallel=5   (x2)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real example from this repo — nobody planned it.</a:t>
            </a:r>
          </a:p>
          <a:p/>
          <a:p>
            <a:r>
              <a:t>DEMO</a:t>
            </a:r>
          </a:p>
          <a:p>
            <a:r>
              <a:t>  $ npm run demo:fix</a:t>
            </a:r>
          </a:p>
          <a:p>
            <a:r>
              <a:t>  $ node tools/run-e2e.mjs --project=shop-e2e --parallel=5   (~206ms)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is 4m20s to 55s, but do not skip rung 2. Rung 3 is one flag and gets most of the win.</a:t>
            </a:r>
          </a:p>
          <a:p/>
          <a:p>
            <a:r>
              <a:t>DO NOT RUN LIVE</a:t>
            </a:r>
          </a:p>
          <a:p>
            <a:r>
              <a:t>  $ npm run e2e:benchmark   (~15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— clean tree exits instantly, then touch libs/ui.</a:t>
            </a:r>
          </a:p>
          <a:p/>
          <a:p>
            <a:r>
              <a:t>DEMO</a:t>
            </a:r>
          </a:p>
          <a:p>
            <a:r>
              <a:t>  $ npm run e2e:affected</a:t>
            </a:r>
          </a:p>
          <a:p>
            <a:r>
              <a:t>  $ echo "/* demo */" &gt;&gt; libs/ui/src/styles.css</a:t>
            </a:r>
          </a:p>
          <a:p>
            <a:r>
              <a:t>  $ node tools/e2e-targets.mjs --affected --projects-json</a:t>
            </a:r>
          </a:p>
          <a:p>
            <a:r>
              <a:t>  $ git checkout -- libs/ui/src/styles.css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suite was already stable-ish at ~1,000 tests. We read all of them, deleted a lot that tested nothing, added more that tested something. 48→25 is a full rebuild; the number people feel day to day is under ten minutes for a single-app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not 'rebuild your CI this week'. It is clone it, let your agent read it, and run the benchmark on your own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before the first question so the QR is on screen for the whole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past unless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questions — it is the slide people 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trictly Confidential" descr="{&quot;templafy&quot;:{&quot;id&quot;:&quot;8da2efac-df4b-4bc4-97e9-2e43a7cf8120&quot;}}" hidden="1">
            <a:extLst>
              <a:ext uri="{FF2B5EF4-FFF2-40B4-BE49-F238E27FC236}">
                <a16:creationId xmlns:a16="http://schemas.microsoft.com/office/drawing/2014/main" id="{752DE5CE-B029-A545-5B60-06A3ADB219E7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7" name="Restricted" descr="{&quot;templafy&quot;:{&quot;id&quot;:&quot;2657aa09-e5cc-41f7-89e0-d902c6905f3a&quot;}}" hidden="1">
            <a:extLst>
              <a:ext uri="{FF2B5EF4-FFF2-40B4-BE49-F238E27FC236}">
                <a16:creationId xmlns:a16="http://schemas.microsoft.com/office/drawing/2014/main" id="{A22D6CEA-AD6C-12B7-676C-00A5A54C9294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0" name="Confidential" descr="{&quot;templafy&quot;:{&quot;id&quot;:&quot;b0ec8b90-8ab9-42c1-b7aa-0c426ebeb139&quot;}}" hidden="1">
            <a:extLst>
              <a:ext uri="{FF2B5EF4-FFF2-40B4-BE49-F238E27FC236}">
                <a16:creationId xmlns:a16="http://schemas.microsoft.com/office/drawing/2014/main" id="{AE9E025A-730A-8F41-FCF4-E1F7D602D7E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1" name="Public" descr="{&quot;templafy&quot;:{&quot;id&quot;:&quot;43a2a11d-1ad7-4120-b41c-bad828eaef9c&quot;}}">
            <a:extLst>
              <a:ext uri="{FF2B5EF4-FFF2-40B4-BE49-F238E27FC236}">
                <a16:creationId xmlns:a16="http://schemas.microsoft.com/office/drawing/2014/main" id="{3A0280CA-B730-7635-2D8E-76C4DC0D1850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9" name="Strictly Confidential" descr="{&quot;templafy&quot;:{&quot;id&quot;:&quot;4bbb2971-a795-40b7-abdf-fb9b9a2e1fff&quot;}}" hidden="1">
            <a:extLst>
              <a:ext uri="{FF2B5EF4-FFF2-40B4-BE49-F238E27FC236}">
                <a16:creationId xmlns:a16="http://schemas.microsoft.com/office/drawing/2014/main" id="{0A1D6E7A-A09E-2C6A-5B99-74A97CC81479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0" name="Restricted" descr="{&quot;templafy&quot;:{&quot;id&quot;:&quot;92f569b2-e339-4c03-9312-69c886fb6143&quot;}}" hidden="1">
            <a:extLst>
              <a:ext uri="{FF2B5EF4-FFF2-40B4-BE49-F238E27FC236}">
                <a16:creationId xmlns:a16="http://schemas.microsoft.com/office/drawing/2014/main" id="{5A783CE9-BCB9-F844-AB8D-7B7A763CC44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1" name="Confidential" descr="{&quot;templafy&quot;:{&quot;id&quot;:&quot;e4089d13-fcff-464e-86b5-d908813ef37d&quot;}}" hidden="1">
            <a:extLst>
              <a:ext uri="{FF2B5EF4-FFF2-40B4-BE49-F238E27FC236}">
                <a16:creationId xmlns:a16="http://schemas.microsoft.com/office/drawing/2014/main" id="{61D7DB85-DC0E-911C-AFC0-A00FE9FB421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2" name="Public" descr="{&quot;templafy&quot;:{&quot;id&quot;:&quot;b76f8af2-9b68-4d95-b3cf-21363d414963&quot;}}">
            <a:extLst>
              <a:ext uri="{FF2B5EF4-FFF2-40B4-BE49-F238E27FC236}">
                <a16:creationId xmlns:a16="http://schemas.microsoft.com/office/drawing/2014/main" id="{FBC4D1F0-0B8C-F5F7-35AE-8CBBE25F01E4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8" name="Strictly Confidential" descr="{&quot;templafy&quot;:{&quot;id&quot;:&quot;9115427a-ca6d-4b62-b8f2-312a7a01b01d&quot;}}" hidden="1">
            <a:extLst>
              <a:ext uri="{FF2B5EF4-FFF2-40B4-BE49-F238E27FC236}">
                <a16:creationId xmlns:a16="http://schemas.microsoft.com/office/drawing/2014/main" id="{E02A060C-053E-D862-35FF-299067B3407D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9" name="Restricted" descr="{&quot;templafy&quot;:{&quot;id&quot;:&quot;d9e384c8-8057-44af-9546-17be25aa59fe&quot;}}" hidden="1">
            <a:extLst>
              <a:ext uri="{FF2B5EF4-FFF2-40B4-BE49-F238E27FC236}">
                <a16:creationId xmlns:a16="http://schemas.microsoft.com/office/drawing/2014/main" id="{A98BE92A-9755-AE15-B4A4-1FDC0DBC7C8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0" name="Confidential" descr="{&quot;templafy&quot;:{&quot;id&quot;:&quot;e1b152e5-53a6-40c1-acf4-34f275cae1c7&quot;}}" hidden="1">
            <a:extLst>
              <a:ext uri="{FF2B5EF4-FFF2-40B4-BE49-F238E27FC236}">
                <a16:creationId xmlns:a16="http://schemas.microsoft.com/office/drawing/2014/main" id="{81990056-6B89-CFA7-4E7C-45F24B4D7E7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Public" descr="{&quot;templafy&quot;:{&quot;id&quot;:&quot;fbd83bc6-1acb-484a-81e7-4c7f916ce7eb&quot;}}">
            <a:extLst>
              <a:ext uri="{FF2B5EF4-FFF2-40B4-BE49-F238E27FC236}">
                <a16:creationId xmlns:a16="http://schemas.microsoft.com/office/drawing/2014/main" id="{51583ABD-977D-1686-D80C-B218197E49E9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ne content | gradient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9">
            <a:extLst>
              <a:ext uri="{FF2B5EF4-FFF2-40B4-BE49-F238E27FC236}">
                <a16:creationId xmlns:a16="http://schemas.microsoft.com/office/drawing/2014/main" id="{AC9803F7-6507-946C-3B0F-CF32CEB800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88" y="4437112"/>
            <a:ext cx="10729412" cy="2420888"/>
          </a:xfrm>
          <a:prstGeom prst="rect">
            <a:avLst/>
          </a:prstGeom>
        </p:spPr>
      </p:pic>
      <p:sp>
        <p:nvSpPr>
          <p:cNvPr id="11" name="Textplatzhalter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to add title</a:t>
            </a:r>
          </a:p>
        </p:txBody>
      </p:sp>
      <p:sp>
        <p:nvSpPr>
          <p:cNvPr id="23" name="Untertitel 2">
            <a:extLst>
              <a:ext uri="{FF2B5EF4-FFF2-40B4-BE49-F238E27FC236}">
                <a16:creationId xmlns:a16="http://schemas.microsoft.com/office/drawing/2014/main" id="{D801E2BB-B052-4468-B879-509BC0C4D90B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noProof="0" dirty="0"/>
              <a:t>Level</a:t>
            </a:r>
            <a:r>
              <a:rPr lang="en-US" dirty="0"/>
              <a:t> 1 </a:t>
            </a:r>
            <a:r>
              <a:rPr lang="en-GB" dirty="0"/>
              <a:t>(</a:t>
            </a:r>
            <a:r>
              <a:rPr lang="en-US" noProof="0" dirty="0"/>
              <a:t>This</a:t>
            </a:r>
            <a:r>
              <a:rPr lang="en-GB" dirty="0"/>
              <a:t>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</a:t>
            </a:r>
            <a:r>
              <a:rPr lang="en-GB" noProof="0" dirty="0"/>
              <a:t>points</a:t>
            </a:r>
            <a:r>
              <a:rPr lang="en-US" dirty="0"/>
              <a:t>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  <a:endParaRPr lang="de-DE" dirty="0"/>
          </a:p>
        </p:txBody>
      </p:sp>
      <p:sp>
        <p:nvSpPr>
          <p:cNvPr id="9" name="Fußzeilenplatzhalter 7" descr="{&quot;templafy&quot;:{&quot;id&quot;:&quot;f9d10145-04ce-4a22-ac57-e3c83150a809&quot;}}">
            <a:extLst>
              <a:ext uri="{FF2B5EF4-FFF2-40B4-BE49-F238E27FC236}">
                <a16:creationId xmlns:a16="http://schemas.microsoft.com/office/drawing/2014/main" id="{1339F54C-D8DB-2E3A-F317-318529A91FD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 noProof="0">
                <a:latin typeface="+mn-lt"/>
              </a:rPr>
              <a:t>© </a:t>
            </a:r>
            <a:r>
              <a:rPr lang="en-GB" sz="800" spc="20" baseline="0" noProof="0" dirty="0" err="1">
                <a:latin typeface="+mn-lt"/>
              </a:rPr>
              <a:t>Zühlke</a:t>
            </a:r>
            <a:endParaRPr lang="en-GB" sz="800" spc="20" baseline="0" noProof="0" dirty="0">
              <a:latin typeface="+mn-lt"/>
            </a:endParaRPr>
          </a:p>
        </p:txBody>
      </p:sp>
      <p:sp>
        <p:nvSpPr>
          <p:cNvPr id="10" name="Year" descr="{&quot;templafy&quot;:{&quot;id&quot;:&quot;c11c4ee8-81b2-48c7-a6e1-63f088b0e233&quot;}}">
            <a:extLst>
              <a:ext uri="{FF2B5EF4-FFF2-40B4-BE49-F238E27FC236}">
                <a16:creationId xmlns:a16="http://schemas.microsoft.com/office/drawing/2014/main" id="{40574D89-8C1F-8A4B-8585-3A9412033A83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96F06E1-6F2A-A764-5C2F-3FA6A6221E1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DFA5E-E6B0-4665-86E2-7F9A6420200A}" type="datetime1">
              <a:rPr lang="de-DE" smtClean="0"/>
              <a:pPr/>
              <a:t>08.09.2026</a:t>
            </a:fld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3D1AD8C-1BFE-9A3C-0A04-CD20BBDF183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255899-1BAE-4D5C-2802-05620A32649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Name" descr="{&quot;templafy&quot;:{&quot;id&quot;:&quot;da246afd-eafe-484a-a60d-9b43b7324718&quot;}}" title="UserProfile.Name">
            <a:extLst>
              <a:ext uri="{FF2B5EF4-FFF2-40B4-BE49-F238E27FC236}">
                <a16:creationId xmlns:a16="http://schemas.microsoft.com/office/drawing/2014/main" id="{4745F0C5-AF1B-DA83-4AF7-C4A87ED43608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  <p:sp>
        <p:nvSpPr>
          <p:cNvPr id="6" name="Strictly Confidential" descr="{&quot;templafy&quot;:{&quot;id&quot;:&quot;69e38442-a7f4-4b91-8a93-20b323899f34&quot;}}" hidden="1">
            <a:extLst>
              <a:ext uri="{FF2B5EF4-FFF2-40B4-BE49-F238E27FC236}">
                <a16:creationId xmlns:a16="http://schemas.microsoft.com/office/drawing/2014/main" id="{2EC6BB08-A53D-2FB7-D51B-9112BFF42AE3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" name="Restricted" descr="{&quot;templafy&quot;:{&quot;id&quot;:&quot;df237993-c1b8-4950-9ff4-1f96bd2e05c1&quot;}}" hidden="1">
            <a:extLst>
              <a:ext uri="{FF2B5EF4-FFF2-40B4-BE49-F238E27FC236}">
                <a16:creationId xmlns:a16="http://schemas.microsoft.com/office/drawing/2014/main" id="{2F8316AC-57BC-6F3D-E1CB-F942187D98C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Confidential" descr="{&quot;templafy&quot;:{&quot;id&quot;:&quot;addcc641-c720-4805-a044-ad91b9e2141a&quot;}}" hidden="1">
            <a:extLst>
              <a:ext uri="{FF2B5EF4-FFF2-40B4-BE49-F238E27FC236}">
                <a16:creationId xmlns:a16="http://schemas.microsoft.com/office/drawing/2014/main" id="{ED76945C-3AA8-82EE-B2C9-889D8403E297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4" name="Public" descr="{&quot;templafy&quot;:{&quot;id&quot;:&quot;16405761-2f40-48ab-adbd-9f0b46669282&quot;}}">
            <a:extLst>
              <a:ext uri="{FF2B5EF4-FFF2-40B4-BE49-F238E27FC236}">
                <a16:creationId xmlns:a16="http://schemas.microsoft.com/office/drawing/2014/main" id="{91129EFF-9F90-8F0E-A7BC-5D8F94259DD5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734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C35EA4"/>
          </p15:clr>
        </p15:guide>
        <p15:guide id="2" pos="393">
          <p15:clr>
            <a:srgbClr val="C35EA4"/>
          </p15:clr>
        </p15:guide>
        <p15:guide id="3" pos="7287">
          <p15:clr>
            <a:srgbClr val="C35EA4"/>
          </p15:clr>
        </p15:guide>
        <p15:guide id="4" orient="horz" pos="3884">
          <p15:clr>
            <a:srgbClr val="C35EA4"/>
          </p15:clr>
        </p15:guide>
        <p15:guide id="5" pos="4929">
          <p15:clr>
            <a:srgbClr val="C35EA4"/>
          </p15:clr>
        </p15:guide>
        <p15:guide id="6" pos="588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919f0938-577d-4b54-a820-79855e69df10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4" name="Strictly Confidential" descr="{&quot;templafy&quot;:{&quot;id&quot;:&quot;26b7f5da-a6f2-4c6e-8a06-cfd2927cb4f9&quot;}}" hidden="1">
            <a:extLst>
              <a:ext uri="{FF2B5EF4-FFF2-40B4-BE49-F238E27FC236}">
                <a16:creationId xmlns:a16="http://schemas.microsoft.com/office/drawing/2014/main" id="{EB7A1E92-C009-56EC-F987-1EBB6B064052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6" name="Restricted" descr="{&quot;templafy&quot;:{&quot;id&quot;:&quot;924a6879-59c5-4c47-ad82-7df672d8ddde&quot;}}" hidden="1">
            <a:extLst>
              <a:ext uri="{FF2B5EF4-FFF2-40B4-BE49-F238E27FC236}">
                <a16:creationId xmlns:a16="http://schemas.microsoft.com/office/drawing/2014/main" id="{78304E2C-D76F-2456-8633-314BD726A32B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7" name="Confidential" descr="{&quot;templafy&quot;:{&quot;id&quot;:&quot;cbc2b048-85e8-45c2-94b4-308560df8911&quot;}}" hidden="1">
            <a:extLst>
              <a:ext uri="{FF2B5EF4-FFF2-40B4-BE49-F238E27FC236}">
                <a16:creationId xmlns:a16="http://schemas.microsoft.com/office/drawing/2014/main" id="{591C8154-62BF-6BE3-97D9-C7E7789158C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Public" descr="{&quot;templafy&quot;:{&quot;id&quot;:&quot;72e680bd-45cf-4917-943e-827c25f9dcff&quot;}}">
            <a:extLst>
              <a:ext uri="{FF2B5EF4-FFF2-40B4-BE49-F238E27FC236}">
                <a16:creationId xmlns:a16="http://schemas.microsoft.com/office/drawing/2014/main" id="{120D845B-9A3F-D30F-FE80-F4F4A749CB5E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03542bf9-ff15-4683-9d0d-7fba46ed1e84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da198c31-01ce-49e3-9695-862858920b9a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f8cb18f1-e175-49df-b1a7-7957b8f5e5e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c804e6b3-aafb-475c-867a-fb25946db483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b8dc7d3-56b7-48aa-ba55-107e39bb382c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1a91a5e6-be32-4d0b-a4ff-a295fa0892ce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b0795fd8-6824-448a-b377-658130ed8dd3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fa29821e-0746-44d3-b411-e8c8c740f4ce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f9a2d3fb-29b4-4c08-9b06-1e2b9462c5b9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6e71ee88-ddab-4101-ba1a-fa72ee9abd83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7" name="Strictly Confidential" descr="{&quot;templafy&quot;:{&quot;id&quot;:&quot;0d930c8d-a4e4-46f0-a2fb-a1ad09b4a173&quot;}}" hidden="1">
            <a:extLst>
              <a:ext uri="{FF2B5EF4-FFF2-40B4-BE49-F238E27FC236}">
                <a16:creationId xmlns:a16="http://schemas.microsoft.com/office/drawing/2014/main" id="{D6A5A859-4CE8-2837-746E-F8B2E0E6F21F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68" name="Restricted" descr="{&quot;templafy&quot;:{&quot;id&quot;:&quot;a316e1cf-372f-4a06-a118-20b1c704e023&quot;}}" hidden="1">
            <a:extLst>
              <a:ext uri="{FF2B5EF4-FFF2-40B4-BE49-F238E27FC236}">
                <a16:creationId xmlns:a16="http://schemas.microsoft.com/office/drawing/2014/main" id="{61C71873-52D3-45F7-59C2-98B44A61CBDD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2" name="Confidential" descr="{&quot;templafy&quot;:{&quot;id&quot;:&quot;fbed5710-1bee-488e-9e7d-775108265cf5&quot;}}" hidden="1">
            <a:extLst>
              <a:ext uri="{FF2B5EF4-FFF2-40B4-BE49-F238E27FC236}">
                <a16:creationId xmlns:a16="http://schemas.microsoft.com/office/drawing/2014/main" id="{D0CCF352-5FE7-85C8-603C-8D9FD1E2CB4D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3" name="Public" descr="{&quot;templafy&quot;:{&quot;id&quot;:&quot;6014af1b-d4cc-4756-b3c6-2e6b121ff45f&quot;}}">
            <a:extLst>
              <a:ext uri="{FF2B5EF4-FFF2-40B4-BE49-F238E27FC236}">
                <a16:creationId xmlns:a16="http://schemas.microsoft.com/office/drawing/2014/main" id="{DDC0E9FF-D178-AF74-F5DF-8B06BE4DAB13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Name" descr="{&quot;templafy&quot;:{&quot;id&quot;:&quot;2a48145c-16a0-4da3-8765-3ad6c48fb42a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45" r:id="rId22"/>
    <p:sldLayoutId id="2147483737" r:id="rId23"/>
    <p:sldLayoutId id="2147483743" r:id="rId24"/>
    <p:sldLayoutId id="2147483662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Atomizing, parallelising and caching a Cypress suite — without Nx Cloud</a:t>
            </a:r>
          </a:p>
        </p:txBody>
      </p:sp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800" b="0" i="0">
                <a:solidFill>
                  <a:srgbClr val="FFFFFF"/>
                </a:solidFill>
                <a:latin typeface="AA Zuehlke Medium"/>
              </a:rPr>
              <a:t>Scaling E2E Tests the Smart Way with Nx</a:t>
            </a:r>
          </a:p>
        </p:txBody>
      </p:sp>
      <p:pic>
        <p:nvPicPr>
          <p:cNvPr id="7" name="Picture 6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00200"/>
            <a:ext cx="1508760" cy="1508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0" y="1783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Vladimir Radzivil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219456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Principal Consultant &amp; Partner, Zuhlke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3474720"/>
            <a:ext cx="1920240" cy="1920240"/>
          </a:xfrm>
          <a:prstGeom prst="roundRect">
            <a:avLst>
              <a:gd name="adj" fmla="val 3809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1" name="Picture 10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3566160"/>
            <a:ext cx="1737360" cy="1737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5240" y="54864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Connect on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29a2a74-4986-47bd-88bf-6a6e4dee2cd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WHY THIS TOPIC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This one is not about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636776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600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842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Configuration and a task graph. No model, no prompt, no vendor.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660904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624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from a real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0083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Fifteen applications and a suite that outgrew one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685032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648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applies to most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03250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 tests plus a monorepo is the only precondition.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709160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7258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You can use it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0566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It is in the open-source plugin you already depend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Unglamorous, free, and sitting in a plugin you already depend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b661e29-50e9-4c7d-9cb5-9672c174015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E2E is the slowest signal you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1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971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atomizer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One target per spec file, generated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 23 gates the wrapper behind Nx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1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Parallel, no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The same command locally and on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Why a re-run only executes the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apps, 30 targets, and a real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44e2aec-bac1-4cba-84b8-383b9f88a74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1c07712-ba74-4ec8-9766-55ab03dc722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Fewer hands. Some laughter.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feab1e3-61a8-4280-bf0a-3ee7e0040a89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Fewer hands. Some laughter.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57031" y="2057400"/>
            <a:ext cx="502920" cy="502920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blocks a PR on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1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Almost none.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4572000"/>
            <a:ext cx="10945368" cy="914400"/>
          </a:xfrm>
          <a:prstGeom prst="roundRect">
            <a:avLst>
              <a:gd name="adj" fmla="val 8000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"/>
              </a:rPr>
              <a:t>The distance between the first hand and the last one is this talk. Nobody blocks a merge on a suite that takes an hour and fails for reasons nobody trusts.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ff56900-3068-44f9-b916-844c1c8e1c1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Change got cheap. Confidence did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Writing the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CC66"/>
                </a:solidFill>
                <a:latin typeface="AA Zuehlke Medium"/>
              </a:rPr>
              <a:t>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AI writes it, reviews it, refactors it. That cost collapsed.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Trusting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9900"/>
                </a:solidFill>
                <a:latin typeface="AA Zuehlke Medium"/>
              </a:rPr>
              <a:t>AN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suite, same nightly run, same shrug. That cost did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657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What it should cost instead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Today — every change runs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6592" y="4169663"/>
            <a:ext cx="45720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5751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60m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365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Target — an isolated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6592" y="4791455"/>
            <a:ext cx="761999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5751" y="4736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Ten minutes is a coffee. An hour is a context switch — so the suite moves to nightly, and nightly means nobody is gating on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6a562c1-5e65-43ea-9594-f243beb7db4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EXAMPLE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repo, three apps, one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10945368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“A build system with smart caching and task orchestration.”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nx.dev  ·  It knows what depends on what, so it can skip work. It does not run your tests — Cypress still does that.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1480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04672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docs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formatting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AA Zuehlke"/>
              </a:rPr>
              <a:t>shared libs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1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that can run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Thirty files, but only three things you can actually run — one e2e task per app.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83ae4f28-d5ce-4a1b-b609-eae0e9f0ded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BASELINE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So how fast is the feedback?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nx run-many -t e2e --parallel=1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shop-e2e    10 specs ....... 1m 33s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admin-e2e   10 specs ....... 1m 20s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docs-e2e    10 specs ....... 1m 27s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  ─────────────────────────────────────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Run duration:              4m 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37744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9900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5176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for one opinion on whether your change is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apps. One process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And this is the small version. Fifteen apps and 1,500 tests is the project this came from — same shape, different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33edc87-e13f-4494-9244-c08fb227ba8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WISH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Imagine you could run only…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…what the change touched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Not the whole suite. The apps the diff can actually break.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…several specs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 the cores you already paid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…the same way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One command, identical locally and on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…only what failed last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 retry that skips the 28 specs that already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85B9C"/>
                </a:solidFill>
                <a:latin typeface="AA Zuehlke Medium"/>
              </a:rPr>
              <a:t>All four are configuration. None of them need a subscription.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e109ca3-f50f-4058-b95d-594e5045fe1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THE ATOMIZER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task becomes one task per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FF9900"/>
                </a:solidFill>
                <a:latin typeface="Consolas"/>
              </a:rPr>
              <a:t>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one task, ten specs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985B9C"/>
                </a:solidFill>
                <a:latin typeface="AA Zuehlke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600200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167128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6712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734056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73405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e2e-ci--src/e2e/cart-add.cy.ts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300984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3009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e2e-ci--src/e2e/checkout.cy.ts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867912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8679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66344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globs the spec files and generates one cacheable target per file. Nobody maintains this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7599247-43f5-49c6-bd90-cc455bdaf7f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Turning it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1 · Add the plugin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920240"/>
            <a:ext cx="5120640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1830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0CC66"/>
                </a:solidFill>
                <a:latin typeface="Consolas"/>
              </a:rPr>
              <a:t>nx add @nx/cypress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2 · It registers this in nx.json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154680"/>
            <a:ext cx="51206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7183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  "plugin": "@nx/cypress/plugin",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"options": 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"targetName": "e2e",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"ciTargetName": "e2e-ci"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}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3 · Ask what you got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25780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485546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e2e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e2e-ci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One target per file path — not spec1, spec2, spec3.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2162b20e-d4b9-484f-ac73-02d7f35792f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03 · THE CATCH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Then Nx 23 tells you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nx run-many -t e2e-ci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514600"/>
            <a:ext cx="10945368" cy="1600200"/>
          </a:xfrm>
          <a:prstGeom prst="roundRect">
            <a:avLst>
              <a:gd name="adj" fmla="val 457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79191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AA Zuehlke Medium"/>
              </a:rPr>
              <a:t>NX   The following tasks should only be run with Nx Cloud: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admin-e2e:e2e-ci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docs-e2e:e2e-ci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shop-e2e:e2e-ci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Please enable Nx Cloud or use the slower "e2e"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4348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35F00"/>
                </a:solidFill>
                <a:latin typeface="AA Zuehlke Medium"/>
              </a:rPr>
              <a:t>So now it is a procurement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5020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9377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Nx Cloud is a premium service from Nx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5431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4924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Is it approved in your organisation?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5843016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6072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35F00"/>
                </a:solidFill>
                <a:latin typeface="AA Zuehlke Medium"/>
              </a:rPr>
              <a:t>If not approved — you are blocked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ba40d6c-69f5-4c65-9da3-b10dd5207de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PARALLEL, NO CLOUD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Ask for the list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C8C8C"/>
                </a:solidFill>
                <a:latin typeface="Consolas"/>
              </a:rPr>
              <a:t># the wrapper is gated — the leaves are not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e2e-ci--src/e2e/catalog.cy.ts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e2e-ci--src/e2e/search.cy.ts  …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CC66"/>
                </a:solidFill>
                <a:latin typeface="Consolas"/>
              </a:rPr>
              <a:t>nx run-many --targets=&lt;that list&gt;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83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C8C8C"/>
                </a:solidFill>
                <a:latin typeface="AA Zuehlke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0CC66"/>
                </a:solidFill>
                <a:latin typeface="AA Zuehlke Medium"/>
              </a:rPr>
              <a:t>2m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laptop, one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297680"/>
            <a:ext cx="10945368" cy="1325880"/>
          </a:xfrm>
          <a:prstGeom prst="roundRect">
            <a:avLst>
              <a:gd name="adj" fmla="val 5517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622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part people 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791456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Atomize and run them serially and you get 5m 40s — 31% SLOWER than not splitting at all, because every spec now boots its own Cypress. Splitting is not a speedup. It is the precondition for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1ff4e600-07a5-42d5-be97-852fb6314fa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runner per app, not per shard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- id: list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run: echo "projects=$(node tools/e2e-targets.mjs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      --projects-json)" &gt;&gt; "$GITHUB_OUTPUT"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strategy: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matrix: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  project: ${{ fromJson(needs.discover.outputs.projects) }}</a:t>
            </a:r>
          </a:p>
        </p:txBody>
      </p:sp>
      <p:sp>
        <p:nvSpPr>
          <p:cNvPr id="6" name="Oval 5"/>
          <p:cNvSpPr/>
          <p:nvPr/>
        </p:nvSpPr>
        <p:spPr>
          <a:xfrm>
            <a:off x="7589520" y="1728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The matrix comes from the graph — a 4th app adds a runner by itself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229514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12848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One preview server per runner, nothing to balance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2862072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79776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35F00"/>
                </a:solidFill>
                <a:latin typeface="AA Zuehlke"/>
              </a:rPr>
              <a:t>Costs ~40s up front: discovery needs npm ci first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3429000"/>
            <a:ext cx="68580" cy="68580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46704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804D"/>
                </a:solidFill>
                <a:latin typeface="AA Zuehlke Medium"/>
              </a:rPr>
              <a:t>3m 44s on one machine → 1m 53s across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1148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Why not shard by index?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Three servers, not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A shard spanning apps builds and boots every app on that runner.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Nothing to rebalance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Similar-sized apps are already 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run-many is a cross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shop and admin both have login.cy.ts. A cross-app shard runs the wrong 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14ba5df-33f9-46bc-93f3-d97a66fc7e3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CACHE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Run it again. Nothing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353312"/>
          </a:xfrm>
          <a:prstGeom prst="roundRect">
            <a:avLst>
              <a:gd name="adj" fmla="val 5405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$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Run duration:      134ms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Cache:             11/12 hit (92%)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Nothing changed, so nothing ran. Nx hashed each task's inputs — the spec file, the app source it depends on, the Cypress version — and replayed the stored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134ms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instead of 41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11/12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Cypress processes started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6653380-4a23-41fa-ba33-763d60a24dd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05 · THE PAYOFF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retry only runs what failed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npm run demo:break &amp;&amp;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2 failed  ·  Run duration: 39s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node tools/run-e2e.mjs --project=shop-e2e --parallel=5     # nothing changed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Cache: 9/10 hit  ·  Run duration: 28s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Failed: cart-totals.cy.ts, checkout-happy-path.cy.ts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eight that passed are cache hits. Only the two that failed re-execute — because Nx never caches a failed task. No test-name bookkeeping, no --only-failures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First run, 2 specs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28s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Retry: 9 of 10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Specs that actually 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2aaeeb1-d2a7-4560-8b64-49ec13925f9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BIT THAT SURPRISES PEOPLE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 cache is content-addressed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Green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cached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99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Seed the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  <a:latin typeface="AA Zuehlke Medium"/>
              </a:rPr>
              <a:t>2 fail, 8 cached at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3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Revert the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all 10 replay — 206ms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Undoing a change gives you your old results back. Nx already knows the answer for that exact input.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6634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D9F2FF"/>
          </a:solidFill>
          <a:ln w="12700">
            <a:solidFill>
              <a:srgbClr val="009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8463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key is built from inputs, not from the commit. A commit that touched only this deck restored the previous commit's cache: 33/36 hits, 119ms, and the CI job went from 3m 44s to 35s.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665b71b-fe97-4234-bd44-2e5393c79d1f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Climb only as far as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 · Un-atomized, one process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8032" y="1746504"/>
            <a:ext cx="3775934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41126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4m 20s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40487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2 · Atomized, but still serial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828032" y="2459736"/>
            <a:ext cx="4937760" cy="256032"/>
          </a:xfrm>
          <a:prstGeom prst="rect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2952" y="240487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5m 40s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11810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 · Atomized, 5 at a time, one machine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8032" y="3172968"/>
            <a:ext cx="203319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8387" y="311810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2m 20s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831335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 · One runner per 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3886199"/>
            <a:ext cx="79875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3947" y="3831335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55s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44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— · Re-run, nothing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28032" y="4599432"/>
            <a:ext cx="72614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7806" y="454456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5440680"/>
            <a:ext cx="10945368" cy="777240"/>
          </a:xfrm>
          <a:prstGeom prst="roundRect">
            <a:avLst>
              <a:gd name="adj" fmla="val 941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6235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Rung 2 is the honest one: at 30 specs, atomizing without parallelism is 31% slower than not atomizing at 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8d1ffa9-9f24-44a9-ad1d-5b47652d2c3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GRAPH EARNS ITS KEEP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Let the graph pick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YOU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227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NX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shop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85632" y="20482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20482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admin + docs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7340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7340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apps/docs/**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5632" y="34198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4198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10 targets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 README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nothing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1056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41056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0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94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This is the argument for keeping e2e in the monorepo: the graph already knows which apps a shared component can break.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16f93c2-06c9-4ef6-b18a-b38e761f036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FROM A REAL PROJECT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Fifteen apps, and what changed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every E2E suite reviewed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1K → 1.5K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deleted a lot, added more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code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and stable, not "mostly"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CI build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4903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Before — whole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3803903"/>
            <a:ext cx="36576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whole 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2191" y="4425695"/>
            <a:ext cx="1905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4352" y="4370831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9262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one app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22191" y="5047488"/>
            <a:ext cx="762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352" y="4992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370332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BFF2D9"/>
          </a:solidFill>
          <a:ln w="12700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3192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Half the Actions bill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Minutes are billed. Cache hits are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647892d-5a44-4aa1-b48e-5ba4e2a5163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YOUR TURN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Same problem? Start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75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Everything in this talk, measured and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34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Point your agent at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18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"Apply this Nx atomizer + cache setup to my repo."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7763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776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Measure before you believe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61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npm run e2e:benchmark, on your machine, on your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5349240"/>
            <a:ext cx="731520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349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60020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39776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Clone the demo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551b76e9-e6d7-4cc7-9a9e-f9ac910f70c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Feedback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"/>
              </a:rPr>
              <a:t>Take a minute to give your feedback — it makes the next session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TO TAKE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27797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69748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is generated, not maintained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31912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alone is not a speedup — concurrency is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6027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52044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cache is the retry story: failures are never cached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4014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93192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Distribute by app before you distribute by index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42569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4340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None of it needs Nx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7" name="Picture 16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77439" cy="23774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03920" y="425195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Session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6235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linkedin.com/in/vladimirradzivil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9295679-8ee8-471a-89e6-1ae394c0992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600" b="0" i="0">
                <a:solidFill>
                  <a:srgbClr val="FFFFFF"/>
                </a:solidFill>
                <a:latin typeface="AA Zuehlke Medium"/>
              </a:rPr>
              <a:t>Appendix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Kept back for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IS BACK HERE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34655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38328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Six things that will bite you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3877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Nx 23 cache-location trap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0" y="4288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20624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Xvfb collisions when Cypress runs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3bf8fe0-c61e-483b-bcf2-515c95fc936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BEFORE YOU TRY THIS AT 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Six things that will bite you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655064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550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Per-task startup 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16002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atomized target boots Cypress. Parallelism has to beat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40487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4048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3500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e2e-ci is gated on Nx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235000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wrapper needs Nx Cloud. The leaf targets do not.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3154679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15467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099815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cache is not in .nx/cache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3099815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23 puts it in ~/.nx/&lt;hash&gt;/cache. Most CI recipes cache the wrong path.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904487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90448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84962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 Cypress fights over :99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84962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process spawns its own Xvfb. Start one and export DISPLAY.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654295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654295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599431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Cache the Cypress binary in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4599431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Otherwise every shard re-downloads ~200 MB.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5404103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540410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3492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App changes invalidate everything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53492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Correct, but it limits when failure-only retries help.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a293be2-ca0c-4c84-a5de-d9fe41747c8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SS0W9a7Msxtj74vRSLg5pFGPNg16z3hLckrjz3UFUok="}]}]]></TemplafyFormConfiguration>
</file>

<file path=customXml/item2.xml><?xml version="1.0" encoding="utf-8"?>
<TemplafySlideTemplateConfiguration><![CDATA[{"slideVersion":1,"isValidatorEnabled":false,"isLocked":false,"elementsMetadata":[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9","enableDocumentContentUpdater":false,"version":"2.0"}]]></TemplafySlideTemplateConfiguratio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SlideTemplateConfiguration><![CDATA[{"slideVersion":1,"isValidatorEnabled":false,"isLocked":false,"elementsMetadata":[],"slideId":"1203479343598403588","enableDocumentContentUpdater":false,"version":"2.0"}]]></TemplafySlideTemplateConfiguration>
</file>

<file path=customXml/item5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f9a2d3fb-29b4-4c08-9b06-1e2b9462c5b9","elementConfiguration":{"type":"text","disableUpdates":false}},{"type":"shape","id":"6e71ee88-ddab-4101-ba1a-fa72ee9abd83","elementConfiguration":{"binding":"{{FormatDateTime(Now(),Translate(\"Format_CustomD\",UserProfile.DocumentLanguage.Language.Language),UserProfile.DocumentLanguage.Language.Language)}}","visibility":"","type":"text","disableUpdates":false}},{"type":"shape","id":"0d930c8d-a4e4-46f0-a2fb-a1ad09b4a173","elementConfiguration":{"visibility":"{{IfElse(Equals(Form.Privacy_Information.Name, \"Strictly Confidential\"), VisibilityType.Visible, VisibilityType.Hidden)}}","type":"text","disableUpdates":false}},{"type":"shape","id":"a316e1cf-372f-4a06-a118-20b1c704e023","elementConfiguration":{"visibility":"{{IfElse(Equals(Form.Privacy_Information.Name, \"Restricted\"), VisibilityType.Visible, VisibilityType.Hidden)}}","type":"text","disableUpdates":false}},{"type":"shape","id":"fbed5710-1bee-488e-9e7d-775108265cf5","elementConfiguration":{"visibility":"{{IfElse(Equals(Form.Privacy_Information.Name, \"Confidential\"), VisibilityType.Visible, VisibilityType.Hidden)}}","type":"text","disableUpdates":false}},{"type":"shape","id":"6014af1b-d4cc-4756-b3c6-2e6b121ff45f","elementConfiguration":{"visibility":"{{IfElse(Equals(Form.Privacy_Information.Name, \"Public\"), VisibilityType.Visible, VisibilityType.Hidden)}}","type":"text","disableUpdates":false}},{"type":"shape","id":"2a48145c-16a0-4da3-8765-3ad6c48fb42a","elementConfiguration":{"binding":"{{UserProfile.Name}}","type":"text","disableUpdates":false}},{"type":"shape","id":"8da2efac-df4b-4bc4-97e9-2e43a7cf8120","elementConfiguration":{"visibility":"{{IfElse(Equals(Form.Privacy_Information.Name, \"Strictly Confidential\"), VisibilityType.Visible, VisibilityType.Hidden)}}","type":"text","disableUpdates":false}},{"type":"shape","id":"2657aa09-e5cc-41f7-89e0-d902c6905f3a","elementConfiguration":{"visibility":"{{IfElse(Equals(Form.Privacy_Information.Name, \"Restricted\"), VisibilityType.Visible, VisibilityType.Hidden)}}","type":"text","disableUpdates":false}},{"type":"shape","id":"b0ec8b90-8ab9-42c1-b7aa-0c426ebeb139","elementConfiguration":{"visibility":"{{IfElse(Equals(Form.Privacy_Information.Name, \"Confidential\"), VisibilityType.Visible, VisibilityType.Hidden)}}","type":"text","disableUpdates":false}},{"type":"shape","id":"43a2a11d-1ad7-4120-b41c-bad828eaef9c","elementConfiguration":{"visibility":"{{IfElse(Equals(Form.Privacy_Information.Name, \"Public\"), VisibilityType.Visible, VisibilityType.Hidden)}}","type":"text","disableUpdates":false}},{"type":"shape","id":"9115427a-ca6d-4b62-b8f2-312a7a01b01d","elementConfiguration":{"visibility":"{{IfElse(Equals(Form.Privacy_Information.Name, \"Strictly Confidential\"), VisibilityType.Visible, VisibilityType.Hidden)}}","type":"text","disableUpdates":false}},{"type":"shape","id":"d9e384c8-8057-44af-9546-17be25aa59fe","elementConfiguration":{"visibility":"{{IfElse(Equals(Form.Privacy_Information.Name, \"Restricted\"), VisibilityType.Visible, VisibilityType.Hidden)}}","type":"text","disableUpdates":false}},{"type":"shape","id":"e1b152e5-53a6-40c1-acf4-34f275cae1c7","elementConfiguration":{"visibility":"{{IfElse(Equals(Form.Privacy_Information.Name, \"Confidential\"), VisibilityType.Visible, VisibilityType.Hidden)}}","type":"text","disableUpdates":false}},{"type":"shape","id":"fbd83bc6-1acb-484a-81e7-4c7f916ce7eb","elementConfiguration":{"visibility":"{{IfElse(Equals(Form.Privacy_Information.Name, \"Public\"), VisibilityType.Visible, VisibilityType.Hidden)}}","type":"text","disableUpdates":false}},{"type":"shape","id":"1a91a5e6-be32-4d0b-a4ff-a295fa0892ce","elementConfiguration":{"binding":"{{FormatDateTime(Now(),Translate(\"Format_CustomD\",UserProfile.DocumentLanguage.Language.Language),UserProfile.DocumentLanguage.Language.Language)}}","visibility":"","type":"text","disableUpdates":false}},{"type":"shape","id":"b0795fd8-6824-448a-b377-658130ed8dd3","elementConfiguration":{"type":"text","disableUpdates":false}},{"type":"shape","id":"fa29821e-0746-44d3-b411-e8c8c740f4ce","elementConfiguration":{"binding":"{{UserProfile.Name}}","type":"text","disableUpdates":false}},{"type":"shape","id":"f8cb18f1-e175-49df-b1a7-7957b8f5e5e4","elementConfiguration":{"binding":"{{FormatDateTime(Now(),Translate(\"Format_CustomD\",UserProfile.DocumentLanguage.Language.Language),UserProfile.DocumentLanguage.Language.Language)}}","visibility":"","type":"text","disableUpdates":false}},{"type":"shape","id":"c804e6b3-aafb-475c-867a-fb25946db483","elementConfiguration":{"type":"text","disableUpdates":false}},{"type":"shape","id":"1b8dc7d3-56b7-48aa-ba55-107e39bb382c","elementConfiguration":{"binding":"{{UserProfile.Name}}","type":"text","disableUpdates":false}},{"type":"shape","id":"919f0938-577d-4b54-a820-79855e69df10","elementConfiguration":{"binding":"{{FormatDateTime(Now(),Translate(\"Format_CustomD\",UserProfile.DocumentLanguage.Language.Language),UserProfile.DocumentLanguage.Language.Language)}}","visibility":"","type":"text","disableUpdates":false}},{"type":"shape","id":"26b7f5da-a6f2-4c6e-8a06-cfd2927cb4f9","elementConfiguration":{"visibility":"{{IfElse(Equals(Form.Privacy_Information.Name, \"Strictly Confidential\"), VisibilityType.Visible, VisibilityType.Hidden)}}","type":"text","disableUpdates":false}},{"type":"shape","id":"924a6879-59c5-4c47-ad82-7df672d8ddde","elementConfiguration":{"visibility":"{{IfElse(Equals(Form.Privacy_Information.Name, \"Restricted\"), VisibilityType.Visible, VisibilityType.Hidden)}}","type":"text","disableUpdates":false}},{"type":"shape","id":"cbc2b048-85e8-45c2-94b4-308560df8911","elementConfiguration":{"visibility":"{{IfElse(Equals(Form.Privacy_Information.Name, \"Confidential\"), VisibilityType.Visible, VisibilityType.Hidden)}}","type":"text","disableUpdates":false}},{"type":"shape","id":"72e680bd-45cf-4917-943e-827c25f9dcff","elementConfiguration":{"visibility":"{{IfElse(Equals(Form.Privacy_Information.Name, \"Public\"), VisibilityType.Visible, VisibilityType.Hidden)}}","type":"text","disableUpdates":false}},{"type":"shape","id":"03542bf9-ff15-4683-9d0d-7fba46ed1e84","elementConfiguration":{"type":"text","disableUpdates":false}},{"type":"shape","id":"da198c31-01ce-49e3-9695-862858920b9a","elementConfiguration":{"binding":"{{UserProfile.Name}}","type":"text","disableUpdates":false}},{"type":"shape","id":"4bbb2971-a795-40b7-abdf-fb9b9a2e1fff","elementConfiguration":{"visibility":"{{IfElse(Equals(Form.Privacy_Information.Name, \"Strictly Confidential\"), VisibilityType.Visible, VisibilityType.Hidden)}}","type":"text","disableUpdates":false}},{"type":"shape","id":"92f569b2-e339-4c03-9312-69c886fb6143","elementConfiguration":{"visibility":"{{IfElse(Equals(Form.Privacy_Information.Name, \"Restricted\"), VisibilityType.Visible, VisibilityType.Hidden)}}","type":"text","disableUpdates":false}},{"type":"shape","id":"e4089d13-fcff-464e-86b5-d908813ef37d","elementConfiguration":{"visibility":"{{IfElse(Equals(Form.Privacy_Information.Name, \"Confidential\"), VisibilityType.Visible, VisibilityType.Hidden)}}","type":"text","disableUpdates":false}},{"type":"shape","id":"b76f8af2-9b68-4d95-b3cf-21363d414963","elementConfiguration":{"visibility":"{{IfElse(Equals(Form.Privacy_Information.Name, \"Public\"), VisibilityType.Visible, VisibilityType.Hidden)}}","type":"text","disableUpdates":false}},{"type":"shape","id":"f9d10145-04ce-4a22-ac57-e3c83150a809","elementConfiguration":{"type":"text","disableUpdates":false}},{"type":"shape","id":"c11c4ee8-81b2-48c7-a6e1-63f088b0e233","elementConfiguration":{"binding":"{{FormatDateTime(Now(),Translate(\"Format_CustomD\",UserProfile.DocumentLanguage.Language.Language),UserProfile.DocumentLanguage.Language.Language)}}","visibility":"","type":"text","disableUpdates":false}},{"type":"shape","id":"da246afd-eafe-484a-a60d-9b43b7324718","elementConfiguration":{"binding":"{{UserProfile.Name}}","type":"text","disableUpdates":false}},{"type":"shape","id":"69e38442-a7f4-4b91-8a93-20b323899f34","elementConfiguration":{"visibility":"{{IfElse(Equals(Form.Privacy_Information.Name, \"Strictly Confidential\"), VisibilityType.Visible, VisibilityType.Hidden)}}","type":"text","disableUpdates":false}},{"type":"shape","id":"df237993-c1b8-4950-9ff4-1f96bd2e05c1","elementConfiguration":{"visibility":"{{IfElse(Equals(Form.Privacy_Information.Name, \"Restricted\"), VisibilityType.Visible, VisibilityType.Hidden)}}","type":"text","disableUpdates":false}},{"type":"shape","id":"addcc641-c720-4805-a044-ad91b9e2141a","elementConfiguration":{"visibility":"{{IfElse(Equals(Form.Privacy_Information.Name, \"Confidential\"), VisibilityType.Visible, VisibilityType.Hidden)}}","type":"text","disableUpdates":false}},{"type":"shape","id":"16405761-2f40-48ab-adbd-9f0b46669282","elementConfiguration":{"visibility":"{{IfElse(Equals(Form.Privacy_Information.Name, \"Public\"), VisibilityType.Visible, VisibilityType.Hidden)}}","type":"text","disableUpdates":false}},{"type":"shape","id":"66c3ba53-4b91-4203-a4d3-cb0cbe6a9915","elementConfiguration":{"type":"text","disableUpdates":false}},{"type":"shape","id":"9c90a46e-c052-412c-a81b-dd51d56196c9","elementConfiguration":{"binding":"{{FormatDateTime(Now(),Translate(\"Format_CustomD\",UserProfile.DocumentLanguage.Language.Language),UserProfile.DocumentLanguage.Language.Language)}}","visibility":"","type":"text","disableUpdates":false}},{"type":"shape","id":"3eddb78a-7e4f-4e89-9eed-f66e9a676648","elementConfiguration":{"binding":"{{UserProfile.Name}}","type":"text","disableUpdates":false}}],"transformationConfigurations":[],"templateName":"Zuehlke Master (English)","templateDescription":"","enableDocumentContentUpdater":true,"version":"2.0"}]]></Templafy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1203479343598403587","enableDocumentContentUpdater":false,"version":"2.0"}]]></TemplafySlideTemplateConfiguration>
</file>

<file path=customXml/item14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],"slideId":"1203479343598403584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203479343598403586","enableDocumentContentUpdater":false,"version":"2.0"}]]></TemplafySlideTemplateConfiguration>
</file>

<file path=customXml/item17.xml><?xml version="1.0" encoding="utf-8"?>
<TemplafySlideTemplateConfiguration><![CDATA[{"slideVersion":1,"isValidatorEnabled":false,"isLocked":false,"elementsMetadata":[],"slideId":"1203479343598403590","enableDocumentContentUpdater":false,"version":"2.0"}]]></TemplafySlideTemplateConfiguration>
</file>

<file path=customXml/item18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,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5","enableDocumentContentUpdater":false,"version":"2.0"}]]></TemplafySlideTemplate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Props1.xml><?xml version="1.0" encoding="utf-8"?>
<ds:datastoreItem xmlns:ds="http://schemas.openxmlformats.org/officeDocument/2006/customXml" ds:itemID="{A0CB3283-4520-48D0-9091-1EFB3339413D}">
  <ds:schemaRefs/>
</ds:datastoreItem>
</file>

<file path=customXml/itemProps2.xml><?xml version="1.0" encoding="utf-8"?>
<ds:datastoreItem xmlns:ds="http://schemas.openxmlformats.org/officeDocument/2006/customXml" ds:itemID="{BEA230BA-CF47-4EC1-BDC9-FC78D3CB07E3}">
  <ds:schemaRefs/>
</ds:datastoreItem>
</file>

<file path=customXml/itemProps3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D867A23E-5795-4DD5-8A99-319190F01A2F}">
  <ds:schemaRefs/>
</ds:datastoreItem>
</file>

<file path=customXml/itemProps5.xml><?xml version="1.0" encoding="utf-8"?>
<ds:datastoreItem xmlns:ds="http://schemas.openxmlformats.org/officeDocument/2006/customXml" ds:itemID="{2F4F5371-32E0-4476-9834-9CD367751799}">
  <ds:schemaRefs/>
</ds:datastoreItem>
</file>

<file path=customXml/itemProps6.xml><?xml version="1.0" encoding="utf-8"?>
<ds:datastoreItem xmlns:ds="http://schemas.openxmlformats.org/officeDocument/2006/customXml" ds:itemID="{F9A18D02-A2C2-4261-A241-3E2CF7F6F7F9}">
  <ds:schemaRefs/>
</ds:datastoreItem>
</file>

<file path=customXml/itemProps7.xml><?xml version="1.0" encoding="utf-8"?>
<ds:datastoreItem xmlns:ds="http://schemas.openxmlformats.org/officeDocument/2006/customXml" ds:itemID="{08B13985-6CF8-4AB0-9768-993D8F90E5F4}">
  <ds:schemaRefs/>
</ds:datastoreItem>
</file>

<file path=customXml/itemProps8.xml><?xml version="1.0" encoding="utf-8"?>
<ds:datastoreItem xmlns:ds="http://schemas.openxmlformats.org/officeDocument/2006/customXml" ds:itemID="{28C85CB8-C4E2-42B6-9E95-8E3EDB1A7CC4}">
  <ds:schemaRefs/>
</ds:datastoreItem>
</file>

<file path=customXml/itemProps9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1FA2AC4C-890C-4270-8BD8-2E542A02D443}">
  <ds:schemaRefs/>
</ds:datastoreItem>
</file>

<file path=customXml/itemProps11.xml><?xml version="1.0" encoding="utf-8"?>
<ds:datastoreItem xmlns:ds="http://schemas.openxmlformats.org/officeDocument/2006/customXml" ds:itemID="{27782F60-7E3D-49D7-A0B2-62CC028FAADE}">
  <ds:schemaRefs/>
</ds:datastoreItem>
</file>

<file path=customXml/itemProps12.xml><?xml version="1.0" encoding="utf-8"?>
<ds:datastoreItem xmlns:ds="http://schemas.openxmlformats.org/officeDocument/2006/customXml" ds:itemID="{CB6852FD-F9F1-40F4-B086-32DF2654FF3B}">
  <ds:schemaRefs/>
</ds:datastoreItem>
</file>

<file path=customXml/itemProps13.xml><?xml version="1.0" encoding="utf-8"?>
<ds:datastoreItem xmlns:ds="http://schemas.openxmlformats.org/officeDocument/2006/customXml" ds:itemID="{C5549640-A40C-4226-A9A4-234581C6F866}">
  <ds:schemaRefs/>
</ds:datastoreItem>
</file>

<file path=customXml/itemProps14.xml><?xml version="1.0" encoding="utf-8"?>
<ds:datastoreItem xmlns:ds="http://schemas.openxmlformats.org/officeDocument/2006/customXml" ds:itemID="{C65D688C-6FD8-4FAB-997F-2EBF6B1504CC}">
  <ds:schemaRefs/>
</ds:datastoreItem>
</file>

<file path=customXml/itemProps15.xml><?xml version="1.0" encoding="utf-8"?>
<ds:datastoreItem xmlns:ds="http://schemas.openxmlformats.org/officeDocument/2006/customXml" ds:itemID="{509A2AFD-CBB8-4E48-B9A0-095779E78791}">
  <ds:schemaRefs/>
</ds:datastoreItem>
</file>

<file path=customXml/itemProps16.xml><?xml version="1.0" encoding="utf-8"?>
<ds:datastoreItem xmlns:ds="http://schemas.openxmlformats.org/officeDocument/2006/customXml" ds:itemID="{83F0AFE1-6C28-4D84-808A-C819A5CE5F61}">
  <ds:schemaRefs/>
</ds:datastoreItem>
</file>

<file path=customXml/itemProps17.xml><?xml version="1.0" encoding="utf-8"?>
<ds:datastoreItem xmlns:ds="http://schemas.openxmlformats.org/officeDocument/2006/customXml" ds:itemID="{5B858460-49E7-4CB7-ADC1-640DEDD2134A}">
  <ds:schemaRefs/>
</ds:datastoreItem>
</file>

<file path=customXml/itemProps18.xml><?xml version="1.0" encoding="utf-8"?>
<ds:datastoreItem xmlns:ds="http://schemas.openxmlformats.org/officeDocument/2006/customXml" ds:itemID="{1EDC73C4-980C-4903-821E-23EBD184EB84}">
  <ds:schemaRefs/>
</ds:datastoreItem>
</file>

<file path=customXml/itemProps19.xml><?xml version="1.0" encoding="utf-8"?>
<ds:datastoreItem xmlns:ds="http://schemas.openxmlformats.org/officeDocument/2006/customXml" ds:itemID="{D19BEC73-69CB-414A-A7BE-653B795EEE32}">
  <ds:schemaRefs>
    <ds:schemaRef ds:uri="http://schemas.microsoft.com/sharepoint/v3"/>
    <ds:schemaRef ds:uri="http://purl.org/dc/elements/1.1/"/>
    <ds:schemaRef ds:uri="22a3f1e7-1ad8-4567-967d-700183da1d1b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aacb7df8-672f-46f2-977f-893ce5cef86b"/>
    <ds:schemaRef ds:uri="http://www.w3.org/XML/1998/namespace"/>
    <ds:schemaRef ds:uri="http://purl.org/dc/terms/"/>
    <ds:schemaRef ds:uri="6b2685c3-cb74-402e-89a3-cd359bd59e48"/>
    <ds:schemaRef ds:uri="2f7262f3-19e3-4c38-834c-996e2cec5b6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0</TotalTime>
  <Words>332</Words>
  <Application>Microsoft Macintosh PowerPoint</Application>
  <PresentationFormat>Widescreen</PresentationFormat>
  <Paragraphs>66</Paragraphs>
  <Slides>7</Slides>
  <Notes>3</Notes>
  <HiddenSlides>4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AA Zuehlke</vt:lpstr>
      <vt:lpstr>AA Zuehlke Medium</vt:lpstr>
      <vt:lpstr>Arial</vt:lpstr>
      <vt:lpstr>Open Sans Extrabold</vt:lpstr>
      <vt:lpstr>Symbol</vt:lpstr>
      <vt:lpstr>Wingdings 2</vt:lpstr>
      <vt:lpstr>Zühlke</vt:lpstr>
      <vt:lpstr>think-cell Folie</vt:lpstr>
      <vt:lpstr>Presentation quick guide</vt:lpstr>
      <vt:lpstr>Starting a presentation from scratch</vt:lpstr>
      <vt:lpstr>Changing the name of the presenter</vt:lpstr>
      <vt:lpstr>Managing footers in the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Lin, Kevin</cp:lastModifiedBy>
  <cp:revision>18</cp:revision>
  <dcterms:created xsi:type="dcterms:W3CDTF">2026-02-11T01:59:09Z</dcterms:created>
  <dcterms:modified xsi:type="dcterms:W3CDTF">2026-03-28T15:07:01Z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2025-06-10T13:37:15</vt:lpwstr>
  </property>
  <property fmtid="{D5CDD505-2E9C-101B-9397-08002B2CF9AE}" pid="5" name="TemplafyTenantId">
    <vt:lpwstr>zuehlke</vt:lpwstr>
  </property>
  <property fmtid="{D5CDD505-2E9C-101B-9397-08002B2CF9AE}" pid="6" name="TemplafyTemplateId">
    <vt:lpwstr>637895031070049046</vt:lpwstr>
  </property>
  <property fmtid="{D5CDD505-2E9C-101B-9397-08002B2CF9AE}" pid="7" name="TemplafyUserProfileId">
    <vt:lpwstr>637801768452829317</vt:lpwstr>
  </property>
  <property fmtid="{D5CDD505-2E9C-101B-9397-08002B2CF9AE}" pid="8" name="TemplafyFromBlank">
    <vt:bool>false</vt:bool>
  </property>
</Properties>
</file>