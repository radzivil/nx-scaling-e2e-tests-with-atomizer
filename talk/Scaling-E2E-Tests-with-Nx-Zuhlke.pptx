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0"/>
  </p:sldMasterIdLst>
  <p:notesMasterIdLst>
    <p:notesMasterId r:id="rId28"/>
  </p:notesMasterIdLst>
  <p:handoutMasterIdLst>
    <p:handoutMasterId r:id="rId29"/>
  </p:handoutMasterIdLst>
  <p:sldIdLst>
    <p:sldId id="256" r:id="rId27"/>
    <p:sldId id="257" r:id="rId26"/>
    <p:sldId id="258" r:id="rId25"/>
    <p:sldId id="259" r:id="rId24"/>
    <p:sldId id="260" r:id="rId23"/>
    <p:sldId id="261" r:id="rId22"/>
    <p:sldId id="262" r:id="rId21"/>
    <p:sldId id="263" r:id="rId36"/>
    <p:sldId id="264" r:id="rId37"/>
    <p:sldId id="265" r:id="rId38"/>
    <p:sldId id="266" r:id="rId39"/>
    <p:sldId id="267" r:id="rId40"/>
    <p:sldId id="268" r:id="rId41"/>
    <p:sldId id="269" r:id="rId42"/>
    <p:sldId id="270" r:id="rId43"/>
    <p:sldId id="271" r:id="rId44"/>
    <p:sldId id="272" r:id="rId45"/>
    <p:sldId id="273" r:id="rId46"/>
    <p:sldId id="274" r:id="rId47"/>
    <p:sldId id="275" r:id="rId48"/>
    <p:sldId id="276" r:id="rId49"/>
    <p:sldId id="277" r:id="rId50"/>
    <p:sldId id="278" r:id="rId51"/>
    <p:sldId id="279" r:id="rId52"/>
    <p:sldId id="280" r:id="rId53"/>
    <p:sldId id="281" r:id="rId54"/>
    <p:sldId id="282" r:id="rId55"/>
    <p:sldId id="283" r:id="rId5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3D730CE-05D1-4CB6-A972-622873736A8C}" v="13" dt="2023-09-12T10:12:32.47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545" autoAdjust="0"/>
    <p:restoredTop sz="94694" autoAdjust="0"/>
  </p:normalViewPr>
  <p:slideViewPr>
    <p:cSldViewPr showGuides="1">
      <p:cViewPr varScale="1">
        <p:scale>
          <a:sx n="121" d="100"/>
          <a:sy n="121" d="100"/>
        </p:scale>
        <p:origin x="808" y="176"/>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594"/>
    </p:cViewPr>
  </p:sorterViewPr>
  <p:notesViewPr>
    <p:cSldViewPr showGuides="1">
      <p:cViewPr varScale="1">
        <p:scale>
          <a:sx n="61" d="100"/>
          <a:sy n="61" d="100"/>
        </p:scale>
        <p:origin x="3168" y="67"/>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slideMaster" Target="slideMasters/slideMaster1.xml"/><Relationship Id="rId21" Type="http://schemas.openxmlformats.org/officeDocument/2006/relationships/slide" Target="slides/slide7.xml"/><Relationship Id="rId22" Type="http://schemas.openxmlformats.org/officeDocument/2006/relationships/slide" Target="slides/slide6.xml"/><Relationship Id="rId23" Type="http://schemas.openxmlformats.org/officeDocument/2006/relationships/slide" Target="slides/slide5.xml"/><Relationship Id="rId24" Type="http://schemas.openxmlformats.org/officeDocument/2006/relationships/slide" Target="slides/slide4.xml"/><Relationship Id="rId25" Type="http://schemas.openxmlformats.org/officeDocument/2006/relationships/slide" Target="slides/slide3.xml"/><Relationship Id="rId26" Type="http://schemas.openxmlformats.org/officeDocument/2006/relationships/slide" Target="slides/slide2.xml"/><Relationship Id="rId27" Type="http://schemas.openxmlformats.org/officeDocument/2006/relationships/slide" Target="slides/slide1.xml"/><Relationship Id="rId28" Type="http://schemas.openxmlformats.org/officeDocument/2006/relationships/notesMaster" Target="notesMasters/notesMaster1.xml"/><Relationship Id="rId29" Type="http://schemas.openxmlformats.org/officeDocument/2006/relationships/handoutMaster" Target="handoutMasters/handout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2.xml"/><Relationship Id="rId41" Type="http://schemas.openxmlformats.org/officeDocument/2006/relationships/slide" Target="slides/slide13.xml"/><Relationship Id="rId42" Type="http://schemas.openxmlformats.org/officeDocument/2006/relationships/slide" Target="slides/slide14.xml"/><Relationship Id="rId43" Type="http://schemas.openxmlformats.org/officeDocument/2006/relationships/slide" Target="slides/slide15.xml"/><Relationship Id="rId44" Type="http://schemas.openxmlformats.org/officeDocument/2006/relationships/slide" Target="slides/slide16.xml"/><Relationship Id="rId45" Type="http://schemas.openxmlformats.org/officeDocument/2006/relationships/slide" Target="slides/slide17.xml"/><Relationship Id="rId46" Type="http://schemas.openxmlformats.org/officeDocument/2006/relationships/slide" Target="slides/slide18.xml"/><Relationship Id="rId47" Type="http://schemas.openxmlformats.org/officeDocument/2006/relationships/slide" Target="slides/slide19.xml"/><Relationship Id="rId48" Type="http://schemas.openxmlformats.org/officeDocument/2006/relationships/slide" Target="slides/slide20.xml"/><Relationship Id="rId49" Type="http://schemas.openxmlformats.org/officeDocument/2006/relationships/slide" Target="slides/slide21.xml"/><Relationship Id="rId50" Type="http://schemas.openxmlformats.org/officeDocument/2006/relationships/slide" Target="slides/slide22.xml"/><Relationship Id="rId51" Type="http://schemas.openxmlformats.org/officeDocument/2006/relationships/slide" Target="slides/slide23.xml"/><Relationship Id="rId52" Type="http://schemas.openxmlformats.org/officeDocument/2006/relationships/slide" Target="slides/slide24.xml"/><Relationship Id="rId53" Type="http://schemas.openxmlformats.org/officeDocument/2006/relationships/slide" Target="slides/slide25.xml"/><Relationship Id="rId54" Type="http://schemas.openxmlformats.org/officeDocument/2006/relationships/slide" Target="slides/slide26.xml"/><Relationship Id="rId55" Type="http://schemas.openxmlformats.org/officeDocument/2006/relationships/slide" Target="slides/slide27.xml"/><Relationship Id="rId56"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mi de Vogel" userId="5948360e-7b9c-4a22-9ada-df5e8b901c82" providerId="ADAL" clId="{A4F27B0C-4396-43E1-A404-B07EBE7F61B1}"/>
    <pc:docChg chg="undo custSel addSld delSld modSld modMainMaster">
      <pc:chgData name="Remi de Vogel" userId="5948360e-7b9c-4a22-9ada-df5e8b901c82" providerId="ADAL" clId="{A4F27B0C-4396-43E1-A404-B07EBE7F61B1}" dt="2023-08-28T14:38:27.215" v="140"/>
      <pc:docMkLst>
        <pc:docMk/>
      </pc:docMkLst>
      <pc:sldChg chg="addSp delSp modSp mod chgLayout">
        <pc:chgData name="Remi de Vogel" userId="5948360e-7b9c-4a22-9ada-df5e8b901c82" providerId="ADAL" clId="{A4F27B0C-4396-43E1-A404-B07EBE7F61B1}" dt="2023-08-14T12:26:57.281" v="133" actId="6264"/>
        <pc:sldMkLst>
          <pc:docMk/>
          <pc:sldMk cId="186648442" sldId="260"/>
        </pc:sldMkLst>
        <pc:spChg chg="mod ord">
          <ac:chgData name="Remi de Vogel" userId="5948360e-7b9c-4a22-9ada-df5e8b901c82" providerId="ADAL" clId="{A4F27B0C-4396-43E1-A404-B07EBE7F61B1}" dt="2023-08-14T12:26:57.281" v="133" actId="6264"/>
          <ac:spMkLst>
            <pc:docMk/>
            <pc:sldMk cId="186648442" sldId="260"/>
            <ac:spMk id="2" creationId="{E08C1FBA-C8DE-D4F2-EBEE-F484B68F7DAD}"/>
          </ac:spMkLst>
        </pc:spChg>
        <pc:spChg chg="mod ord">
          <ac:chgData name="Remi de Vogel" userId="5948360e-7b9c-4a22-9ada-df5e8b901c82" providerId="ADAL" clId="{A4F27B0C-4396-43E1-A404-B07EBE7F61B1}" dt="2023-08-14T12:26:57.281" v="133" actId="6264"/>
          <ac:spMkLst>
            <pc:docMk/>
            <pc:sldMk cId="186648442" sldId="260"/>
            <ac:spMk id="3" creationId="{88BC6EA0-7F37-6B14-194D-53807CB772CE}"/>
          </ac:spMkLst>
        </pc:spChg>
        <pc:spChg chg="mod ord">
          <ac:chgData name="Remi de Vogel" userId="5948360e-7b9c-4a22-9ada-df5e8b901c82" providerId="ADAL" clId="{A4F27B0C-4396-43E1-A404-B07EBE7F61B1}" dt="2023-08-14T12:26:57.281" v="133" actId="6264"/>
          <ac:spMkLst>
            <pc:docMk/>
            <pc:sldMk cId="186648442" sldId="260"/>
            <ac:spMk id="4" creationId="{F227AA93-5782-B8B7-A5B1-C35A66CDDB9F}"/>
          </ac:spMkLst>
        </pc:spChg>
        <pc:spChg chg="add del mod">
          <ac:chgData name="Remi de Vogel" userId="5948360e-7b9c-4a22-9ada-df5e8b901c82" providerId="ADAL" clId="{A4F27B0C-4396-43E1-A404-B07EBE7F61B1}" dt="2023-08-09T12:54:36.437" v="41" actId="6264"/>
          <ac:spMkLst>
            <pc:docMk/>
            <pc:sldMk cId="186648442" sldId="260"/>
            <ac:spMk id="5" creationId="{0BD2EABB-2D56-9201-5796-78E1D11D3FFD}"/>
          </ac:spMkLst>
        </pc:spChg>
        <pc:spChg chg="add del mod">
          <ac:chgData name="Remi de Vogel" userId="5948360e-7b9c-4a22-9ada-df5e8b901c82" providerId="ADAL" clId="{A4F27B0C-4396-43E1-A404-B07EBE7F61B1}" dt="2023-08-14T12:26:57.154" v="132" actId="6264"/>
          <ac:spMkLst>
            <pc:docMk/>
            <pc:sldMk cId="186648442" sldId="260"/>
            <ac:spMk id="5" creationId="{62E0B7BC-F5F7-1EDE-DC0E-F4C040A3FFCE}"/>
          </ac:spMkLst>
        </pc:spChg>
        <pc:spChg chg="add del mod">
          <ac:chgData name="Remi de Vogel" userId="5948360e-7b9c-4a22-9ada-df5e8b901c82" providerId="ADAL" clId="{A4F27B0C-4396-43E1-A404-B07EBE7F61B1}" dt="2023-08-09T12:54:36.437" v="41" actId="6264"/>
          <ac:spMkLst>
            <pc:docMk/>
            <pc:sldMk cId="186648442" sldId="260"/>
            <ac:spMk id="6" creationId="{B0D51C3A-ADAD-5BDB-8248-174052FCAAEE}"/>
          </ac:spMkLst>
        </pc:spChg>
        <pc:spChg chg="add del mod">
          <ac:chgData name="Remi de Vogel" userId="5948360e-7b9c-4a22-9ada-df5e8b901c82" providerId="ADAL" clId="{A4F27B0C-4396-43E1-A404-B07EBE7F61B1}" dt="2023-08-14T12:26:57.154" v="132" actId="6264"/>
          <ac:spMkLst>
            <pc:docMk/>
            <pc:sldMk cId="186648442" sldId="260"/>
            <ac:spMk id="6" creationId="{DFC77F4E-FED5-5CCB-8652-E0BCBAC87523}"/>
          </ac:spMkLst>
        </pc:spChg>
        <pc:spChg chg="add del mod">
          <ac:chgData name="Remi de Vogel" userId="5948360e-7b9c-4a22-9ada-df5e8b901c82" providerId="ADAL" clId="{A4F27B0C-4396-43E1-A404-B07EBE7F61B1}" dt="2023-08-09T12:54:36.437" v="41" actId="6264"/>
          <ac:spMkLst>
            <pc:docMk/>
            <pc:sldMk cId="186648442" sldId="260"/>
            <ac:spMk id="7" creationId="{227043E3-ECED-D927-B035-654786FB296E}"/>
          </ac:spMkLst>
        </pc:spChg>
        <pc:spChg chg="add del mod">
          <ac:chgData name="Remi de Vogel" userId="5948360e-7b9c-4a22-9ada-df5e8b901c82" providerId="ADAL" clId="{A4F27B0C-4396-43E1-A404-B07EBE7F61B1}" dt="2023-08-14T12:26:57.154" v="132" actId="6264"/>
          <ac:spMkLst>
            <pc:docMk/>
            <pc:sldMk cId="186648442" sldId="260"/>
            <ac:spMk id="7" creationId="{5D25C13E-3D2E-2AFA-33F7-B2959CBEF6DB}"/>
          </ac:spMkLst>
        </pc:spChg>
        <pc:spChg chg="add del mod">
          <ac:chgData name="Remi de Vogel" userId="5948360e-7b9c-4a22-9ada-df5e8b901c82" providerId="ADAL" clId="{A4F27B0C-4396-43E1-A404-B07EBE7F61B1}" dt="2023-08-09T12:55:15.184" v="62" actId="6264"/>
          <ac:spMkLst>
            <pc:docMk/>
            <pc:sldMk cId="186648442" sldId="260"/>
            <ac:spMk id="8" creationId="{5553E46A-6BD4-2655-207B-97BD7B733731}"/>
          </ac:spMkLst>
        </pc:spChg>
        <pc:spChg chg="add del mod">
          <ac:chgData name="Remi de Vogel" userId="5948360e-7b9c-4a22-9ada-df5e8b901c82" providerId="ADAL" clId="{A4F27B0C-4396-43E1-A404-B07EBE7F61B1}" dt="2023-08-14T12:26:57.281" v="133" actId="6264"/>
          <ac:spMkLst>
            <pc:docMk/>
            <pc:sldMk cId="186648442" sldId="260"/>
            <ac:spMk id="8" creationId="{7C749219-71D4-6B99-2812-8C51323943C3}"/>
          </ac:spMkLst>
        </pc:spChg>
        <pc:spChg chg="add del mod">
          <ac:chgData name="Remi de Vogel" userId="5948360e-7b9c-4a22-9ada-df5e8b901c82" providerId="ADAL" clId="{A4F27B0C-4396-43E1-A404-B07EBE7F61B1}" dt="2023-08-09T12:55:15.184" v="62" actId="6264"/>
          <ac:spMkLst>
            <pc:docMk/>
            <pc:sldMk cId="186648442" sldId="260"/>
            <ac:spMk id="9" creationId="{43409A3F-5B8B-9CCE-19EA-E75E9A0A4720}"/>
          </ac:spMkLst>
        </pc:spChg>
        <pc:spChg chg="add del mod">
          <ac:chgData name="Remi de Vogel" userId="5948360e-7b9c-4a22-9ada-df5e8b901c82" providerId="ADAL" clId="{A4F27B0C-4396-43E1-A404-B07EBE7F61B1}" dt="2023-08-14T12:26:57.281" v="133" actId="6264"/>
          <ac:spMkLst>
            <pc:docMk/>
            <pc:sldMk cId="186648442" sldId="260"/>
            <ac:spMk id="9" creationId="{5F3663A1-2F2E-B898-3EEC-C91DAFC5661F}"/>
          </ac:spMkLst>
        </pc:spChg>
        <pc:spChg chg="add del mod">
          <ac:chgData name="Remi de Vogel" userId="5948360e-7b9c-4a22-9ada-df5e8b901c82" providerId="ADAL" clId="{A4F27B0C-4396-43E1-A404-B07EBE7F61B1}" dt="2023-08-09T12:55:15.184" v="62" actId="6264"/>
          <ac:spMkLst>
            <pc:docMk/>
            <pc:sldMk cId="186648442" sldId="260"/>
            <ac:spMk id="10" creationId="{691161DE-9DD5-7070-6F29-82971C36F32A}"/>
          </ac:spMkLst>
        </pc:spChg>
        <pc:spChg chg="add del mod">
          <ac:chgData name="Remi de Vogel" userId="5948360e-7b9c-4a22-9ada-df5e8b901c82" providerId="ADAL" clId="{A4F27B0C-4396-43E1-A404-B07EBE7F61B1}" dt="2023-08-14T12:26:57.281" v="133" actId="6264"/>
          <ac:spMkLst>
            <pc:docMk/>
            <pc:sldMk cId="186648442" sldId="260"/>
            <ac:spMk id="10" creationId="{DFFCAFA3-F11D-CBDB-5BC5-F29D2A29F38F}"/>
          </ac:spMkLst>
        </pc:spChg>
      </pc:sldChg>
      <pc:sldChg chg="addSp delSp modSp mod chgLayout">
        <pc:chgData name="Remi de Vogel" userId="5948360e-7b9c-4a22-9ada-df5e8b901c82" providerId="ADAL" clId="{A4F27B0C-4396-43E1-A404-B07EBE7F61B1}" dt="2023-08-14T12:27:01.096" v="134" actId="6264"/>
        <pc:sldMkLst>
          <pc:docMk/>
          <pc:sldMk cId="2164116393" sldId="261"/>
        </pc:sldMkLst>
        <pc:spChg chg="mod ord">
          <ac:chgData name="Remi de Vogel" userId="5948360e-7b9c-4a22-9ada-df5e8b901c82" providerId="ADAL" clId="{A4F27B0C-4396-43E1-A404-B07EBE7F61B1}" dt="2023-08-14T12:27:01.096" v="134" actId="6264"/>
          <ac:spMkLst>
            <pc:docMk/>
            <pc:sldMk cId="2164116393" sldId="261"/>
            <ac:spMk id="2" creationId="{C49F69A4-6799-8DB2-C61B-0B491AC708E0}"/>
          </ac:spMkLst>
        </pc:spChg>
        <pc:spChg chg="mod ord">
          <ac:chgData name="Remi de Vogel" userId="5948360e-7b9c-4a22-9ada-df5e8b901c82" providerId="ADAL" clId="{A4F27B0C-4396-43E1-A404-B07EBE7F61B1}" dt="2023-08-14T12:27:01.096" v="134" actId="6264"/>
          <ac:spMkLst>
            <pc:docMk/>
            <pc:sldMk cId="2164116393" sldId="261"/>
            <ac:spMk id="3" creationId="{9D156CFD-0B0E-7FCF-FBE4-D7DA35F536CB}"/>
          </ac:spMkLst>
        </pc:spChg>
        <pc:spChg chg="mod ord">
          <ac:chgData name="Remi de Vogel" userId="5948360e-7b9c-4a22-9ada-df5e8b901c82" providerId="ADAL" clId="{A4F27B0C-4396-43E1-A404-B07EBE7F61B1}" dt="2023-08-14T12:27:01.096" v="134" actId="6264"/>
          <ac:spMkLst>
            <pc:docMk/>
            <pc:sldMk cId="2164116393" sldId="261"/>
            <ac:spMk id="4" creationId="{3C651C12-B765-0F2F-3531-10591E8664EA}"/>
          </ac:spMkLst>
        </pc:spChg>
        <pc:spChg chg="add del mod">
          <ac:chgData name="Remi de Vogel" userId="5948360e-7b9c-4a22-9ada-df5e8b901c82" providerId="ADAL" clId="{A4F27B0C-4396-43E1-A404-B07EBE7F61B1}" dt="2023-08-09T12:55:19.402" v="63" actId="6264"/>
          <ac:spMkLst>
            <pc:docMk/>
            <pc:sldMk cId="2164116393" sldId="261"/>
            <ac:spMk id="5" creationId="{32A26147-8EA2-5B4C-435C-41496F0A2002}"/>
          </ac:spMkLst>
        </pc:spChg>
        <pc:spChg chg="add del mod">
          <ac:chgData name="Remi de Vogel" userId="5948360e-7b9c-4a22-9ada-df5e8b901c82" providerId="ADAL" clId="{A4F27B0C-4396-43E1-A404-B07EBE7F61B1}" dt="2023-08-14T12:27:01.096" v="134" actId="6264"/>
          <ac:spMkLst>
            <pc:docMk/>
            <pc:sldMk cId="2164116393" sldId="261"/>
            <ac:spMk id="5" creationId="{7FF068AA-61B9-99B3-3D23-7015DD66BDD3}"/>
          </ac:spMkLst>
        </pc:spChg>
        <pc:spChg chg="add del mod">
          <ac:chgData name="Remi de Vogel" userId="5948360e-7b9c-4a22-9ada-df5e8b901c82" providerId="ADAL" clId="{A4F27B0C-4396-43E1-A404-B07EBE7F61B1}" dt="2023-08-14T12:27:01.096" v="134" actId="6264"/>
          <ac:spMkLst>
            <pc:docMk/>
            <pc:sldMk cId="2164116393" sldId="261"/>
            <ac:spMk id="6" creationId="{93A95BC5-8CBD-BEDC-9580-D6F382E6D74E}"/>
          </ac:spMkLst>
        </pc:spChg>
        <pc:spChg chg="del">
          <ac:chgData name="Remi de Vogel" userId="5948360e-7b9c-4a22-9ada-df5e8b901c82" providerId="ADAL" clId="{A4F27B0C-4396-43E1-A404-B07EBE7F61B1}" dt="2023-08-09T12:55:19.402" v="63" actId="6264"/>
          <ac:spMkLst>
            <pc:docMk/>
            <pc:sldMk cId="2164116393" sldId="261"/>
            <ac:spMk id="6" creationId="{B0551305-24D2-DAC1-01AC-B89A128F2A97}"/>
          </ac:spMkLst>
        </pc:spChg>
        <pc:spChg chg="add del mod">
          <ac:chgData name="Remi de Vogel" userId="5948360e-7b9c-4a22-9ada-df5e8b901c82" providerId="ADAL" clId="{A4F27B0C-4396-43E1-A404-B07EBE7F61B1}" dt="2023-08-14T12:27:01.096" v="134" actId="6264"/>
          <ac:spMkLst>
            <pc:docMk/>
            <pc:sldMk cId="2164116393" sldId="261"/>
            <ac:spMk id="7" creationId="{3FAA6F08-6E4A-54F5-A1A0-71FA2716478A}"/>
          </ac:spMkLst>
        </pc:spChg>
        <pc:spChg chg="del">
          <ac:chgData name="Remi de Vogel" userId="5948360e-7b9c-4a22-9ada-df5e8b901c82" providerId="ADAL" clId="{A4F27B0C-4396-43E1-A404-B07EBE7F61B1}" dt="2023-08-09T12:55:19.402" v="63" actId="6264"/>
          <ac:spMkLst>
            <pc:docMk/>
            <pc:sldMk cId="2164116393" sldId="261"/>
            <ac:spMk id="7" creationId="{62DCF3EF-DD9C-6345-B159-AFB31F89B9E5}"/>
          </ac:spMkLst>
        </pc:spChg>
        <pc:spChg chg="del">
          <ac:chgData name="Remi de Vogel" userId="5948360e-7b9c-4a22-9ada-df5e8b901c82" providerId="ADAL" clId="{A4F27B0C-4396-43E1-A404-B07EBE7F61B1}" dt="2023-08-09T12:55:19.402" v="63" actId="6264"/>
          <ac:spMkLst>
            <pc:docMk/>
            <pc:sldMk cId="2164116393" sldId="261"/>
            <ac:spMk id="8" creationId="{9F9BD2F9-2D3B-B64E-7CE1-ED15B6316FDC}"/>
          </ac:spMkLst>
        </pc:spChg>
        <pc:spChg chg="add mod ord">
          <ac:chgData name="Remi de Vogel" userId="5948360e-7b9c-4a22-9ada-df5e8b901c82" providerId="ADAL" clId="{A4F27B0C-4396-43E1-A404-B07EBE7F61B1}" dt="2023-08-14T12:27:01.096" v="134" actId="6264"/>
          <ac:spMkLst>
            <pc:docMk/>
            <pc:sldMk cId="2164116393" sldId="261"/>
            <ac:spMk id="8" creationId="{F44F8108-1779-0648-DFF4-4EE67DBE87AF}"/>
          </ac:spMkLst>
        </pc:spChg>
        <pc:spChg chg="add mod ord">
          <ac:chgData name="Remi de Vogel" userId="5948360e-7b9c-4a22-9ada-df5e8b901c82" providerId="ADAL" clId="{A4F27B0C-4396-43E1-A404-B07EBE7F61B1}" dt="2023-08-14T12:27:01.096" v="134" actId="6264"/>
          <ac:spMkLst>
            <pc:docMk/>
            <pc:sldMk cId="2164116393" sldId="261"/>
            <ac:spMk id="9" creationId="{5ED2F08E-536D-6ED9-3F74-E57A1DB30EBB}"/>
          </ac:spMkLst>
        </pc:spChg>
        <pc:spChg chg="del">
          <ac:chgData name="Remi de Vogel" userId="5948360e-7b9c-4a22-9ada-df5e8b901c82" providerId="ADAL" clId="{A4F27B0C-4396-43E1-A404-B07EBE7F61B1}" dt="2023-08-09T12:55:19.402" v="63" actId="6264"/>
          <ac:spMkLst>
            <pc:docMk/>
            <pc:sldMk cId="2164116393" sldId="261"/>
            <ac:spMk id="9" creationId="{9245DE44-DEF4-F898-340A-ABB2FB6FD98C}"/>
          </ac:spMkLst>
        </pc:spChg>
        <pc:spChg chg="add del mod">
          <ac:chgData name="Remi de Vogel" userId="5948360e-7b9c-4a22-9ada-df5e8b901c82" providerId="ADAL" clId="{A4F27B0C-4396-43E1-A404-B07EBE7F61B1}" dt="2023-08-09T12:55:19.402" v="63" actId="6264"/>
          <ac:spMkLst>
            <pc:docMk/>
            <pc:sldMk cId="2164116393" sldId="261"/>
            <ac:spMk id="10" creationId="{75385B77-1393-D1D7-B28B-4B1ECC75968B}"/>
          </ac:spMkLst>
        </pc:spChg>
        <pc:spChg chg="add mod ord">
          <ac:chgData name="Remi de Vogel" userId="5948360e-7b9c-4a22-9ada-df5e8b901c82" providerId="ADAL" clId="{A4F27B0C-4396-43E1-A404-B07EBE7F61B1}" dt="2023-08-14T12:27:01.096" v="134" actId="6264"/>
          <ac:spMkLst>
            <pc:docMk/>
            <pc:sldMk cId="2164116393" sldId="261"/>
            <ac:spMk id="10" creationId="{F5DB6AA2-FA9E-61AD-1E03-D531005FCAFF}"/>
          </ac:spMkLst>
        </pc:spChg>
        <pc:spChg chg="add del mod">
          <ac:chgData name="Remi de Vogel" userId="5948360e-7b9c-4a22-9ada-df5e8b901c82" providerId="ADAL" clId="{A4F27B0C-4396-43E1-A404-B07EBE7F61B1}" dt="2023-08-09T12:55:19.402" v="63" actId="6264"/>
          <ac:spMkLst>
            <pc:docMk/>
            <pc:sldMk cId="2164116393" sldId="261"/>
            <ac:spMk id="11" creationId="{73E5EBBE-54A6-7EC3-FB91-69CA9C2DFBA7}"/>
          </ac:spMkLst>
        </pc:spChg>
        <pc:spChg chg="add mod ord">
          <ac:chgData name="Remi de Vogel" userId="5948360e-7b9c-4a22-9ada-df5e8b901c82" providerId="ADAL" clId="{A4F27B0C-4396-43E1-A404-B07EBE7F61B1}" dt="2023-08-14T12:27:01.096" v="134" actId="6264"/>
          <ac:spMkLst>
            <pc:docMk/>
            <pc:sldMk cId="2164116393" sldId="261"/>
            <ac:spMk id="11" creationId="{797662CB-25BB-0143-FA43-26FEBF38285D}"/>
          </ac:spMkLst>
        </pc:spChg>
        <pc:spChg chg="add del mod ord">
          <ac:chgData name="Remi de Vogel" userId="5948360e-7b9c-4a22-9ada-df5e8b901c82" providerId="ADAL" clId="{A4F27B0C-4396-43E1-A404-B07EBE7F61B1}" dt="2023-08-14T12:27:01.096" v="134" actId="6264"/>
          <ac:spMkLst>
            <pc:docMk/>
            <pc:sldMk cId="2164116393" sldId="261"/>
            <ac:spMk id="12" creationId="{EBEBC9EA-F36A-53F6-7EEE-9BC026B52B67}"/>
          </ac:spMkLst>
        </pc:spChg>
        <pc:spChg chg="add del mod ord">
          <ac:chgData name="Remi de Vogel" userId="5948360e-7b9c-4a22-9ada-df5e8b901c82" providerId="ADAL" clId="{A4F27B0C-4396-43E1-A404-B07EBE7F61B1}" dt="2023-08-14T12:27:01.096" v="134" actId="6264"/>
          <ac:spMkLst>
            <pc:docMk/>
            <pc:sldMk cId="2164116393" sldId="261"/>
            <ac:spMk id="13" creationId="{F5A66823-32AB-1EFE-20F1-49666AAAC669}"/>
          </ac:spMkLst>
        </pc:spChg>
        <pc:spChg chg="add del mod ord">
          <ac:chgData name="Remi de Vogel" userId="5948360e-7b9c-4a22-9ada-df5e8b901c82" providerId="ADAL" clId="{A4F27B0C-4396-43E1-A404-B07EBE7F61B1}" dt="2023-08-14T12:27:01.096" v="134" actId="6264"/>
          <ac:spMkLst>
            <pc:docMk/>
            <pc:sldMk cId="2164116393" sldId="261"/>
            <ac:spMk id="14" creationId="{A086A1A3-59C3-F9F4-FAF1-67DDEEE96895}"/>
          </ac:spMkLst>
        </pc:spChg>
        <pc:spChg chg="add del mod ord">
          <ac:chgData name="Remi de Vogel" userId="5948360e-7b9c-4a22-9ada-df5e8b901c82" providerId="ADAL" clId="{A4F27B0C-4396-43E1-A404-B07EBE7F61B1}" dt="2023-08-14T12:27:01.096" v="134" actId="6264"/>
          <ac:spMkLst>
            <pc:docMk/>
            <pc:sldMk cId="2164116393" sldId="261"/>
            <ac:spMk id="15" creationId="{821E55C9-F6AA-78DE-6094-DC6561323D6F}"/>
          </ac:spMkLst>
        </pc:spChg>
      </pc:sldChg>
      <pc:sldChg chg="addSp delSp modSp mod chgLayout">
        <pc:chgData name="Remi de Vogel" userId="5948360e-7b9c-4a22-9ada-df5e8b901c82" providerId="ADAL" clId="{A4F27B0C-4396-43E1-A404-B07EBE7F61B1}" dt="2023-08-14T12:27:22.476" v="137" actId="20577"/>
        <pc:sldMkLst>
          <pc:docMk/>
          <pc:sldMk cId="984917374" sldId="262"/>
        </pc:sldMkLst>
        <pc:spChg chg="add del mod">
          <ac:chgData name="Remi de Vogel" userId="5948360e-7b9c-4a22-9ada-df5e8b901c82" providerId="ADAL" clId="{A4F27B0C-4396-43E1-A404-B07EBE7F61B1}" dt="2023-08-09T12:55:20.957" v="64" actId="6264"/>
          <ac:spMkLst>
            <pc:docMk/>
            <pc:sldMk cId="984917374" sldId="262"/>
            <ac:spMk id="2" creationId="{5A257383-72D7-A0C9-30AA-DDD6CFD9FF8A}"/>
          </ac:spMkLst>
        </pc:spChg>
        <pc:spChg chg="add del mod">
          <ac:chgData name="Remi de Vogel" userId="5948360e-7b9c-4a22-9ada-df5e8b901c82" providerId="ADAL" clId="{A4F27B0C-4396-43E1-A404-B07EBE7F61B1}" dt="2023-08-14T12:27:02.488" v="135" actId="6264"/>
          <ac:spMkLst>
            <pc:docMk/>
            <pc:sldMk cId="984917374" sldId="262"/>
            <ac:spMk id="2" creationId="{6A7EBB72-0DB1-42B1-AF2E-FCDC7B638BAF}"/>
          </ac:spMkLst>
        </pc:spChg>
        <pc:spChg chg="add del mod">
          <ac:chgData name="Remi de Vogel" userId="5948360e-7b9c-4a22-9ada-df5e8b901c82" providerId="ADAL" clId="{A4F27B0C-4396-43E1-A404-B07EBE7F61B1}" dt="2023-08-09T12:55:20.957" v="64" actId="6264"/>
          <ac:spMkLst>
            <pc:docMk/>
            <pc:sldMk cId="984917374" sldId="262"/>
            <ac:spMk id="3" creationId="{099AB5D0-69BB-5DB4-EE3C-15726C0720AA}"/>
          </ac:spMkLst>
        </pc:spChg>
        <pc:spChg chg="add del mod">
          <ac:chgData name="Remi de Vogel" userId="5948360e-7b9c-4a22-9ada-df5e8b901c82" providerId="ADAL" clId="{A4F27B0C-4396-43E1-A404-B07EBE7F61B1}" dt="2023-08-14T12:27:02.488" v="135" actId="6264"/>
          <ac:spMkLst>
            <pc:docMk/>
            <pc:sldMk cId="984917374" sldId="262"/>
            <ac:spMk id="3" creationId="{B06CB9CF-0964-4B5D-25D6-3A3FC4A62FDD}"/>
          </ac:spMkLst>
        </pc:spChg>
        <pc:spChg chg="add del mod">
          <ac:chgData name="Remi de Vogel" userId="5948360e-7b9c-4a22-9ada-df5e8b901c82" providerId="ADAL" clId="{A4F27B0C-4396-43E1-A404-B07EBE7F61B1}" dt="2023-08-14T12:27:02.488" v="135" actId="6264"/>
          <ac:spMkLst>
            <pc:docMk/>
            <pc:sldMk cId="984917374" sldId="262"/>
            <ac:spMk id="4" creationId="{45538D83-D7B1-7E97-DA36-78244715F6E0}"/>
          </ac:spMkLst>
        </pc:spChg>
        <pc:spChg chg="add del mod">
          <ac:chgData name="Remi de Vogel" userId="5948360e-7b9c-4a22-9ada-df5e8b901c82" providerId="ADAL" clId="{A4F27B0C-4396-43E1-A404-B07EBE7F61B1}" dt="2023-08-09T12:55:20.957" v="64" actId="6264"/>
          <ac:spMkLst>
            <pc:docMk/>
            <pc:sldMk cId="984917374" sldId="262"/>
            <ac:spMk id="4" creationId="{AAE7288F-09FA-1A57-F999-26A91DD86600}"/>
          </ac:spMkLst>
        </pc:spChg>
        <pc:spChg chg="add del mod ord">
          <ac:chgData name="Remi de Vogel" userId="5948360e-7b9c-4a22-9ada-df5e8b901c82" providerId="ADAL" clId="{A4F27B0C-4396-43E1-A404-B07EBE7F61B1}" dt="2023-08-14T12:27:02.488" v="135" actId="6264"/>
          <ac:spMkLst>
            <pc:docMk/>
            <pc:sldMk cId="984917374" sldId="262"/>
            <ac:spMk id="5" creationId="{D7A17A92-D6FA-75BC-AE1A-6EB214E18A39}"/>
          </ac:spMkLst>
        </pc:spChg>
        <pc:spChg chg="mod ord">
          <ac:chgData name="Remi de Vogel" userId="5948360e-7b9c-4a22-9ada-df5e8b901c82" providerId="ADAL" clId="{A4F27B0C-4396-43E1-A404-B07EBE7F61B1}" dt="2023-08-14T12:27:02.488" v="135" actId="6264"/>
          <ac:spMkLst>
            <pc:docMk/>
            <pc:sldMk cId="984917374" sldId="262"/>
            <ac:spMk id="6" creationId="{22B3927C-1215-CBE7-63F4-197A6FEDEC57}"/>
          </ac:spMkLst>
        </pc:spChg>
        <pc:spChg chg="mod ord">
          <ac:chgData name="Remi de Vogel" userId="5948360e-7b9c-4a22-9ada-df5e8b901c82" providerId="ADAL" clId="{A4F27B0C-4396-43E1-A404-B07EBE7F61B1}" dt="2023-08-14T12:27:02.488" v="135" actId="6264"/>
          <ac:spMkLst>
            <pc:docMk/>
            <pc:sldMk cId="984917374" sldId="262"/>
            <ac:spMk id="7" creationId="{8F8C2AFC-5BF8-951E-F258-1D96F4A1BC39}"/>
          </ac:spMkLst>
        </pc:spChg>
        <pc:spChg chg="mod ord">
          <ac:chgData name="Remi de Vogel" userId="5948360e-7b9c-4a22-9ada-df5e8b901c82" providerId="ADAL" clId="{A4F27B0C-4396-43E1-A404-B07EBE7F61B1}" dt="2023-08-14T12:27:02.488" v="135" actId="6264"/>
          <ac:spMkLst>
            <pc:docMk/>
            <pc:sldMk cId="984917374" sldId="262"/>
            <ac:spMk id="8" creationId="{63D8A443-C158-6ED8-3D65-03E0E8980F70}"/>
          </ac:spMkLst>
        </pc:spChg>
        <pc:spChg chg="add del mod ord">
          <ac:chgData name="Remi de Vogel" userId="5948360e-7b9c-4a22-9ada-df5e8b901c82" providerId="ADAL" clId="{A4F27B0C-4396-43E1-A404-B07EBE7F61B1}" dt="2023-08-14T12:27:02.488" v="135" actId="6264"/>
          <ac:spMkLst>
            <pc:docMk/>
            <pc:sldMk cId="984917374" sldId="262"/>
            <ac:spMk id="9" creationId="{3A3BA314-5762-51FC-F6E6-D275A6FF2535}"/>
          </ac:spMkLst>
        </pc:spChg>
        <pc:spChg chg="add del mod ord">
          <ac:chgData name="Remi de Vogel" userId="5948360e-7b9c-4a22-9ada-df5e8b901c82" providerId="ADAL" clId="{A4F27B0C-4396-43E1-A404-B07EBE7F61B1}" dt="2023-08-14T12:27:02.488" v="135" actId="6264"/>
          <ac:spMkLst>
            <pc:docMk/>
            <pc:sldMk cId="984917374" sldId="262"/>
            <ac:spMk id="10" creationId="{EB455F38-08D1-2957-4A6A-C5DC16F5A9A4}"/>
          </ac:spMkLst>
        </pc:spChg>
        <pc:spChg chg="add del mod ord">
          <ac:chgData name="Remi de Vogel" userId="5948360e-7b9c-4a22-9ada-df5e8b901c82" providerId="ADAL" clId="{A4F27B0C-4396-43E1-A404-B07EBE7F61B1}" dt="2023-08-14T12:27:02.488" v="135" actId="6264"/>
          <ac:spMkLst>
            <pc:docMk/>
            <pc:sldMk cId="984917374" sldId="262"/>
            <ac:spMk id="11" creationId="{2BB1301C-A046-AE16-8FAC-FEF0F26DD9AD}"/>
          </ac:spMkLst>
        </pc:spChg>
        <pc:spChg chg="add mod ord">
          <ac:chgData name="Remi de Vogel" userId="5948360e-7b9c-4a22-9ada-df5e8b901c82" providerId="ADAL" clId="{A4F27B0C-4396-43E1-A404-B07EBE7F61B1}" dt="2023-08-14T12:27:02.488" v="135" actId="6264"/>
          <ac:spMkLst>
            <pc:docMk/>
            <pc:sldMk cId="984917374" sldId="262"/>
            <ac:spMk id="12" creationId="{B6314E53-DC7D-50C1-623C-C954D65F834E}"/>
          </ac:spMkLst>
        </pc:spChg>
        <pc:spChg chg="add mod ord">
          <ac:chgData name="Remi de Vogel" userId="5948360e-7b9c-4a22-9ada-df5e8b901c82" providerId="ADAL" clId="{A4F27B0C-4396-43E1-A404-B07EBE7F61B1}" dt="2023-08-14T12:27:22.476" v="137" actId="20577"/>
          <ac:spMkLst>
            <pc:docMk/>
            <pc:sldMk cId="984917374" sldId="262"/>
            <ac:spMk id="13" creationId="{59053AB2-DB3D-ACB5-E204-DAA605260EF9}"/>
          </ac:spMkLst>
        </pc:spChg>
        <pc:spChg chg="add mod ord">
          <ac:chgData name="Remi de Vogel" userId="5948360e-7b9c-4a22-9ada-df5e8b901c82" providerId="ADAL" clId="{A4F27B0C-4396-43E1-A404-B07EBE7F61B1}" dt="2023-08-14T12:27:02.488" v="135" actId="6264"/>
          <ac:spMkLst>
            <pc:docMk/>
            <pc:sldMk cId="984917374" sldId="262"/>
            <ac:spMk id="14" creationId="{BB187CDB-FDF1-F0EC-C560-BB3746926AE9}"/>
          </ac:spMkLst>
        </pc:spChg>
        <pc:spChg chg="add mod ord">
          <ac:chgData name="Remi de Vogel" userId="5948360e-7b9c-4a22-9ada-df5e8b901c82" providerId="ADAL" clId="{A4F27B0C-4396-43E1-A404-B07EBE7F61B1}" dt="2023-08-14T12:27:02.488" v="135" actId="6264"/>
          <ac:spMkLst>
            <pc:docMk/>
            <pc:sldMk cId="984917374" sldId="262"/>
            <ac:spMk id="15" creationId="{B3CF5A60-FB98-111B-831F-E6841AA24554}"/>
          </ac:spMkLst>
        </pc:spChg>
        <pc:spChg chg="del">
          <ac:chgData name="Remi de Vogel" userId="5948360e-7b9c-4a22-9ada-df5e8b901c82" providerId="ADAL" clId="{A4F27B0C-4396-43E1-A404-B07EBE7F61B1}" dt="2023-08-09T12:55:20.957" v="64" actId="6264"/>
          <ac:spMkLst>
            <pc:docMk/>
            <pc:sldMk cId="984917374" sldId="262"/>
            <ac:spMk id="33" creationId="{879B5052-E1B9-036A-CB26-66E08361DB18}"/>
          </ac:spMkLst>
        </pc:spChg>
        <pc:spChg chg="del">
          <ac:chgData name="Remi de Vogel" userId="5948360e-7b9c-4a22-9ada-df5e8b901c82" providerId="ADAL" clId="{A4F27B0C-4396-43E1-A404-B07EBE7F61B1}" dt="2023-08-09T12:55:20.957" v="64" actId="6264"/>
          <ac:spMkLst>
            <pc:docMk/>
            <pc:sldMk cId="984917374" sldId="262"/>
            <ac:spMk id="34" creationId="{2AF8A848-A1E8-4C60-A62B-BAF20F4DFC07}"/>
          </ac:spMkLst>
        </pc:spChg>
        <pc:spChg chg="del">
          <ac:chgData name="Remi de Vogel" userId="5948360e-7b9c-4a22-9ada-df5e8b901c82" providerId="ADAL" clId="{A4F27B0C-4396-43E1-A404-B07EBE7F61B1}" dt="2023-08-09T12:55:20.957" v="64" actId="6264"/>
          <ac:spMkLst>
            <pc:docMk/>
            <pc:sldMk cId="984917374" sldId="262"/>
            <ac:spMk id="35" creationId="{3C1250BC-687A-B2B3-994A-A640512AEA7F}"/>
          </ac:spMkLst>
        </pc:spChg>
        <pc:spChg chg="del">
          <ac:chgData name="Remi de Vogel" userId="5948360e-7b9c-4a22-9ada-df5e8b901c82" providerId="ADAL" clId="{A4F27B0C-4396-43E1-A404-B07EBE7F61B1}" dt="2023-08-09T12:55:20.957" v="64" actId="6264"/>
          <ac:spMkLst>
            <pc:docMk/>
            <pc:sldMk cId="984917374" sldId="262"/>
            <ac:spMk id="36" creationId="{0B88EAE5-993D-BC09-6C12-FFA1119F8D1E}"/>
          </ac:spMkLst>
        </pc:spChg>
      </pc:sldChg>
      <pc:sldChg chg="add del">
        <pc:chgData name="Remi de Vogel" userId="5948360e-7b9c-4a22-9ada-df5e8b901c82" providerId="ADAL" clId="{A4F27B0C-4396-43E1-A404-B07EBE7F61B1}" dt="2023-08-28T14:38:27.215" v="140"/>
        <pc:sldMkLst>
          <pc:docMk/>
          <pc:sldMk cId="3144054254" sldId="2145707256"/>
        </pc:sldMkLst>
      </pc:sldChg>
      <pc:sldChg chg="add del">
        <pc:chgData name="Remi de Vogel" userId="5948360e-7b9c-4a22-9ada-df5e8b901c82" providerId="ADAL" clId="{A4F27B0C-4396-43E1-A404-B07EBE7F61B1}" dt="2023-08-28T14:38:27.215" v="140"/>
        <pc:sldMkLst>
          <pc:docMk/>
          <pc:sldMk cId="2506249882" sldId="2145707257"/>
        </pc:sldMkLst>
      </pc:sldChg>
      <pc:sldChg chg="add del">
        <pc:chgData name="Remi de Vogel" userId="5948360e-7b9c-4a22-9ada-df5e8b901c82" providerId="ADAL" clId="{A4F27B0C-4396-43E1-A404-B07EBE7F61B1}" dt="2023-08-28T14:38:27.215" v="140"/>
        <pc:sldMkLst>
          <pc:docMk/>
          <pc:sldMk cId="1213052669" sldId="2145707258"/>
        </pc:sldMkLst>
      </pc:sldChg>
      <pc:sldChg chg="add del">
        <pc:chgData name="Remi de Vogel" userId="5948360e-7b9c-4a22-9ada-df5e8b901c82" providerId="ADAL" clId="{A4F27B0C-4396-43E1-A404-B07EBE7F61B1}" dt="2023-08-28T14:38:27.215" v="140"/>
        <pc:sldMkLst>
          <pc:docMk/>
          <pc:sldMk cId="3165483609" sldId="2145707260"/>
        </pc:sldMkLst>
      </pc:sldChg>
      <pc:sldMasterChg chg="delSp modSp mod modSldLayout">
        <pc:chgData name="Remi de Vogel" userId="5948360e-7b9c-4a22-9ada-df5e8b901c82" providerId="ADAL" clId="{A4F27B0C-4396-43E1-A404-B07EBE7F61B1}" dt="2023-08-14T12:26:53.575" v="131" actId="167"/>
        <pc:sldMasterMkLst>
          <pc:docMk/>
          <pc:sldMasterMk cId="259861064" sldId="2147483648"/>
        </pc:sldMasterMkLst>
        <pc:spChg chg="mod">
          <ac:chgData name="Remi de Vogel" userId="5948360e-7b9c-4a22-9ada-df5e8b901c82" providerId="ADAL" clId="{A4F27B0C-4396-43E1-A404-B07EBE7F61B1}" dt="2023-08-09T12:55:08.700" v="61" actId="3064"/>
          <ac:spMkLst>
            <pc:docMk/>
            <pc:sldMasterMk cId="259861064" sldId="2147483648"/>
            <ac:spMk id="2" creationId="{911FA289-D5D9-85F4-FFF7-4677C2CF5BF8}"/>
          </ac:spMkLst>
        </pc:spChg>
        <pc:spChg chg="del">
          <ac:chgData name="Remi de Vogel" userId="5948360e-7b9c-4a22-9ada-df5e8b901c82" providerId="ADAL" clId="{A4F27B0C-4396-43E1-A404-B07EBE7F61B1}" dt="2023-08-09T12:54:47.019" v="42" actId="478"/>
          <ac:spMkLst>
            <pc:docMk/>
            <pc:sldMasterMk cId="259861064" sldId="2147483648"/>
            <ac:spMk id="4" creationId="{DB57928F-0394-A641-8E3E-2D180F0BE042}"/>
          </ac:spMkLst>
        </pc:spChg>
        <pc:spChg chg="mod">
          <ac:chgData name="Remi de Vogel" userId="5948360e-7b9c-4a22-9ada-df5e8b901c82" providerId="ADAL" clId="{A4F27B0C-4396-43E1-A404-B07EBE7F61B1}" dt="2023-07-31T17:03:07.452" v="1" actId="139"/>
          <ac:spMkLst>
            <pc:docMk/>
            <pc:sldMasterMk cId="259861064" sldId="2147483648"/>
            <ac:spMk id="7" creationId="{D6A5A859-4CE8-2837-746E-F8B2E0E6F21F}"/>
          </ac:spMkLst>
        </pc:spChg>
        <pc:spChg chg="mod">
          <ac:chgData name="Remi de Vogel" userId="5948360e-7b9c-4a22-9ada-df5e8b901c82" providerId="ADAL" clId="{A4F27B0C-4396-43E1-A404-B07EBE7F61B1}" dt="2023-08-14T12:25:15.287" v="67" actId="20577"/>
          <ac:spMkLst>
            <pc:docMk/>
            <pc:sldMasterMk cId="259861064" sldId="2147483648"/>
            <ac:spMk id="8" creationId="{59DD17BF-08FE-3C56-E88C-20C01D9C620B}"/>
          </ac:spMkLst>
        </pc:spChg>
        <pc:spChg chg="mod">
          <ac:chgData name="Remi de Vogel" userId="5948360e-7b9c-4a22-9ada-df5e8b901c82" providerId="ADAL" clId="{A4F27B0C-4396-43E1-A404-B07EBE7F61B1}" dt="2023-07-31T17:03:07.458" v="3" actId="139"/>
          <ac:spMkLst>
            <pc:docMk/>
            <pc:sldMasterMk cId="259861064" sldId="2147483648"/>
            <ac:spMk id="68" creationId="{61C71873-52D3-45F7-59C2-98B44A61CBDD}"/>
          </ac:spMkLst>
        </pc:spChg>
        <pc:spChg chg="mod">
          <ac:chgData name="Remi de Vogel" userId="5948360e-7b9c-4a22-9ada-df5e8b901c82" providerId="ADAL" clId="{A4F27B0C-4396-43E1-A404-B07EBE7F61B1}" dt="2023-07-31T17:03:07.461" v="5" actId="139"/>
          <ac:spMkLst>
            <pc:docMk/>
            <pc:sldMasterMk cId="259861064" sldId="2147483648"/>
            <ac:spMk id="72" creationId="{D0CCF352-5FE7-85C8-603C-8D9FD1E2CB4D}"/>
          </ac:spMkLst>
        </pc:spChg>
        <pc:spChg chg="mod">
          <ac:chgData name="Remi de Vogel" userId="5948360e-7b9c-4a22-9ada-df5e8b901c82" providerId="ADAL" clId="{A4F27B0C-4396-43E1-A404-B07EBE7F61B1}" dt="2023-07-31T17:03:07.463" v="7" actId="139"/>
          <ac:spMkLst>
            <pc:docMk/>
            <pc:sldMasterMk cId="259861064" sldId="2147483648"/>
            <ac:spMk id="73" creationId="{DDC0E9FF-D178-AF74-F5DF-8B06BE4DAB13}"/>
          </ac:spMkLst>
        </pc:spChg>
        <pc:sldLayoutChg chg="addSp delSp modSp mod">
          <pc:chgData name="Remi de Vogel" userId="5948360e-7b9c-4a22-9ada-df5e8b901c82" providerId="ADAL" clId="{A4F27B0C-4396-43E1-A404-B07EBE7F61B1}" dt="2023-08-14T12:25:34.320" v="73" actId="1076"/>
          <pc:sldLayoutMkLst>
            <pc:docMk/>
            <pc:sldMasterMk cId="259861064" sldId="2147483648"/>
            <pc:sldLayoutMk cId="3031695121" sldId="2147483649"/>
          </pc:sldLayoutMkLst>
          <pc:spChg chg="del">
            <ac:chgData name="Remi de Vogel" userId="5948360e-7b9c-4a22-9ada-df5e8b901c82" providerId="ADAL" clId="{A4F27B0C-4396-43E1-A404-B07EBE7F61B1}" dt="2023-08-14T12:25:30.120" v="71"/>
            <ac:spMkLst>
              <pc:docMk/>
              <pc:sldMasterMk cId="259861064" sldId="2147483648"/>
              <pc:sldLayoutMk cId="3031695121" sldId="2147483649"/>
              <ac:spMk id="2" creationId="{63043356-50D3-592D-34F3-52F8DC47517B}"/>
            </ac:spMkLst>
          </pc:spChg>
          <pc:spChg chg="del">
            <ac:chgData name="Remi de Vogel" userId="5948360e-7b9c-4a22-9ada-df5e8b901c82" providerId="ADAL" clId="{A4F27B0C-4396-43E1-A404-B07EBE7F61B1}" dt="2023-08-14T12:25:30.120" v="71"/>
            <ac:spMkLst>
              <pc:docMk/>
              <pc:sldMasterMk cId="259861064" sldId="2147483648"/>
              <pc:sldLayoutMk cId="3031695121" sldId="2147483649"/>
              <ac:spMk id="4" creationId="{83E8B293-C428-0428-25CF-C795EC5F5711}"/>
            </ac:spMkLst>
          </pc:spChg>
          <pc:spChg chg="del">
            <ac:chgData name="Remi de Vogel" userId="5948360e-7b9c-4a22-9ada-df5e8b901c82" providerId="ADAL" clId="{A4F27B0C-4396-43E1-A404-B07EBE7F61B1}" dt="2023-08-14T12:25:30.120" v="71"/>
            <ac:spMkLst>
              <pc:docMk/>
              <pc:sldMasterMk cId="259861064" sldId="2147483648"/>
              <pc:sldLayoutMk cId="3031695121" sldId="2147483649"/>
              <ac:spMk id="5" creationId="{5686E34D-AF61-4405-20B2-99C0E2931D6D}"/>
            </ac:spMkLst>
          </pc:spChg>
          <pc:spChg chg="add mod">
            <ac:chgData name="Remi de Vogel" userId="5948360e-7b9c-4a22-9ada-df5e8b901c82" providerId="ADAL" clId="{A4F27B0C-4396-43E1-A404-B07EBE7F61B1}" dt="2023-08-14T12:25:34.320" v="73" actId="1076"/>
            <ac:spMkLst>
              <pc:docMk/>
              <pc:sldMasterMk cId="259861064" sldId="2147483648"/>
              <pc:sldLayoutMk cId="3031695121" sldId="2147483649"/>
              <ac:spMk id="6" creationId="{1C52422D-0E2D-1EA9-7F00-A5F4238CF4A8}"/>
            </ac:spMkLst>
          </pc:spChg>
          <pc:spChg chg="add mod">
            <ac:chgData name="Remi de Vogel" userId="5948360e-7b9c-4a22-9ada-df5e8b901c82" providerId="ADAL" clId="{A4F27B0C-4396-43E1-A404-B07EBE7F61B1}" dt="2023-08-14T12:25:34.320" v="73" actId="1076"/>
            <ac:spMkLst>
              <pc:docMk/>
              <pc:sldMasterMk cId="259861064" sldId="2147483648"/>
              <pc:sldLayoutMk cId="3031695121" sldId="2147483649"/>
              <ac:spMk id="10" creationId="{FE556992-3409-8100-07D7-6BFB7010D751}"/>
            </ac:spMkLst>
          </pc:spChg>
          <pc:spChg chg="add mod">
            <ac:chgData name="Remi de Vogel" userId="5948360e-7b9c-4a22-9ada-df5e8b901c82" providerId="ADAL" clId="{A4F27B0C-4396-43E1-A404-B07EBE7F61B1}" dt="2023-08-14T12:25:34.320" v="73" actId="1076"/>
            <ac:spMkLst>
              <pc:docMk/>
              <pc:sldMasterMk cId="259861064" sldId="2147483648"/>
              <pc:sldLayoutMk cId="3031695121" sldId="2147483649"/>
              <ac:spMk id="12" creationId="{AB9AFC0A-8A3A-A238-4C29-C9839B86D74B}"/>
            </ac:spMkLst>
          </pc:spChg>
        </pc:sldLayoutChg>
        <pc:sldLayoutChg chg="addSp delSp modSp">
          <pc:chgData name="Remi de Vogel" userId="5948360e-7b9c-4a22-9ada-df5e8b901c82" providerId="ADAL" clId="{A4F27B0C-4396-43E1-A404-B07EBE7F61B1}" dt="2023-08-14T12:25:49.722" v="83"/>
          <pc:sldLayoutMkLst>
            <pc:docMk/>
            <pc:sldMasterMk cId="259861064" sldId="2147483648"/>
            <pc:sldLayoutMk cId="276490111" sldId="2147483650"/>
          </pc:sldLayoutMkLst>
          <pc:spChg chg="del">
            <ac:chgData name="Remi de Vogel" userId="5948360e-7b9c-4a22-9ada-df5e8b901c82" providerId="ADAL" clId="{A4F27B0C-4396-43E1-A404-B07EBE7F61B1}" dt="2023-08-14T12:25:49.600" v="82"/>
            <ac:spMkLst>
              <pc:docMk/>
              <pc:sldMasterMk cId="259861064" sldId="2147483648"/>
              <pc:sldLayoutMk cId="276490111" sldId="2147483650"/>
              <ac:spMk id="2" creationId="{45A56239-EABF-F190-F1D8-A6E329C2A58A}"/>
            </ac:spMkLst>
          </pc:spChg>
          <pc:spChg chg="del">
            <ac:chgData name="Remi de Vogel" userId="5948360e-7b9c-4a22-9ada-df5e8b901c82" providerId="ADAL" clId="{A4F27B0C-4396-43E1-A404-B07EBE7F61B1}" dt="2023-08-14T12:25:49.600" v="82"/>
            <ac:spMkLst>
              <pc:docMk/>
              <pc:sldMasterMk cId="259861064" sldId="2147483648"/>
              <pc:sldLayoutMk cId="276490111" sldId="2147483650"/>
              <ac:spMk id="3" creationId="{5EB82D06-EF91-932D-7620-2B4110665F95}"/>
            </ac:spMkLst>
          </pc:spChg>
          <pc:spChg chg="del">
            <ac:chgData name="Remi de Vogel" userId="5948360e-7b9c-4a22-9ada-df5e8b901c82" providerId="ADAL" clId="{A4F27B0C-4396-43E1-A404-B07EBE7F61B1}" dt="2023-08-14T12:25:49.600" v="82"/>
            <ac:spMkLst>
              <pc:docMk/>
              <pc:sldMasterMk cId="259861064" sldId="2147483648"/>
              <pc:sldLayoutMk cId="276490111" sldId="2147483650"/>
              <ac:spMk id="4" creationId="{6DA08F9F-1F9D-002D-EFF8-3198E474E318}"/>
            </ac:spMkLst>
          </pc:spChg>
          <pc:spChg chg="add mod">
            <ac:chgData name="Remi de Vogel" userId="5948360e-7b9c-4a22-9ada-df5e8b901c82" providerId="ADAL" clId="{A4F27B0C-4396-43E1-A404-B07EBE7F61B1}" dt="2023-08-14T12:25:49.722" v="83"/>
            <ac:spMkLst>
              <pc:docMk/>
              <pc:sldMasterMk cId="259861064" sldId="2147483648"/>
              <pc:sldLayoutMk cId="276490111" sldId="2147483650"/>
              <ac:spMk id="5" creationId="{FC9877AD-E8BD-5759-91DD-F4E084F20880}"/>
            </ac:spMkLst>
          </pc:spChg>
          <pc:spChg chg="add mod">
            <ac:chgData name="Remi de Vogel" userId="5948360e-7b9c-4a22-9ada-df5e8b901c82" providerId="ADAL" clId="{A4F27B0C-4396-43E1-A404-B07EBE7F61B1}" dt="2023-08-14T12:25:49.722" v="83"/>
            <ac:spMkLst>
              <pc:docMk/>
              <pc:sldMasterMk cId="259861064" sldId="2147483648"/>
              <pc:sldLayoutMk cId="276490111" sldId="2147483650"/>
              <ac:spMk id="6" creationId="{6D156F4C-F081-E9D9-AAB4-6017E1F9D0FC}"/>
            </ac:spMkLst>
          </pc:spChg>
          <pc:spChg chg="add mod">
            <ac:chgData name="Remi de Vogel" userId="5948360e-7b9c-4a22-9ada-df5e8b901c82" providerId="ADAL" clId="{A4F27B0C-4396-43E1-A404-B07EBE7F61B1}" dt="2023-08-14T12:25:49.722" v="83"/>
            <ac:spMkLst>
              <pc:docMk/>
              <pc:sldMasterMk cId="259861064" sldId="2147483648"/>
              <pc:sldLayoutMk cId="276490111" sldId="2147483650"/>
              <ac:spMk id="11" creationId="{C196221B-0202-0B08-D314-2FA5EAA472CE}"/>
            </ac:spMkLst>
          </pc:spChg>
        </pc:sldLayoutChg>
        <pc:sldLayoutChg chg="addSp delSp modSp">
          <pc:chgData name="Remi de Vogel" userId="5948360e-7b9c-4a22-9ada-df5e8b901c82" providerId="ADAL" clId="{A4F27B0C-4396-43E1-A404-B07EBE7F61B1}" dt="2023-08-14T12:25:51.281" v="85"/>
          <pc:sldLayoutMkLst>
            <pc:docMk/>
            <pc:sldMasterMk cId="259861064" sldId="2147483648"/>
            <pc:sldLayoutMk cId="3831577900" sldId="2147483652"/>
          </pc:sldLayoutMkLst>
          <pc:spChg chg="del">
            <ac:chgData name="Remi de Vogel" userId="5948360e-7b9c-4a22-9ada-df5e8b901c82" providerId="ADAL" clId="{A4F27B0C-4396-43E1-A404-B07EBE7F61B1}" dt="2023-08-14T12:25:51.142" v="84"/>
            <ac:spMkLst>
              <pc:docMk/>
              <pc:sldMasterMk cId="259861064" sldId="2147483648"/>
              <pc:sldLayoutMk cId="3831577900" sldId="2147483652"/>
              <ac:spMk id="2" creationId="{4430DBB3-14FB-F94C-C436-FE59A3CCCE18}"/>
            </ac:spMkLst>
          </pc:spChg>
          <pc:spChg chg="del">
            <ac:chgData name="Remi de Vogel" userId="5948360e-7b9c-4a22-9ada-df5e8b901c82" providerId="ADAL" clId="{A4F27B0C-4396-43E1-A404-B07EBE7F61B1}" dt="2023-08-14T12:25:51.142" v="84"/>
            <ac:spMkLst>
              <pc:docMk/>
              <pc:sldMasterMk cId="259861064" sldId="2147483648"/>
              <pc:sldLayoutMk cId="3831577900" sldId="2147483652"/>
              <ac:spMk id="3" creationId="{056CD741-B27A-C28C-8CF8-2B9AE6DE341A}"/>
            </ac:spMkLst>
          </pc:spChg>
          <pc:spChg chg="del">
            <ac:chgData name="Remi de Vogel" userId="5948360e-7b9c-4a22-9ada-df5e8b901c82" providerId="ADAL" clId="{A4F27B0C-4396-43E1-A404-B07EBE7F61B1}" dt="2023-08-14T12:25:51.142" v="84"/>
            <ac:spMkLst>
              <pc:docMk/>
              <pc:sldMasterMk cId="259861064" sldId="2147483648"/>
              <pc:sldLayoutMk cId="3831577900" sldId="2147483652"/>
              <ac:spMk id="4" creationId="{1D05DE62-CFCC-01F6-3633-7286534F1946}"/>
            </ac:spMkLst>
          </pc:spChg>
          <pc:spChg chg="add mod">
            <ac:chgData name="Remi de Vogel" userId="5948360e-7b9c-4a22-9ada-df5e8b901c82" providerId="ADAL" clId="{A4F27B0C-4396-43E1-A404-B07EBE7F61B1}" dt="2023-08-14T12:25:51.281" v="85"/>
            <ac:spMkLst>
              <pc:docMk/>
              <pc:sldMasterMk cId="259861064" sldId="2147483648"/>
              <pc:sldLayoutMk cId="3831577900" sldId="2147483652"/>
              <ac:spMk id="5" creationId="{269D2B38-A9A0-FF3E-CDBA-813F7CD64566}"/>
            </ac:spMkLst>
          </pc:spChg>
          <pc:spChg chg="add mod">
            <ac:chgData name="Remi de Vogel" userId="5948360e-7b9c-4a22-9ada-df5e8b901c82" providerId="ADAL" clId="{A4F27B0C-4396-43E1-A404-B07EBE7F61B1}" dt="2023-08-14T12:25:51.281" v="85"/>
            <ac:spMkLst>
              <pc:docMk/>
              <pc:sldMasterMk cId="259861064" sldId="2147483648"/>
              <pc:sldLayoutMk cId="3831577900" sldId="2147483652"/>
              <ac:spMk id="6" creationId="{EE7E445B-412B-E741-8E28-28A5480733B1}"/>
            </ac:spMkLst>
          </pc:spChg>
          <pc:spChg chg="add mod">
            <ac:chgData name="Remi de Vogel" userId="5948360e-7b9c-4a22-9ada-df5e8b901c82" providerId="ADAL" clId="{A4F27B0C-4396-43E1-A404-B07EBE7F61B1}" dt="2023-08-14T12:25:51.281" v="85"/>
            <ac:spMkLst>
              <pc:docMk/>
              <pc:sldMasterMk cId="259861064" sldId="2147483648"/>
              <pc:sldLayoutMk cId="3831577900" sldId="2147483652"/>
              <ac:spMk id="7" creationId="{58889D58-F54E-ED29-A5C2-2DC8671F0C4F}"/>
            </ac:spMkLst>
          </pc:spChg>
        </pc:sldLayoutChg>
        <pc:sldLayoutChg chg="addSp delSp modSp">
          <pc:chgData name="Remi de Vogel" userId="5948360e-7b9c-4a22-9ada-df5e8b901c82" providerId="ADAL" clId="{A4F27B0C-4396-43E1-A404-B07EBE7F61B1}" dt="2023-08-14T12:26:24.122" v="115"/>
          <pc:sldLayoutMkLst>
            <pc:docMk/>
            <pc:sldMasterMk cId="259861064" sldId="2147483648"/>
            <pc:sldLayoutMk cId="2538990565" sldId="2147483654"/>
          </pc:sldLayoutMkLst>
          <pc:spChg chg="add mod">
            <ac:chgData name="Remi de Vogel" userId="5948360e-7b9c-4a22-9ada-df5e8b901c82" providerId="ADAL" clId="{A4F27B0C-4396-43E1-A404-B07EBE7F61B1}" dt="2023-08-14T12:26:24.122" v="115"/>
            <ac:spMkLst>
              <pc:docMk/>
              <pc:sldMasterMk cId="259861064" sldId="2147483648"/>
              <pc:sldLayoutMk cId="2538990565" sldId="2147483654"/>
              <ac:spMk id="2" creationId="{039F136B-94D5-8CF5-3BAA-C7557EB70948}"/>
            </ac:spMkLst>
          </pc:spChg>
          <pc:spChg chg="add mod">
            <ac:chgData name="Remi de Vogel" userId="5948360e-7b9c-4a22-9ada-df5e8b901c82" providerId="ADAL" clId="{A4F27B0C-4396-43E1-A404-B07EBE7F61B1}" dt="2023-08-14T12:26:24.122" v="115"/>
            <ac:spMkLst>
              <pc:docMk/>
              <pc:sldMasterMk cId="259861064" sldId="2147483648"/>
              <pc:sldLayoutMk cId="2538990565" sldId="2147483654"/>
              <ac:spMk id="3" creationId="{61237811-4AF4-5C17-8011-DB4D7793DE33}"/>
            </ac:spMkLst>
          </pc:spChg>
          <pc:spChg chg="add mod">
            <ac:chgData name="Remi de Vogel" userId="5948360e-7b9c-4a22-9ada-df5e8b901c82" providerId="ADAL" clId="{A4F27B0C-4396-43E1-A404-B07EBE7F61B1}" dt="2023-08-14T12:26:24.122" v="115"/>
            <ac:spMkLst>
              <pc:docMk/>
              <pc:sldMasterMk cId="259861064" sldId="2147483648"/>
              <pc:sldLayoutMk cId="2538990565" sldId="2147483654"/>
              <ac:spMk id="4" creationId="{D0530390-F0C6-3257-5686-5F8947032758}"/>
            </ac:spMkLst>
          </pc:spChg>
          <pc:spChg chg="del">
            <ac:chgData name="Remi de Vogel" userId="5948360e-7b9c-4a22-9ada-df5e8b901c82" providerId="ADAL" clId="{A4F27B0C-4396-43E1-A404-B07EBE7F61B1}" dt="2023-08-14T12:26:23.998" v="114"/>
            <ac:spMkLst>
              <pc:docMk/>
              <pc:sldMasterMk cId="259861064" sldId="2147483648"/>
              <pc:sldLayoutMk cId="2538990565" sldId="2147483654"/>
              <ac:spMk id="11" creationId="{4DF6ADD4-CCC2-19BF-8989-765B61C14882}"/>
            </ac:spMkLst>
          </pc:spChg>
          <pc:spChg chg="del">
            <ac:chgData name="Remi de Vogel" userId="5948360e-7b9c-4a22-9ada-df5e8b901c82" providerId="ADAL" clId="{A4F27B0C-4396-43E1-A404-B07EBE7F61B1}" dt="2023-08-14T12:26:23.998" v="114"/>
            <ac:spMkLst>
              <pc:docMk/>
              <pc:sldMasterMk cId="259861064" sldId="2147483648"/>
              <pc:sldLayoutMk cId="2538990565" sldId="2147483654"/>
              <ac:spMk id="12" creationId="{C8EDF942-4CEC-3A38-6F89-C32E708A4F4C}"/>
            </ac:spMkLst>
          </pc:spChg>
          <pc:spChg chg="del">
            <ac:chgData name="Remi de Vogel" userId="5948360e-7b9c-4a22-9ada-df5e8b901c82" providerId="ADAL" clId="{A4F27B0C-4396-43E1-A404-B07EBE7F61B1}" dt="2023-08-14T12:26:23.998" v="114"/>
            <ac:spMkLst>
              <pc:docMk/>
              <pc:sldMasterMk cId="259861064" sldId="2147483648"/>
              <pc:sldLayoutMk cId="2538990565" sldId="2147483654"/>
              <ac:spMk id="13" creationId="{76E90A2F-8A5C-F19B-DC08-BB89E8ABEF03}"/>
            </ac:spMkLst>
          </pc:spChg>
        </pc:sldLayoutChg>
        <pc:sldLayoutChg chg="addSp delSp modSp">
          <pc:chgData name="Remi de Vogel" userId="5948360e-7b9c-4a22-9ada-df5e8b901c82" providerId="ADAL" clId="{A4F27B0C-4396-43E1-A404-B07EBE7F61B1}" dt="2023-08-14T12:26:25.679" v="117"/>
          <pc:sldLayoutMkLst>
            <pc:docMk/>
            <pc:sldMasterMk cId="259861064" sldId="2147483648"/>
            <pc:sldLayoutMk cId="4164875606" sldId="2147483655"/>
          </pc:sldLayoutMkLst>
          <pc:spChg chg="del">
            <ac:chgData name="Remi de Vogel" userId="5948360e-7b9c-4a22-9ada-df5e8b901c82" providerId="ADAL" clId="{A4F27B0C-4396-43E1-A404-B07EBE7F61B1}" dt="2023-08-14T12:26:25.568" v="116"/>
            <ac:spMkLst>
              <pc:docMk/>
              <pc:sldMasterMk cId="259861064" sldId="2147483648"/>
              <pc:sldLayoutMk cId="4164875606" sldId="2147483655"/>
              <ac:spMk id="2" creationId="{D265B789-151F-395D-61FF-287D6909A940}"/>
            </ac:spMkLst>
          </pc:spChg>
          <pc:spChg chg="del">
            <ac:chgData name="Remi de Vogel" userId="5948360e-7b9c-4a22-9ada-df5e8b901c82" providerId="ADAL" clId="{A4F27B0C-4396-43E1-A404-B07EBE7F61B1}" dt="2023-08-14T12:26:25.568" v="116"/>
            <ac:spMkLst>
              <pc:docMk/>
              <pc:sldMasterMk cId="259861064" sldId="2147483648"/>
              <pc:sldLayoutMk cId="4164875606" sldId="2147483655"/>
              <ac:spMk id="3" creationId="{C6E291F2-A08C-B5A9-95F3-B4E1D20314FC}"/>
            </ac:spMkLst>
          </pc:spChg>
          <pc:spChg chg="del">
            <ac:chgData name="Remi de Vogel" userId="5948360e-7b9c-4a22-9ada-df5e8b901c82" providerId="ADAL" clId="{A4F27B0C-4396-43E1-A404-B07EBE7F61B1}" dt="2023-08-14T12:26:25.568" v="116"/>
            <ac:spMkLst>
              <pc:docMk/>
              <pc:sldMasterMk cId="259861064" sldId="2147483648"/>
              <pc:sldLayoutMk cId="4164875606" sldId="2147483655"/>
              <ac:spMk id="4" creationId="{48A71DA2-DFC7-13B9-CDB8-300D50DE10F7}"/>
            </ac:spMkLst>
          </pc:spChg>
          <pc:spChg chg="add mod">
            <ac:chgData name="Remi de Vogel" userId="5948360e-7b9c-4a22-9ada-df5e8b901c82" providerId="ADAL" clId="{A4F27B0C-4396-43E1-A404-B07EBE7F61B1}" dt="2023-08-14T12:26:25.679" v="117"/>
            <ac:spMkLst>
              <pc:docMk/>
              <pc:sldMasterMk cId="259861064" sldId="2147483648"/>
              <pc:sldLayoutMk cId="4164875606" sldId="2147483655"/>
              <ac:spMk id="5" creationId="{5B794FE4-9791-16A3-82A0-1876C087CAFD}"/>
            </ac:spMkLst>
          </pc:spChg>
          <pc:spChg chg="add mod">
            <ac:chgData name="Remi de Vogel" userId="5948360e-7b9c-4a22-9ada-df5e8b901c82" providerId="ADAL" clId="{A4F27B0C-4396-43E1-A404-B07EBE7F61B1}" dt="2023-08-14T12:26:25.679" v="117"/>
            <ac:spMkLst>
              <pc:docMk/>
              <pc:sldMasterMk cId="259861064" sldId="2147483648"/>
              <pc:sldLayoutMk cId="4164875606" sldId="2147483655"/>
              <ac:spMk id="6" creationId="{AE4BCDBE-0A8D-2558-F4DC-D3974B8ED087}"/>
            </ac:spMkLst>
          </pc:spChg>
          <pc:spChg chg="add mod">
            <ac:chgData name="Remi de Vogel" userId="5948360e-7b9c-4a22-9ada-df5e8b901c82" providerId="ADAL" clId="{A4F27B0C-4396-43E1-A404-B07EBE7F61B1}" dt="2023-08-14T12:26:25.679" v="117"/>
            <ac:spMkLst>
              <pc:docMk/>
              <pc:sldMasterMk cId="259861064" sldId="2147483648"/>
              <pc:sldLayoutMk cId="4164875606" sldId="2147483655"/>
              <ac:spMk id="7" creationId="{AF9072D2-2C76-276B-551B-7A23DF7B9A86}"/>
            </ac:spMkLst>
          </pc:spChg>
        </pc:sldLayoutChg>
        <pc:sldLayoutChg chg="addSp delSp modSp">
          <pc:chgData name="Remi de Vogel" userId="5948360e-7b9c-4a22-9ada-df5e8b901c82" providerId="ADAL" clId="{A4F27B0C-4396-43E1-A404-B07EBE7F61B1}" dt="2023-08-14T12:25:57.135" v="93"/>
          <pc:sldLayoutMkLst>
            <pc:docMk/>
            <pc:sldMasterMk cId="259861064" sldId="2147483648"/>
            <pc:sldLayoutMk cId="36604280" sldId="2147483656"/>
          </pc:sldLayoutMkLst>
          <pc:spChg chg="add mod">
            <ac:chgData name="Remi de Vogel" userId="5948360e-7b9c-4a22-9ada-df5e8b901c82" providerId="ADAL" clId="{A4F27B0C-4396-43E1-A404-B07EBE7F61B1}" dt="2023-08-14T12:25:57.135" v="93"/>
            <ac:spMkLst>
              <pc:docMk/>
              <pc:sldMasterMk cId="259861064" sldId="2147483648"/>
              <pc:sldLayoutMk cId="36604280" sldId="2147483656"/>
              <ac:spMk id="2" creationId="{9DC02D1B-157E-9C2C-933C-ABAF0073913F}"/>
            </ac:spMkLst>
          </pc:spChg>
          <pc:spChg chg="add mod">
            <ac:chgData name="Remi de Vogel" userId="5948360e-7b9c-4a22-9ada-df5e8b901c82" providerId="ADAL" clId="{A4F27B0C-4396-43E1-A404-B07EBE7F61B1}" dt="2023-08-14T12:25:57.135" v="93"/>
            <ac:spMkLst>
              <pc:docMk/>
              <pc:sldMasterMk cId="259861064" sldId="2147483648"/>
              <pc:sldLayoutMk cId="36604280" sldId="2147483656"/>
              <ac:spMk id="3" creationId="{1A8833D8-DEEF-E22B-B10C-A705D4B896F4}"/>
            </ac:spMkLst>
          </pc:spChg>
          <pc:spChg chg="del">
            <ac:chgData name="Remi de Vogel" userId="5948360e-7b9c-4a22-9ada-df5e8b901c82" providerId="ADAL" clId="{A4F27B0C-4396-43E1-A404-B07EBE7F61B1}" dt="2023-08-14T12:25:57.010" v="92"/>
            <ac:spMkLst>
              <pc:docMk/>
              <pc:sldMasterMk cId="259861064" sldId="2147483648"/>
              <pc:sldLayoutMk cId="36604280" sldId="2147483656"/>
              <ac:spMk id="4" creationId="{76ED0B91-1F1D-843F-275F-99DB596394A5}"/>
            </ac:spMkLst>
          </pc:spChg>
          <pc:spChg chg="add mod">
            <ac:chgData name="Remi de Vogel" userId="5948360e-7b9c-4a22-9ada-df5e8b901c82" providerId="ADAL" clId="{A4F27B0C-4396-43E1-A404-B07EBE7F61B1}" dt="2023-08-14T12:25:57.135" v="93"/>
            <ac:spMkLst>
              <pc:docMk/>
              <pc:sldMasterMk cId="259861064" sldId="2147483648"/>
              <pc:sldLayoutMk cId="36604280" sldId="2147483656"/>
              <ac:spMk id="5" creationId="{CF31E6DC-CE54-FF11-8EDE-578A0BC814B7}"/>
            </ac:spMkLst>
          </pc:spChg>
          <pc:spChg chg="del">
            <ac:chgData name="Remi de Vogel" userId="5948360e-7b9c-4a22-9ada-df5e8b901c82" providerId="ADAL" clId="{A4F27B0C-4396-43E1-A404-B07EBE7F61B1}" dt="2023-08-14T12:25:57.010" v="92"/>
            <ac:spMkLst>
              <pc:docMk/>
              <pc:sldMasterMk cId="259861064" sldId="2147483648"/>
              <pc:sldLayoutMk cId="36604280" sldId="2147483656"/>
              <ac:spMk id="6" creationId="{2D03171B-64B9-B5AF-FF8C-981032E1B4CB}"/>
            </ac:spMkLst>
          </pc:spChg>
          <pc:spChg chg="del">
            <ac:chgData name="Remi de Vogel" userId="5948360e-7b9c-4a22-9ada-df5e8b901c82" providerId="ADAL" clId="{A4F27B0C-4396-43E1-A404-B07EBE7F61B1}" dt="2023-08-14T12:25:57.010" v="92"/>
            <ac:spMkLst>
              <pc:docMk/>
              <pc:sldMasterMk cId="259861064" sldId="2147483648"/>
              <pc:sldLayoutMk cId="36604280" sldId="2147483656"/>
              <ac:spMk id="7" creationId="{0AC5BD1B-4A6F-35B4-3B9E-18B5A0C593B6}"/>
            </ac:spMkLst>
          </pc:spChg>
        </pc:sldLayoutChg>
        <pc:sldLayoutChg chg="addSp delSp modSp">
          <pc:chgData name="Remi de Vogel" userId="5948360e-7b9c-4a22-9ada-df5e8b901c82" providerId="ADAL" clId="{A4F27B0C-4396-43E1-A404-B07EBE7F61B1}" dt="2023-08-14T12:26:09.822" v="104" actId="207"/>
          <pc:sldLayoutMkLst>
            <pc:docMk/>
            <pc:sldMasterMk cId="259861064" sldId="2147483648"/>
            <pc:sldLayoutMk cId="1622635753" sldId="2147483658"/>
          </pc:sldLayoutMkLst>
          <pc:spChg chg="del">
            <ac:chgData name="Remi de Vogel" userId="5948360e-7b9c-4a22-9ada-df5e8b901c82" providerId="ADAL" clId="{A4F27B0C-4396-43E1-A404-B07EBE7F61B1}" dt="2023-08-14T12:26:05.759" v="102"/>
            <ac:spMkLst>
              <pc:docMk/>
              <pc:sldMasterMk cId="259861064" sldId="2147483648"/>
              <pc:sldLayoutMk cId="1622635753" sldId="2147483658"/>
              <ac:spMk id="2" creationId="{2942BE73-4AA1-D37E-0D06-A0E883B1599B}"/>
            </ac:spMkLst>
          </pc:spChg>
          <pc:spChg chg="add mod">
            <ac:chgData name="Remi de Vogel" userId="5948360e-7b9c-4a22-9ada-df5e8b901c82" providerId="ADAL" clId="{A4F27B0C-4396-43E1-A404-B07EBE7F61B1}" dt="2023-08-14T12:26:09.822" v="104" actId="207"/>
            <ac:spMkLst>
              <pc:docMk/>
              <pc:sldMasterMk cId="259861064" sldId="2147483648"/>
              <pc:sldLayoutMk cId="1622635753" sldId="2147483658"/>
              <ac:spMk id="3" creationId="{CE17F094-5C30-48A9-421A-FE6807FB5E42}"/>
            </ac:spMkLst>
          </pc:spChg>
          <pc:spChg chg="add mod">
            <ac:chgData name="Remi de Vogel" userId="5948360e-7b9c-4a22-9ada-df5e8b901c82" providerId="ADAL" clId="{A4F27B0C-4396-43E1-A404-B07EBE7F61B1}" dt="2023-08-14T12:26:09.822" v="104" actId="207"/>
            <ac:spMkLst>
              <pc:docMk/>
              <pc:sldMasterMk cId="259861064" sldId="2147483648"/>
              <pc:sldLayoutMk cId="1622635753" sldId="2147483658"/>
              <ac:spMk id="4" creationId="{16DB7DF7-FCAC-D317-55B9-B4C894AE9590}"/>
            </ac:spMkLst>
          </pc:spChg>
          <pc:spChg chg="add mod">
            <ac:chgData name="Remi de Vogel" userId="5948360e-7b9c-4a22-9ada-df5e8b901c82" providerId="ADAL" clId="{A4F27B0C-4396-43E1-A404-B07EBE7F61B1}" dt="2023-08-14T12:26:09.822" v="104" actId="207"/>
            <ac:spMkLst>
              <pc:docMk/>
              <pc:sldMasterMk cId="259861064" sldId="2147483648"/>
              <pc:sldLayoutMk cId="1622635753" sldId="2147483658"/>
              <ac:spMk id="7" creationId="{4037FE4A-10D5-5089-6D84-E34D3610348D}"/>
            </ac:spMkLst>
          </pc:spChg>
          <pc:spChg chg="del">
            <ac:chgData name="Remi de Vogel" userId="5948360e-7b9c-4a22-9ada-df5e8b901c82" providerId="ADAL" clId="{A4F27B0C-4396-43E1-A404-B07EBE7F61B1}" dt="2023-08-14T12:26:05.759" v="102"/>
            <ac:spMkLst>
              <pc:docMk/>
              <pc:sldMasterMk cId="259861064" sldId="2147483648"/>
              <pc:sldLayoutMk cId="1622635753" sldId="2147483658"/>
              <ac:spMk id="9" creationId="{A78C6B79-AA30-D6FD-ABB6-F0ACC5D60968}"/>
            </ac:spMkLst>
          </pc:spChg>
          <pc:spChg chg="mod">
            <ac:chgData name="Remi de Vogel" userId="5948360e-7b9c-4a22-9ada-df5e8b901c82" providerId="ADAL" clId="{A4F27B0C-4396-43E1-A404-B07EBE7F61B1}" dt="2023-08-14T12:26:09.822" v="104" actId="207"/>
            <ac:spMkLst>
              <pc:docMk/>
              <pc:sldMasterMk cId="259861064" sldId="2147483648"/>
              <pc:sldLayoutMk cId="1622635753" sldId="2147483658"/>
              <ac:spMk id="12" creationId="{D242E176-F4AE-BD2B-63BE-D00C9691D546}"/>
            </ac:spMkLst>
          </pc:spChg>
          <pc:spChg chg="del">
            <ac:chgData name="Remi de Vogel" userId="5948360e-7b9c-4a22-9ada-df5e8b901c82" providerId="ADAL" clId="{A4F27B0C-4396-43E1-A404-B07EBE7F61B1}" dt="2023-08-14T12:26:05.759" v="102"/>
            <ac:spMkLst>
              <pc:docMk/>
              <pc:sldMasterMk cId="259861064" sldId="2147483648"/>
              <pc:sldLayoutMk cId="1622635753" sldId="2147483658"/>
              <ac:spMk id="13" creationId="{F9AAE541-2FFE-F00D-2A09-5A73D72904DD}"/>
            </ac:spMkLst>
          </pc:spChg>
        </pc:sldLayoutChg>
        <pc:sldLayoutChg chg="addSp delSp modSp">
          <pc:chgData name="Remi de Vogel" userId="5948360e-7b9c-4a22-9ada-df5e8b901c82" providerId="ADAL" clId="{A4F27B0C-4396-43E1-A404-B07EBE7F61B1}" dt="2023-08-14T12:26:02.273" v="99"/>
          <pc:sldLayoutMkLst>
            <pc:docMk/>
            <pc:sldMasterMk cId="259861064" sldId="2147483648"/>
            <pc:sldLayoutMk cId="1181860749" sldId="2147483660"/>
          </pc:sldLayoutMkLst>
          <pc:spChg chg="add mod">
            <ac:chgData name="Remi de Vogel" userId="5948360e-7b9c-4a22-9ada-df5e8b901c82" providerId="ADAL" clId="{A4F27B0C-4396-43E1-A404-B07EBE7F61B1}" dt="2023-08-14T12:26:02.273" v="99"/>
            <ac:spMkLst>
              <pc:docMk/>
              <pc:sldMasterMk cId="259861064" sldId="2147483648"/>
              <pc:sldLayoutMk cId="1181860749" sldId="2147483660"/>
              <ac:spMk id="2" creationId="{9433FCBF-1E03-71F7-B9B3-00A499B18E75}"/>
            </ac:spMkLst>
          </pc:spChg>
          <pc:spChg chg="add mod">
            <ac:chgData name="Remi de Vogel" userId="5948360e-7b9c-4a22-9ada-df5e8b901c82" providerId="ADAL" clId="{A4F27B0C-4396-43E1-A404-B07EBE7F61B1}" dt="2023-08-14T12:26:02.273" v="99"/>
            <ac:spMkLst>
              <pc:docMk/>
              <pc:sldMasterMk cId="259861064" sldId="2147483648"/>
              <pc:sldLayoutMk cId="1181860749" sldId="2147483660"/>
              <ac:spMk id="3" creationId="{2CFD7555-AFB6-2919-E3A3-C93C649AF4E1}"/>
            </ac:spMkLst>
          </pc:spChg>
          <pc:spChg chg="del">
            <ac:chgData name="Remi de Vogel" userId="5948360e-7b9c-4a22-9ada-df5e8b901c82" providerId="ADAL" clId="{A4F27B0C-4396-43E1-A404-B07EBE7F61B1}" dt="2023-08-14T12:26:02.135" v="98"/>
            <ac:spMkLst>
              <pc:docMk/>
              <pc:sldMasterMk cId="259861064" sldId="2147483648"/>
              <pc:sldLayoutMk cId="1181860749" sldId="2147483660"/>
              <ac:spMk id="4" creationId="{070E979D-9454-FB8C-B199-5F6876AB5F5E}"/>
            </ac:spMkLst>
          </pc:spChg>
          <pc:spChg chg="add mod">
            <ac:chgData name="Remi de Vogel" userId="5948360e-7b9c-4a22-9ada-df5e8b901c82" providerId="ADAL" clId="{A4F27B0C-4396-43E1-A404-B07EBE7F61B1}" dt="2023-08-14T12:26:02.273" v="99"/>
            <ac:spMkLst>
              <pc:docMk/>
              <pc:sldMasterMk cId="259861064" sldId="2147483648"/>
              <pc:sldLayoutMk cId="1181860749" sldId="2147483660"/>
              <ac:spMk id="5" creationId="{8C47FEA5-B8A2-79A6-B85D-3C005621E389}"/>
            </ac:spMkLst>
          </pc:spChg>
          <pc:spChg chg="del">
            <ac:chgData name="Remi de Vogel" userId="5948360e-7b9c-4a22-9ada-df5e8b901c82" providerId="ADAL" clId="{A4F27B0C-4396-43E1-A404-B07EBE7F61B1}" dt="2023-08-14T12:26:02.135" v="98"/>
            <ac:spMkLst>
              <pc:docMk/>
              <pc:sldMasterMk cId="259861064" sldId="2147483648"/>
              <pc:sldLayoutMk cId="1181860749" sldId="2147483660"/>
              <ac:spMk id="6" creationId="{75A0E174-4A07-5336-604B-2853774A23CA}"/>
            </ac:spMkLst>
          </pc:spChg>
          <pc:spChg chg="del">
            <ac:chgData name="Remi de Vogel" userId="5948360e-7b9c-4a22-9ada-df5e8b901c82" providerId="ADAL" clId="{A4F27B0C-4396-43E1-A404-B07EBE7F61B1}" dt="2023-08-14T12:26:02.135" v="98"/>
            <ac:spMkLst>
              <pc:docMk/>
              <pc:sldMasterMk cId="259861064" sldId="2147483648"/>
              <pc:sldLayoutMk cId="1181860749" sldId="2147483660"/>
              <ac:spMk id="7" creationId="{853D9C14-FA0C-1C44-A7BA-BD06D521ED67}"/>
            </ac:spMkLst>
          </pc:spChg>
        </pc:sldLayoutChg>
        <pc:sldLayoutChg chg="addSp delSp modSp mod">
          <pc:chgData name="Remi de Vogel" userId="5948360e-7b9c-4a22-9ada-df5e8b901c82" providerId="ADAL" clId="{A4F27B0C-4396-43E1-A404-B07EBE7F61B1}" dt="2023-08-14T12:26:53.575" v="131" actId="167"/>
          <pc:sldLayoutMkLst>
            <pc:docMk/>
            <pc:sldMasterMk cId="259861064" sldId="2147483648"/>
            <pc:sldLayoutMk cId="1494416066" sldId="2147483662"/>
          </pc:sldLayoutMkLst>
          <pc:spChg chg="del">
            <ac:chgData name="Remi de Vogel" userId="5948360e-7b9c-4a22-9ada-df5e8b901c82" providerId="ADAL" clId="{A4F27B0C-4396-43E1-A404-B07EBE7F61B1}" dt="2023-08-14T12:26:46.055" v="127"/>
            <ac:spMkLst>
              <pc:docMk/>
              <pc:sldMasterMk cId="259861064" sldId="2147483648"/>
              <pc:sldLayoutMk cId="1494416066" sldId="2147483662"/>
              <ac:spMk id="3" creationId="{D7353F65-3946-7781-2E0B-18672FB94A9E}"/>
            </ac:spMkLst>
          </pc:spChg>
          <pc:spChg chg="add mod">
            <ac:chgData name="Remi de Vogel" userId="5948360e-7b9c-4a22-9ada-df5e8b901c82" providerId="ADAL" clId="{A4F27B0C-4396-43E1-A404-B07EBE7F61B1}" dt="2023-08-14T12:26:46.209" v="128"/>
            <ac:spMkLst>
              <pc:docMk/>
              <pc:sldMasterMk cId="259861064" sldId="2147483648"/>
              <pc:sldLayoutMk cId="1494416066" sldId="2147483662"/>
              <ac:spMk id="6" creationId="{E7A148CB-8588-2785-1B18-E7E4C7F31894}"/>
            </ac:spMkLst>
          </pc:spChg>
          <pc:spChg chg="del">
            <ac:chgData name="Remi de Vogel" userId="5948360e-7b9c-4a22-9ada-df5e8b901c82" providerId="ADAL" clId="{A4F27B0C-4396-43E1-A404-B07EBE7F61B1}" dt="2023-08-14T12:26:46.055" v="127"/>
            <ac:spMkLst>
              <pc:docMk/>
              <pc:sldMasterMk cId="259861064" sldId="2147483648"/>
              <pc:sldLayoutMk cId="1494416066" sldId="2147483662"/>
              <ac:spMk id="7" creationId="{73456ACD-D5BB-332F-FF74-F941FB11412B}"/>
            </ac:spMkLst>
          </pc:spChg>
          <pc:spChg chg="del">
            <ac:chgData name="Remi de Vogel" userId="5948360e-7b9c-4a22-9ada-df5e8b901c82" providerId="ADAL" clId="{A4F27B0C-4396-43E1-A404-B07EBE7F61B1}" dt="2023-08-14T12:26:46.055" v="127"/>
            <ac:spMkLst>
              <pc:docMk/>
              <pc:sldMasterMk cId="259861064" sldId="2147483648"/>
              <pc:sldLayoutMk cId="1494416066" sldId="2147483662"/>
              <ac:spMk id="8" creationId="{04543654-9211-E830-2516-CEDD6FDF5046}"/>
            </ac:spMkLst>
          </pc:spChg>
          <pc:spChg chg="add mod">
            <ac:chgData name="Remi de Vogel" userId="5948360e-7b9c-4a22-9ada-df5e8b901c82" providerId="ADAL" clId="{A4F27B0C-4396-43E1-A404-B07EBE7F61B1}" dt="2023-08-14T12:26:46.209" v="128"/>
            <ac:spMkLst>
              <pc:docMk/>
              <pc:sldMasterMk cId="259861064" sldId="2147483648"/>
              <pc:sldLayoutMk cId="1494416066" sldId="2147483662"/>
              <ac:spMk id="9" creationId="{88EC6A69-8491-E902-7462-D90FBF455D02}"/>
            </ac:spMkLst>
          </pc:spChg>
          <pc:spChg chg="add mod">
            <ac:chgData name="Remi de Vogel" userId="5948360e-7b9c-4a22-9ada-df5e8b901c82" providerId="ADAL" clId="{A4F27B0C-4396-43E1-A404-B07EBE7F61B1}" dt="2023-08-14T12:26:46.209" v="128"/>
            <ac:spMkLst>
              <pc:docMk/>
              <pc:sldMasterMk cId="259861064" sldId="2147483648"/>
              <pc:sldLayoutMk cId="1494416066" sldId="2147483662"/>
              <ac:spMk id="11" creationId="{0B71FA19-F9F4-C37F-D2B1-C0F60B1FA0D1}"/>
            </ac:spMkLst>
          </pc:spChg>
          <pc:spChg chg="ord">
            <ac:chgData name="Remi de Vogel" userId="5948360e-7b9c-4a22-9ada-df5e8b901c82" providerId="ADAL" clId="{A4F27B0C-4396-43E1-A404-B07EBE7F61B1}" dt="2023-08-14T12:26:51.188" v="129" actId="167"/>
            <ac:spMkLst>
              <pc:docMk/>
              <pc:sldMasterMk cId="259861064" sldId="2147483648"/>
              <pc:sldLayoutMk cId="1494416066" sldId="2147483662"/>
              <ac:spMk id="20" creationId="{7A96BF38-8BDA-4477-9756-C39FDBE22C5B}"/>
            </ac:spMkLst>
          </pc:spChg>
          <pc:grpChg chg="ord">
            <ac:chgData name="Remi de Vogel" userId="5948360e-7b9c-4a22-9ada-df5e8b901c82" providerId="ADAL" clId="{A4F27B0C-4396-43E1-A404-B07EBE7F61B1}" dt="2023-08-14T12:26:53.575" v="131" actId="167"/>
            <ac:grpSpMkLst>
              <pc:docMk/>
              <pc:sldMasterMk cId="259861064" sldId="2147483648"/>
              <pc:sldLayoutMk cId="1494416066" sldId="2147483662"/>
              <ac:grpSpMk id="17" creationId="{283B865A-706D-4ED4-B320-4B8778015BED}"/>
            </ac:grpSpMkLst>
          </pc:grpChg>
        </pc:sldLayoutChg>
        <pc:sldLayoutChg chg="addSp delSp modSp mod">
          <pc:chgData name="Remi de Vogel" userId="5948360e-7b9c-4a22-9ada-df5e8b901c82" providerId="ADAL" clId="{A4F27B0C-4396-43E1-A404-B07EBE7F61B1}" dt="2023-08-14T12:26:30.199" v="120" actId="207"/>
          <pc:sldLayoutMkLst>
            <pc:docMk/>
            <pc:sldMasterMk cId="259861064" sldId="2147483648"/>
            <pc:sldLayoutMk cId="2755087783" sldId="2147483663"/>
          </pc:sldLayoutMkLst>
          <pc:spChg chg="add mod">
            <ac:chgData name="Remi de Vogel" userId="5948360e-7b9c-4a22-9ada-df5e8b901c82" providerId="ADAL" clId="{A4F27B0C-4396-43E1-A404-B07EBE7F61B1}" dt="2023-08-14T12:26:30.199" v="120" actId="207"/>
            <ac:spMkLst>
              <pc:docMk/>
              <pc:sldMasterMk cId="259861064" sldId="2147483648"/>
              <pc:sldLayoutMk cId="2755087783" sldId="2147483663"/>
              <ac:spMk id="3" creationId="{1358119D-7A17-5517-0073-239049E43EFB}"/>
            </ac:spMkLst>
          </pc:spChg>
          <pc:spChg chg="add mod">
            <ac:chgData name="Remi de Vogel" userId="5948360e-7b9c-4a22-9ada-df5e8b901c82" providerId="ADAL" clId="{A4F27B0C-4396-43E1-A404-B07EBE7F61B1}" dt="2023-08-14T12:26:26.991" v="119"/>
            <ac:spMkLst>
              <pc:docMk/>
              <pc:sldMasterMk cId="259861064" sldId="2147483648"/>
              <pc:sldLayoutMk cId="2755087783" sldId="2147483663"/>
              <ac:spMk id="4" creationId="{BA21554A-1024-A728-D13F-E51DC0C8F135}"/>
            </ac:spMkLst>
          </pc:spChg>
          <pc:spChg chg="del">
            <ac:chgData name="Remi de Vogel" userId="5948360e-7b9c-4a22-9ada-df5e8b901c82" providerId="ADAL" clId="{A4F27B0C-4396-43E1-A404-B07EBE7F61B1}" dt="2023-08-14T12:26:26.868" v="118"/>
            <ac:spMkLst>
              <pc:docMk/>
              <pc:sldMasterMk cId="259861064" sldId="2147483648"/>
              <pc:sldLayoutMk cId="2755087783" sldId="2147483663"/>
              <ac:spMk id="5" creationId="{4546502A-302D-4673-92F6-29C085740BA9}"/>
            </ac:spMkLst>
          </pc:spChg>
          <pc:spChg chg="del">
            <ac:chgData name="Remi de Vogel" userId="5948360e-7b9c-4a22-9ada-df5e8b901c82" providerId="ADAL" clId="{A4F27B0C-4396-43E1-A404-B07EBE7F61B1}" dt="2023-08-14T12:26:26.868" v="118"/>
            <ac:spMkLst>
              <pc:docMk/>
              <pc:sldMasterMk cId="259861064" sldId="2147483648"/>
              <pc:sldLayoutMk cId="2755087783" sldId="2147483663"/>
              <ac:spMk id="6" creationId="{9085399D-CA65-890F-872D-EA18F3F0FFDC}"/>
            </ac:spMkLst>
          </pc:spChg>
          <pc:spChg chg="del">
            <ac:chgData name="Remi de Vogel" userId="5948360e-7b9c-4a22-9ada-df5e8b901c82" providerId="ADAL" clId="{A4F27B0C-4396-43E1-A404-B07EBE7F61B1}" dt="2023-08-14T12:26:26.868" v="118"/>
            <ac:spMkLst>
              <pc:docMk/>
              <pc:sldMasterMk cId="259861064" sldId="2147483648"/>
              <pc:sldLayoutMk cId="2755087783" sldId="2147483663"/>
              <ac:spMk id="7" creationId="{42791B60-E6DA-08D5-D7C8-B456AEA7CC54}"/>
            </ac:spMkLst>
          </pc:spChg>
          <pc:spChg chg="mod">
            <ac:chgData name="Remi de Vogel" userId="5948360e-7b9c-4a22-9ada-df5e8b901c82" providerId="ADAL" clId="{A4F27B0C-4396-43E1-A404-B07EBE7F61B1}" dt="2023-07-31T17:03:07.545" v="25" actId="139"/>
            <ac:spMkLst>
              <pc:docMk/>
              <pc:sldMasterMk cId="259861064" sldId="2147483648"/>
              <pc:sldLayoutMk cId="2755087783" sldId="2147483663"/>
              <ac:spMk id="8" creationId="{E02A060C-053E-D862-35FF-299067B3407D}"/>
            </ac:spMkLst>
          </pc:spChg>
          <pc:spChg chg="mod">
            <ac:chgData name="Remi de Vogel" userId="5948360e-7b9c-4a22-9ada-df5e8b901c82" providerId="ADAL" clId="{A4F27B0C-4396-43E1-A404-B07EBE7F61B1}" dt="2023-07-31T17:03:07.547" v="27" actId="139"/>
            <ac:spMkLst>
              <pc:docMk/>
              <pc:sldMasterMk cId="259861064" sldId="2147483648"/>
              <pc:sldLayoutMk cId="2755087783" sldId="2147483663"/>
              <ac:spMk id="9" creationId="{A98BE92A-9755-AE15-B4A4-1FDC0DBC7C86}"/>
            </ac:spMkLst>
          </pc:spChg>
          <pc:spChg chg="mod">
            <ac:chgData name="Remi de Vogel" userId="5948360e-7b9c-4a22-9ada-df5e8b901c82" providerId="ADAL" clId="{A4F27B0C-4396-43E1-A404-B07EBE7F61B1}" dt="2023-07-31T17:03:07.549" v="29" actId="139"/>
            <ac:spMkLst>
              <pc:docMk/>
              <pc:sldMasterMk cId="259861064" sldId="2147483648"/>
              <pc:sldLayoutMk cId="2755087783" sldId="2147483663"/>
              <ac:spMk id="10" creationId="{81990056-6B89-CFA7-4E7C-45F24B4D7E7B}"/>
            </ac:spMkLst>
          </pc:spChg>
          <pc:spChg chg="add mod">
            <ac:chgData name="Remi de Vogel" userId="5948360e-7b9c-4a22-9ada-df5e8b901c82" providerId="ADAL" clId="{A4F27B0C-4396-43E1-A404-B07EBE7F61B1}" dt="2023-08-14T12:26:30.199" v="120" actId="207"/>
            <ac:spMkLst>
              <pc:docMk/>
              <pc:sldMasterMk cId="259861064" sldId="2147483648"/>
              <pc:sldLayoutMk cId="2755087783" sldId="2147483663"/>
              <ac:spMk id="11" creationId="{37A787C9-45D1-1338-82BE-E9BC15175F39}"/>
            </ac:spMkLst>
          </pc:spChg>
          <pc:spChg chg="mod">
            <ac:chgData name="Remi de Vogel" userId="5948360e-7b9c-4a22-9ada-df5e8b901c82" providerId="ADAL" clId="{A4F27B0C-4396-43E1-A404-B07EBE7F61B1}" dt="2023-07-31T17:03:07.552" v="31" actId="139"/>
            <ac:spMkLst>
              <pc:docMk/>
              <pc:sldMasterMk cId="259861064" sldId="2147483648"/>
              <pc:sldLayoutMk cId="2755087783" sldId="2147483663"/>
              <ac:spMk id="13" creationId="{51583ABD-977D-1686-D80C-B218197E49E9}"/>
            </ac:spMkLst>
          </pc:spChg>
        </pc:sldLayoutChg>
        <pc:sldLayoutChg chg="addSp delSp modSp mod">
          <pc:chgData name="Remi de Vogel" userId="5948360e-7b9c-4a22-9ada-df5e8b901c82" providerId="ADAL" clId="{A4F27B0C-4396-43E1-A404-B07EBE7F61B1}" dt="2023-08-14T12:25:26.390" v="70" actId="1076"/>
          <pc:sldLayoutMkLst>
            <pc:docMk/>
            <pc:sldMasterMk cId="259861064" sldId="2147483648"/>
            <pc:sldLayoutMk cId="2882847530" sldId="2147483728"/>
          </pc:sldLayoutMkLst>
          <pc:spChg chg="del">
            <ac:chgData name="Remi de Vogel" userId="5948360e-7b9c-4a22-9ada-df5e8b901c82" providerId="ADAL" clId="{A4F27B0C-4396-43E1-A404-B07EBE7F61B1}" dt="2023-08-14T12:25:20.343" v="68"/>
            <ac:spMkLst>
              <pc:docMk/>
              <pc:sldMasterMk cId="259861064" sldId="2147483648"/>
              <pc:sldLayoutMk cId="2882847530" sldId="2147483728"/>
              <ac:spMk id="2" creationId="{C40C9144-5E88-8B96-973E-F9B2D5B4C8A5}"/>
            </ac:spMkLst>
          </pc:spChg>
          <pc:spChg chg="del">
            <ac:chgData name="Remi de Vogel" userId="5948360e-7b9c-4a22-9ada-df5e8b901c82" providerId="ADAL" clId="{A4F27B0C-4396-43E1-A404-B07EBE7F61B1}" dt="2023-08-14T12:25:20.343" v="68"/>
            <ac:spMkLst>
              <pc:docMk/>
              <pc:sldMasterMk cId="259861064" sldId="2147483648"/>
              <pc:sldLayoutMk cId="2882847530" sldId="2147483728"/>
              <ac:spMk id="3" creationId="{D9EED0D6-7073-915E-77AB-8366ED6CB299}"/>
            </ac:spMkLst>
          </pc:spChg>
          <pc:spChg chg="del">
            <ac:chgData name="Remi de Vogel" userId="5948360e-7b9c-4a22-9ada-df5e8b901c82" providerId="ADAL" clId="{A4F27B0C-4396-43E1-A404-B07EBE7F61B1}" dt="2023-08-14T12:25:20.343" v="68"/>
            <ac:spMkLst>
              <pc:docMk/>
              <pc:sldMasterMk cId="259861064" sldId="2147483648"/>
              <pc:sldLayoutMk cId="2882847530" sldId="2147483728"/>
              <ac:spMk id="4" creationId="{7725D061-4A1C-46EC-69AA-FD5F7209B289}"/>
            </ac:spMkLst>
          </pc:spChg>
          <pc:spChg chg="add mod">
            <ac:chgData name="Remi de Vogel" userId="5948360e-7b9c-4a22-9ada-df5e8b901c82" providerId="ADAL" clId="{A4F27B0C-4396-43E1-A404-B07EBE7F61B1}" dt="2023-08-14T12:25:26.390" v="70" actId="1076"/>
            <ac:spMkLst>
              <pc:docMk/>
              <pc:sldMasterMk cId="259861064" sldId="2147483648"/>
              <pc:sldLayoutMk cId="2882847530" sldId="2147483728"/>
              <ac:spMk id="5" creationId="{DD69D43F-93EB-6479-0F52-798E6E7F9A3C}"/>
            </ac:spMkLst>
          </pc:spChg>
          <pc:spChg chg="add mod">
            <ac:chgData name="Remi de Vogel" userId="5948360e-7b9c-4a22-9ada-df5e8b901c82" providerId="ADAL" clId="{A4F27B0C-4396-43E1-A404-B07EBE7F61B1}" dt="2023-08-14T12:25:26.390" v="70" actId="1076"/>
            <ac:spMkLst>
              <pc:docMk/>
              <pc:sldMasterMk cId="259861064" sldId="2147483648"/>
              <pc:sldLayoutMk cId="2882847530" sldId="2147483728"/>
              <ac:spMk id="6" creationId="{A1DD3ABC-5F5C-E0AB-D85D-2C3E0E24B15D}"/>
            </ac:spMkLst>
          </pc:spChg>
          <pc:spChg chg="add mod">
            <ac:chgData name="Remi de Vogel" userId="5948360e-7b9c-4a22-9ada-df5e8b901c82" providerId="ADAL" clId="{A4F27B0C-4396-43E1-A404-B07EBE7F61B1}" dt="2023-08-14T12:25:26.390" v="70" actId="1076"/>
            <ac:spMkLst>
              <pc:docMk/>
              <pc:sldMasterMk cId="259861064" sldId="2147483648"/>
              <pc:sldLayoutMk cId="2882847530" sldId="2147483728"/>
              <ac:spMk id="7" creationId="{09A88976-04ED-30DD-1296-E18526ABCAD4}"/>
            </ac:spMkLst>
          </pc:spChg>
        </pc:sldLayoutChg>
        <pc:sldLayoutChg chg="addSp delSp modSp mod">
          <pc:chgData name="Remi de Vogel" userId="5948360e-7b9c-4a22-9ada-df5e8b901c82" providerId="ADAL" clId="{A4F27B0C-4396-43E1-A404-B07EBE7F61B1}" dt="2023-08-14T12:25:40.023" v="76" actId="1076"/>
          <pc:sldLayoutMkLst>
            <pc:docMk/>
            <pc:sldMasterMk cId="259861064" sldId="2147483648"/>
            <pc:sldLayoutMk cId="2387091362" sldId="2147483730"/>
          </pc:sldLayoutMkLst>
          <pc:spChg chg="del">
            <ac:chgData name="Remi de Vogel" userId="5948360e-7b9c-4a22-9ada-df5e8b901c82" providerId="ADAL" clId="{A4F27B0C-4396-43E1-A404-B07EBE7F61B1}" dt="2023-08-14T12:25:36.446" v="74"/>
            <ac:spMkLst>
              <pc:docMk/>
              <pc:sldMasterMk cId="259861064" sldId="2147483648"/>
              <pc:sldLayoutMk cId="2387091362" sldId="2147483730"/>
              <ac:spMk id="2" creationId="{7272AE2B-B269-B726-A41C-13045DA612BF}"/>
            </ac:spMkLst>
          </pc:spChg>
          <pc:spChg chg="del">
            <ac:chgData name="Remi de Vogel" userId="5948360e-7b9c-4a22-9ada-df5e8b901c82" providerId="ADAL" clId="{A4F27B0C-4396-43E1-A404-B07EBE7F61B1}" dt="2023-08-14T12:25:36.446" v="74"/>
            <ac:spMkLst>
              <pc:docMk/>
              <pc:sldMasterMk cId="259861064" sldId="2147483648"/>
              <pc:sldLayoutMk cId="2387091362" sldId="2147483730"/>
              <ac:spMk id="3" creationId="{798943EE-4C55-33FB-6F23-084B4653E5D2}"/>
            </ac:spMkLst>
          </pc:spChg>
          <pc:spChg chg="del">
            <ac:chgData name="Remi de Vogel" userId="5948360e-7b9c-4a22-9ada-df5e8b901c82" providerId="ADAL" clId="{A4F27B0C-4396-43E1-A404-B07EBE7F61B1}" dt="2023-08-14T12:25:36.446" v="74"/>
            <ac:spMkLst>
              <pc:docMk/>
              <pc:sldMasterMk cId="259861064" sldId="2147483648"/>
              <pc:sldLayoutMk cId="2387091362" sldId="2147483730"/>
              <ac:spMk id="5" creationId="{C68B9EF1-FCCA-7A34-0BC0-AA8509E37991}"/>
            </ac:spMkLst>
          </pc:spChg>
          <pc:spChg chg="add mod">
            <ac:chgData name="Remi de Vogel" userId="5948360e-7b9c-4a22-9ada-df5e8b901c82" providerId="ADAL" clId="{A4F27B0C-4396-43E1-A404-B07EBE7F61B1}" dt="2023-08-14T12:25:40.023" v="76" actId="1076"/>
            <ac:spMkLst>
              <pc:docMk/>
              <pc:sldMasterMk cId="259861064" sldId="2147483648"/>
              <pc:sldLayoutMk cId="2387091362" sldId="2147483730"/>
              <ac:spMk id="6" creationId="{579B7FD4-9CE0-6818-FCDE-9CC1CF68CA8D}"/>
            </ac:spMkLst>
          </pc:spChg>
          <pc:spChg chg="add mod">
            <ac:chgData name="Remi de Vogel" userId="5948360e-7b9c-4a22-9ada-df5e8b901c82" providerId="ADAL" clId="{A4F27B0C-4396-43E1-A404-B07EBE7F61B1}" dt="2023-08-14T12:25:40.023" v="76" actId="1076"/>
            <ac:spMkLst>
              <pc:docMk/>
              <pc:sldMasterMk cId="259861064" sldId="2147483648"/>
              <pc:sldLayoutMk cId="2387091362" sldId="2147483730"/>
              <ac:spMk id="7" creationId="{5D7C5B78-94EA-578E-15D0-DB33F75E5C80}"/>
            </ac:spMkLst>
          </pc:spChg>
          <pc:spChg chg="add mod">
            <ac:chgData name="Remi de Vogel" userId="5948360e-7b9c-4a22-9ada-df5e8b901c82" providerId="ADAL" clId="{A4F27B0C-4396-43E1-A404-B07EBE7F61B1}" dt="2023-08-14T12:25:40.023" v="76" actId="1076"/>
            <ac:spMkLst>
              <pc:docMk/>
              <pc:sldMasterMk cId="259861064" sldId="2147483648"/>
              <pc:sldLayoutMk cId="2387091362" sldId="2147483730"/>
              <ac:spMk id="8" creationId="{2D4ED67A-2B06-C3C9-B32A-D052C3CA0D52}"/>
            </ac:spMkLst>
          </pc:spChg>
          <pc:spChg chg="mod">
            <ac:chgData name="Remi de Vogel" userId="5948360e-7b9c-4a22-9ada-df5e8b901c82" providerId="ADAL" clId="{A4F27B0C-4396-43E1-A404-B07EBE7F61B1}" dt="2023-07-31T17:03:07.474" v="9" actId="139"/>
            <ac:spMkLst>
              <pc:docMk/>
              <pc:sldMasterMk cId="259861064" sldId="2147483648"/>
              <pc:sldLayoutMk cId="2387091362" sldId="2147483730"/>
              <ac:spMk id="15" creationId="{C6606F6C-3DBD-CA47-F135-B3D39D613F5C}"/>
            </ac:spMkLst>
          </pc:spChg>
          <pc:spChg chg="mod">
            <ac:chgData name="Remi de Vogel" userId="5948360e-7b9c-4a22-9ada-df5e8b901c82" providerId="ADAL" clId="{A4F27B0C-4396-43E1-A404-B07EBE7F61B1}" dt="2023-07-31T17:03:07.477" v="11" actId="139"/>
            <ac:spMkLst>
              <pc:docMk/>
              <pc:sldMasterMk cId="259861064" sldId="2147483648"/>
              <pc:sldLayoutMk cId="2387091362" sldId="2147483730"/>
              <ac:spMk id="16" creationId="{47855D95-75E2-B652-4C23-1E40E9EBC676}"/>
            </ac:spMkLst>
          </pc:spChg>
          <pc:spChg chg="mod">
            <ac:chgData name="Remi de Vogel" userId="5948360e-7b9c-4a22-9ada-df5e8b901c82" providerId="ADAL" clId="{A4F27B0C-4396-43E1-A404-B07EBE7F61B1}" dt="2023-07-31T17:03:07.483" v="13" actId="139"/>
            <ac:spMkLst>
              <pc:docMk/>
              <pc:sldMasterMk cId="259861064" sldId="2147483648"/>
              <pc:sldLayoutMk cId="2387091362" sldId="2147483730"/>
              <ac:spMk id="17" creationId="{A2AEBE57-64BB-7F9A-2474-6F715A4BE2D0}"/>
            </ac:spMkLst>
          </pc:spChg>
          <pc:spChg chg="mod">
            <ac:chgData name="Remi de Vogel" userId="5948360e-7b9c-4a22-9ada-df5e8b901c82" providerId="ADAL" clId="{A4F27B0C-4396-43E1-A404-B07EBE7F61B1}" dt="2023-07-31T17:03:07.485" v="15" actId="139"/>
            <ac:spMkLst>
              <pc:docMk/>
              <pc:sldMasterMk cId="259861064" sldId="2147483648"/>
              <pc:sldLayoutMk cId="2387091362" sldId="2147483730"/>
              <ac:spMk id="18" creationId="{05AE037A-D980-59A9-69B8-1E18685AC95F}"/>
            </ac:spMkLst>
          </pc:spChg>
        </pc:sldLayoutChg>
        <pc:sldLayoutChg chg="addSp delSp modSp mod">
          <pc:chgData name="Remi de Vogel" userId="5948360e-7b9c-4a22-9ada-df5e8b901c82" providerId="ADAL" clId="{A4F27B0C-4396-43E1-A404-B07EBE7F61B1}" dt="2023-08-14T12:25:45.990" v="79" actId="1076"/>
          <pc:sldLayoutMkLst>
            <pc:docMk/>
            <pc:sldMasterMk cId="259861064" sldId="2147483648"/>
            <pc:sldLayoutMk cId="3811794794" sldId="2147483731"/>
          </pc:sldLayoutMkLst>
          <pc:spChg chg="del">
            <ac:chgData name="Remi de Vogel" userId="5948360e-7b9c-4a22-9ada-df5e8b901c82" providerId="ADAL" clId="{A4F27B0C-4396-43E1-A404-B07EBE7F61B1}" dt="2023-08-14T12:25:41.817" v="77"/>
            <ac:spMkLst>
              <pc:docMk/>
              <pc:sldMasterMk cId="259861064" sldId="2147483648"/>
              <pc:sldLayoutMk cId="3811794794" sldId="2147483731"/>
              <ac:spMk id="2" creationId="{AE43D200-2137-93CF-74AD-698CFEDC929B}"/>
            </ac:spMkLst>
          </pc:spChg>
          <pc:spChg chg="del">
            <ac:chgData name="Remi de Vogel" userId="5948360e-7b9c-4a22-9ada-df5e8b901c82" providerId="ADAL" clId="{A4F27B0C-4396-43E1-A404-B07EBE7F61B1}" dt="2023-08-14T12:25:41.817" v="77"/>
            <ac:spMkLst>
              <pc:docMk/>
              <pc:sldMasterMk cId="259861064" sldId="2147483648"/>
              <pc:sldLayoutMk cId="3811794794" sldId="2147483731"/>
              <ac:spMk id="3" creationId="{76BD5AFC-471D-629A-9A2A-4601BCADC7D1}"/>
            </ac:spMkLst>
          </pc:spChg>
          <pc:spChg chg="del">
            <ac:chgData name="Remi de Vogel" userId="5948360e-7b9c-4a22-9ada-df5e8b901c82" providerId="ADAL" clId="{A4F27B0C-4396-43E1-A404-B07EBE7F61B1}" dt="2023-08-14T12:25:41.817" v="77"/>
            <ac:spMkLst>
              <pc:docMk/>
              <pc:sldMasterMk cId="259861064" sldId="2147483648"/>
              <pc:sldLayoutMk cId="3811794794" sldId="2147483731"/>
              <ac:spMk id="4" creationId="{66373F47-B535-364F-6C19-99CDA3FAEE52}"/>
            </ac:spMkLst>
          </pc:spChg>
          <pc:spChg chg="add mod">
            <ac:chgData name="Remi de Vogel" userId="5948360e-7b9c-4a22-9ada-df5e8b901c82" providerId="ADAL" clId="{A4F27B0C-4396-43E1-A404-B07EBE7F61B1}" dt="2023-08-14T12:25:45.990" v="79" actId="1076"/>
            <ac:spMkLst>
              <pc:docMk/>
              <pc:sldMasterMk cId="259861064" sldId="2147483648"/>
              <pc:sldLayoutMk cId="3811794794" sldId="2147483731"/>
              <ac:spMk id="5" creationId="{C8B14FCF-7A24-0775-5720-6E2885BFC04A}"/>
            </ac:spMkLst>
          </pc:spChg>
          <pc:spChg chg="add mod">
            <ac:chgData name="Remi de Vogel" userId="5948360e-7b9c-4a22-9ada-df5e8b901c82" providerId="ADAL" clId="{A4F27B0C-4396-43E1-A404-B07EBE7F61B1}" dt="2023-08-14T12:25:45.990" v="79" actId="1076"/>
            <ac:spMkLst>
              <pc:docMk/>
              <pc:sldMasterMk cId="259861064" sldId="2147483648"/>
              <pc:sldLayoutMk cId="3811794794" sldId="2147483731"/>
              <ac:spMk id="6" creationId="{522FE90E-1F7F-EF8C-ED2E-E0AE0C540DCB}"/>
            </ac:spMkLst>
          </pc:spChg>
          <pc:spChg chg="add mod">
            <ac:chgData name="Remi de Vogel" userId="5948360e-7b9c-4a22-9ada-df5e8b901c82" providerId="ADAL" clId="{A4F27B0C-4396-43E1-A404-B07EBE7F61B1}" dt="2023-08-14T12:25:45.990" v="79" actId="1076"/>
            <ac:spMkLst>
              <pc:docMk/>
              <pc:sldMasterMk cId="259861064" sldId="2147483648"/>
              <pc:sldLayoutMk cId="3811794794" sldId="2147483731"/>
              <ac:spMk id="7" creationId="{6CE849AB-1986-335F-42AA-7018843C5AF7}"/>
            </ac:spMkLst>
          </pc:spChg>
          <pc:spChg chg="mod">
            <ac:chgData name="Remi de Vogel" userId="5948360e-7b9c-4a22-9ada-df5e8b901c82" providerId="ADAL" clId="{A4F27B0C-4396-43E1-A404-B07EBE7F61B1}" dt="2023-07-31T17:03:07.491" v="17" actId="139"/>
            <ac:spMkLst>
              <pc:docMk/>
              <pc:sldMasterMk cId="259861064" sldId="2147483648"/>
              <pc:sldLayoutMk cId="3811794794" sldId="2147483731"/>
              <ac:spMk id="19" creationId="{0A1D6E7A-A09E-2C6A-5B99-74A97CC81479}"/>
            </ac:spMkLst>
          </pc:spChg>
          <pc:spChg chg="mod">
            <ac:chgData name="Remi de Vogel" userId="5948360e-7b9c-4a22-9ada-df5e8b901c82" providerId="ADAL" clId="{A4F27B0C-4396-43E1-A404-B07EBE7F61B1}" dt="2023-07-31T17:03:07.494" v="19" actId="139"/>
            <ac:spMkLst>
              <pc:docMk/>
              <pc:sldMasterMk cId="259861064" sldId="2147483648"/>
              <pc:sldLayoutMk cId="3811794794" sldId="2147483731"/>
              <ac:spMk id="20" creationId="{5A783CE9-BCB9-F844-AB8D-7B7A763CC446}"/>
            </ac:spMkLst>
          </pc:spChg>
          <pc:spChg chg="mod">
            <ac:chgData name="Remi de Vogel" userId="5948360e-7b9c-4a22-9ada-df5e8b901c82" providerId="ADAL" clId="{A4F27B0C-4396-43E1-A404-B07EBE7F61B1}" dt="2023-07-31T17:03:07.498" v="21" actId="139"/>
            <ac:spMkLst>
              <pc:docMk/>
              <pc:sldMasterMk cId="259861064" sldId="2147483648"/>
              <pc:sldLayoutMk cId="3811794794" sldId="2147483731"/>
              <ac:spMk id="21" creationId="{61D7DB85-DC0E-911C-AFC0-A00FE9FB4218}"/>
            </ac:spMkLst>
          </pc:spChg>
          <pc:spChg chg="mod">
            <ac:chgData name="Remi de Vogel" userId="5948360e-7b9c-4a22-9ada-df5e8b901c82" providerId="ADAL" clId="{A4F27B0C-4396-43E1-A404-B07EBE7F61B1}" dt="2023-07-31T17:03:07.501" v="23" actId="139"/>
            <ac:spMkLst>
              <pc:docMk/>
              <pc:sldMasterMk cId="259861064" sldId="2147483648"/>
              <pc:sldLayoutMk cId="3811794794" sldId="2147483731"/>
              <ac:spMk id="22" creationId="{FBC4D1F0-0B8C-F5F7-35AE-8CBBE25F01E4}"/>
            </ac:spMkLst>
          </pc:spChg>
        </pc:sldLayoutChg>
        <pc:sldLayoutChg chg="addSp delSp modSp">
          <pc:chgData name="Remi de Vogel" userId="5948360e-7b9c-4a22-9ada-df5e8b901c82" providerId="ADAL" clId="{A4F27B0C-4396-43E1-A404-B07EBE7F61B1}" dt="2023-08-14T12:25:47.807" v="81"/>
          <pc:sldLayoutMkLst>
            <pc:docMk/>
            <pc:sldMasterMk cId="259861064" sldId="2147483648"/>
            <pc:sldLayoutMk cId="2864453859" sldId="2147483732"/>
          </pc:sldLayoutMkLst>
          <pc:spChg chg="del">
            <ac:chgData name="Remi de Vogel" userId="5948360e-7b9c-4a22-9ada-df5e8b901c82" providerId="ADAL" clId="{A4F27B0C-4396-43E1-A404-B07EBE7F61B1}" dt="2023-08-14T12:25:47.703" v="80"/>
            <ac:spMkLst>
              <pc:docMk/>
              <pc:sldMasterMk cId="259861064" sldId="2147483648"/>
              <pc:sldLayoutMk cId="2864453859" sldId="2147483732"/>
              <ac:spMk id="2" creationId="{7D3232C5-6D8B-4F49-9338-9EEE93D08DFF}"/>
            </ac:spMkLst>
          </pc:spChg>
          <pc:spChg chg="del">
            <ac:chgData name="Remi de Vogel" userId="5948360e-7b9c-4a22-9ada-df5e8b901c82" providerId="ADAL" clId="{A4F27B0C-4396-43E1-A404-B07EBE7F61B1}" dt="2023-08-14T12:25:47.703" v="80"/>
            <ac:spMkLst>
              <pc:docMk/>
              <pc:sldMasterMk cId="259861064" sldId="2147483648"/>
              <pc:sldLayoutMk cId="2864453859" sldId="2147483732"/>
              <ac:spMk id="3" creationId="{28A36857-DD03-69F3-C903-8D430627342A}"/>
            </ac:spMkLst>
          </pc:spChg>
          <pc:spChg chg="del">
            <ac:chgData name="Remi de Vogel" userId="5948360e-7b9c-4a22-9ada-df5e8b901c82" providerId="ADAL" clId="{A4F27B0C-4396-43E1-A404-B07EBE7F61B1}" dt="2023-08-14T12:25:47.703" v="80"/>
            <ac:spMkLst>
              <pc:docMk/>
              <pc:sldMasterMk cId="259861064" sldId="2147483648"/>
              <pc:sldLayoutMk cId="2864453859" sldId="2147483732"/>
              <ac:spMk id="4" creationId="{20C6C845-A033-CD4B-0F11-8FDD1B3B2E70}"/>
            </ac:spMkLst>
          </pc:spChg>
          <pc:spChg chg="add mod">
            <ac:chgData name="Remi de Vogel" userId="5948360e-7b9c-4a22-9ada-df5e8b901c82" providerId="ADAL" clId="{A4F27B0C-4396-43E1-A404-B07EBE7F61B1}" dt="2023-08-14T12:25:47.807" v="81"/>
            <ac:spMkLst>
              <pc:docMk/>
              <pc:sldMasterMk cId="259861064" sldId="2147483648"/>
              <pc:sldLayoutMk cId="2864453859" sldId="2147483732"/>
              <ac:spMk id="5" creationId="{8E66FE70-59B6-AC87-507C-CEB424D60120}"/>
            </ac:spMkLst>
          </pc:spChg>
          <pc:spChg chg="add mod">
            <ac:chgData name="Remi de Vogel" userId="5948360e-7b9c-4a22-9ada-df5e8b901c82" providerId="ADAL" clId="{A4F27B0C-4396-43E1-A404-B07EBE7F61B1}" dt="2023-08-14T12:25:47.807" v="81"/>
            <ac:spMkLst>
              <pc:docMk/>
              <pc:sldMasterMk cId="259861064" sldId="2147483648"/>
              <pc:sldLayoutMk cId="2864453859" sldId="2147483732"/>
              <ac:spMk id="6" creationId="{E0F84F3F-CCA7-1138-E397-F036F4D56251}"/>
            </ac:spMkLst>
          </pc:spChg>
          <pc:spChg chg="add mod">
            <ac:chgData name="Remi de Vogel" userId="5948360e-7b9c-4a22-9ada-df5e8b901c82" providerId="ADAL" clId="{A4F27B0C-4396-43E1-A404-B07EBE7F61B1}" dt="2023-08-14T12:25:47.807" v="81"/>
            <ac:spMkLst>
              <pc:docMk/>
              <pc:sldMasterMk cId="259861064" sldId="2147483648"/>
              <pc:sldLayoutMk cId="2864453859" sldId="2147483732"/>
              <ac:spMk id="7" creationId="{68B62FC2-7106-0197-2DB6-50E3466396B1}"/>
            </ac:spMkLst>
          </pc:spChg>
        </pc:sldLayoutChg>
        <pc:sldLayoutChg chg="addSp delSp modSp">
          <pc:chgData name="Remi de Vogel" userId="5948360e-7b9c-4a22-9ada-df5e8b901c82" providerId="ADAL" clId="{A4F27B0C-4396-43E1-A404-B07EBE7F61B1}" dt="2023-08-14T12:25:54.057" v="89"/>
          <pc:sldLayoutMkLst>
            <pc:docMk/>
            <pc:sldMasterMk cId="259861064" sldId="2147483648"/>
            <pc:sldLayoutMk cId="3376375726" sldId="2147483733"/>
          </pc:sldLayoutMkLst>
          <pc:spChg chg="del">
            <ac:chgData name="Remi de Vogel" userId="5948360e-7b9c-4a22-9ada-df5e8b901c82" providerId="ADAL" clId="{A4F27B0C-4396-43E1-A404-B07EBE7F61B1}" dt="2023-08-14T12:25:53.919" v="88"/>
            <ac:spMkLst>
              <pc:docMk/>
              <pc:sldMasterMk cId="259861064" sldId="2147483648"/>
              <pc:sldLayoutMk cId="3376375726" sldId="2147483733"/>
              <ac:spMk id="2" creationId="{EAD9E24B-71D8-7156-2298-1A0AF0B30657}"/>
            </ac:spMkLst>
          </pc:spChg>
          <pc:spChg chg="add mod">
            <ac:chgData name="Remi de Vogel" userId="5948360e-7b9c-4a22-9ada-df5e8b901c82" providerId="ADAL" clId="{A4F27B0C-4396-43E1-A404-B07EBE7F61B1}" dt="2023-08-14T12:25:54.057" v="89"/>
            <ac:spMkLst>
              <pc:docMk/>
              <pc:sldMasterMk cId="259861064" sldId="2147483648"/>
              <pc:sldLayoutMk cId="3376375726" sldId="2147483733"/>
              <ac:spMk id="3" creationId="{9187F02C-1151-E990-B9C4-4EA153141C33}"/>
            </ac:spMkLst>
          </pc:spChg>
          <pc:spChg chg="add mod">
            <ac:chgData name="Remi de Vogel" userId="5948360e-7b9c-4a22-9ada-df5e8b901c82" providerId="ADAL" clId="{A4F27B0C-4396-43E1-A404-B07EBE7F61B1}" dt="2023-08-14T12:25:54.057" v="89"/>
            <ac:spMkLst>
              <pc:docMk/>
              <pc:sldMasterMk cId="259861064" sldId="2147483648"/>
              <pc:sldLayoutMk cId="3376375726" sldId="2147483733"/>
              <ac:spMk id="4" creationId="{B6DF15ED-849F-B716-A403-1E2FA625C132}"/>
            </ac:spMkLst>
          </pc:spChg>
          <pc:spChg chg="add mod">
            <ac:chgData name="Remi de Vogel" userId="5948360e-7b9c-4a22-9ada-df5e8b901c82" providerId="ADAL" clId="{A4F27B0C-4396-43E1-A404-B07EBE7F61B1}" dt="2023-08-14T12:25:54.057" v="89"/>
            <ac:spMkLst>
              <pc:docMk/>
              <pc:sldMasterMk cId="259861064" sldId="2147483648"/>
              <pc:sldLayoutMk cId="3376375726" sldId="2147483733"/>
              <ac:spMk id="5" creationId="{2F3594E8-82F3-A1F8-0A21-B4FF8283B87E}"/>
            </ac:spMkLst>
          </pc:spChg>
          <pc:spChg chg="del">
            <ac:chgData name="Remi de Vogel" userId="5948360e-7b9c-4a22-9ada-df5e8b901c82" providerId="ADAL" clId="{A4F27B0C-4396-43E1-A404-B07EBE7F61B1}" dt="2023-08-14T12:25:53.919" v="88"/>
            <ac:spMkLst>
              <pc:docMk/>
              <pc:sldMasterMk cId="259861064" sldId="2147483648"/>
              <pc:sldLayoutMk cId="3376375726" sldId="2147483733"/>
              <ac:spMk id="6" creationId="{F3EFC3F8-E326-9397-9699-EC18B2E07BC3}"/>
            </ac:spMkLst>
          </pc:spChg>
          <pc:spChg chg="del">
            <ac:chgData name="Remi de Vogel" userId="5948360e-7b9c-4a22-9ada-df5e8b901c82" providerId="ADAL" clId="{A4F27B0C-4396-43E1-A404-B07EBE7F61B1}" dt="2023-08-14T12:25:53.919" v="88"/>
            <ac:spMkLst>
              <pc:docMk/>
              <pc:sldMasterMk cId="259861064" sldId="2147483648"/>
              <pc:sldLayoutMk cId="3376375726" sldId="2147483733"/>
              <ac:spMk id="7" creationId="{F8AFBA8A-ADA3-BB5A-C2AB-A0A149B84417}"/>
            </ac:spMkLst>
          </pc:spChg>
        </pc:sldLayoutChg>
        <pc:sldLayoutChg chg="addSp delSp modSp">
          <pc:chgData name="Remi de Vogel" userId="5948360e-7b9c-4a22-9ada-df5e8b901c82" providerId="ADAL" clId="{A4F27B0C-4396-43E1-A404-B07EBE7F61B1}" dt="2023-08-14T12:25:55.562" v="91"/>
          <pc:sldLayoutMkLst>
            <pc:docMk/>
            <pc:sldMasterMk cId="259861064" sldId="2147483648"/>
            <pc:sldLayoutMk cId="2079071838" sldId="2147483734"/>
          </pc:sldLayoutMkLst>
          <pc:spChg chg="del">
            <ac:chgData name="Remi de Vogel" userId="5948360e-7b9c-4a22-9ada-df5e8b901c82" providerId="ADAL" clId="{A4F27B0C-4396-43E1-A404-B07EBE7F61B1}" dt="2023-08-14T12:25:55.422" v="90"/>
            <ac:spMkLst>
              <pc:docMk/>
              <pc:sldMasterMk cId="259861064" sldId="2147483648"/>
              <pc:sldLayoutMk cId="2079071838" sldId="2147483734"/>
              <ac:spMk id="2" creationId="{F9FE426F-16BC-0B48-6533-9FA719C62AE6}"/>
            </ac:spMkLst>
          </pc:spChg>
          <pc:spChg chg="add mod">
            <ac:chgData name="Remi de Vogel" userId="5948360e-7b9c-4a22-9ada-df5e8b901c82" providerId="ADAL" clId="{A4F27B0C-4396-43E1-A404-B07EBE7F61B1}" dt="2023-08-14T12:25:55.562" v="91"/>
            <ac:spMkLst>
              <pc:docMk/>
              <pc:sldMasterMk cId="259861064" sldId="2147483648"/>
              <pc:sldLayoutMk cId="2079071838" sldId="2147483734"/>
              <ac:spMk id="3" creationId="{6B3173BD-018A-4BE0-C0E9-2BC3BC1F54A3}"/>
            </ac:spMkLst>
          </pc:spChg>
          <pc:spChg chg="add mod">
            <ac:chgData name="Remi de Vogel" userId="5948360e-7b9c-4a22-9ada-df5e8b901c82" providerId="ADAL" clId="{A4F27B0C-4396-43E1-A404-B07EBE7F61B1}" dt="2023-08-14T12:25:55.562" v="91"/>
            <ac:spMkLst>
              <pc:docMk/>
              <pc:sldMasterMk cId="259861064" sldId="2147483648"/>
              <pc:sldLayoutMk cId="2079071838" sldId="2147483734"/>
              <ac:spMk id="4" creationId="{BB750122-E984-AD2C-C998-F8BE876FAD09}"/>
            </ac:spMkLst>
          </pc:spChg>
          <pc:spChg chg="add mod">
            <ac:chgData name="Remi de Vogel" userId="5948360e-7b9c-4a22-9ada-df5e8b901c82" providerId="ADAL" clId="{A4F27B0C-4396-43E1-A404-B07EBE7F61B1}" dt="2023-08-14T12:25:55.562" v="91"/>
            <ac:spMkLst>
              <pc:docMk/>
              <pc:sldMasterMk cId="259861064" sldId="2147483648"/>
              <pc:sldLayoutMk cId="2079071838" sldId="2147483734"/>
              <ac:spMk id="5" creationId="{1B0D4237-6D16-E873-C696-B8ACF07ECE2F}"/>
            </ac:spMkLst>
          </pc:spChg>
          <pc:spChg chg="del">
            <ac:chgData name="Remi de Vogel" userId="5948360e-7b9c-4a22-9ada-df5e8b901c82" providerId="ADAL" clId="{A4F27B0C-4396-43E1-A404-B07EBE7F61B1}" dt="2023-08-14T12:25:55.422" v="90"/>
            <ac:spMkLst>
              <pc:docMk/>
              <pc:sldMasterMk cId="259861064" sldId="2147483648"/>
              <pc:sldLayoutMk cId="2079071838" sldId="2147483734"/>
              <ac:spMk id="6" creationId="{E2A7850A-B39D-8CE1-177C-A24A47507B47}"/>
            </ac:spMkLst>
          </pc:spChg>
          <pc:spChg chg="del">
            <ac:chgData name="Remi de Vogel" userId="5948360e-7b9c-4a22-9ada-df5e8b901c82" providerId="ADAL" clId="{A4F27B0C-4396-43E1-A404-B07EBE7F61B1}" dt="2023-08-14T12:25:55.422" v="90"/>
            <ac:spMkLst>
              <pc:docMk/>
              <pc:sldMasterMk cId="259861064" sldId="2147483648"/>
              <pc:sldLayoutMk cId="2079071838" sldId="2147483734"/>
              <ac:spMk id="7" creationId="{2D0E3974-B6A4-FFBD-57BA-74E946E974C7}"/>
            </ac:spMkLst>
          </pc:spChg>
        </pc:sldLayoutChg>
        <pc:sldLayoutChg chg="addSp delSp modSp">
          <pc:chgData name="Remi de Vogel" userId="5948360e-7b9c-4a22-9ada-df5e8b901c82" providerId="ADAL" clId="{A4F27B0C-4396-43E1-A404-B07EBE7F61B1}" dt="2023-08-14T12:25:58.723" v="95"/>
          <pc:sldLayoutMkLst>
            <pc:docMk/>
            <pc:sldMasterMk cId="259861064" sldId="2147483648"/>
            <pc:sldLayoutMk cId="2400735421" sldId="2147483735"/>
          </pc:sldLayoutMkLst>
          <pc:spChg chg="add mod">
            <ac:chgData name="Remi de Vogel" userId="5948360e-7b9c-4a22-9ada-df5e8b901c82" providerId="ADAL" clId="{A4F27B0C-4396-43E1-A404-B07EBE7F61B1}" dt="2023-08-14T12:25:58.723" v="95"/>
            <ac:spMkLst>
              <pc:docMk/>
              <pc:sldMasterMk cId="259861064" sldId="2147483648"/>
              <pc:sldLayoutMk cId="2400735421" sldId="2147483735"/>
              <ac:spMk id="2" creationId="{83D668B2-A803-86CC-3C9E-3B7803473C30}"/>
            </ac:spMkLst>
          </pc:spChg>
          <pc:spChg chg="add mod">
            <ac:chgData name="Remi de Vogel" userId="5948360e-7b9c-4a22-9ada-df5e8b901c82" providerId="ADAL" clId="{A4F27B0C-4396-43E1-A404-B07EBE7F61B1}" dt="2023-08-14T12:25:58.723" v="95"/>
            <ac:spMkLst>
              <pc:docMk/>
              <pc:sldMasterMk cId="259861064" sldId="2147483648"/>
              <pc:sldLayoutMk cId="2400735421" sldId="2147483735"/>
              <ac:spMk id="3" creationId="{65172173-91AF-FBF6-64D7-55294463A156}"/>
            </ac:spMkLst>
          </pc:spChg>
          <pc:spChg chg="del">
            <ac:chgData name="Remi de Vogel" userId="5948360e-7b9c-4a22-9ada-df5e8b901c82" providerId="ADAL" clId="{A4F27B0C-4396-43E1-A404-B07EBE7F61B1}" dt="2023-08-14T12:25:58.583" v="94"/>
            <ac:spMkLst>
              <pc:docMk/>
              <pc:sldMasterMk cId="259861064" sldId="2147483648"/>
              <pc:sldLayoutMk cId="2400735421" sldId="2147483735"/>
              <ac:spMk id="4" creationId="{EDCE6B12-2F68-69AA-4BDE-06821A5FA9A4}"/>
            </ac:spMkLst>
          </pc:spChg>
          <pc:spChg chg="add mod">
            <ac:chgData name="Remi de Vogel" userId="5948360e-7b9c-4a22-9ada-df5e8b901c82" providerId="ADAL" clId="{A4F27B0C-4396-43E1-A404-B07EBE7F61B1}" dt="2023-08-14T12:25:58.723" v="95"/>
            <ac:spMkLst>
              <pc:docMk/>
              <pc:sldMasterMk cId="259861064" sldId="2147483648"/>
              <pc:sldLayoutMk cId="2400735421" sldId="2147483735"/>
              <ac:spMk id="5" creationId="{657217E3-AE2E-1250-962D-2CCDDAC1B317}"/>
            </ac:spMkLst>
          </pc:spChg>
          <pc:spChg chg="del">
            <ac:chgData name="Remi de Vogel" userId="5948360e-7b9c-4a22-9ada-df5e8b901c82" providerId="ADAL" clId="{A4F27B0C-4396-43E1-A404-B07EBE7F61B1}" dt="2023-08-14T12:25:58.583" v="94"/>
            <ac:spMkLst>
              <pc:docMk/>
              <pc:sldMasterMk cId="259861064" sldId="2147483648"/>
              <pc:sldLayoutMk cId="2400735421" sldId="2147483735"/>
              <ac:spMk id="6" creationId="{BC4297CB-0B71-F645-7D64-5275A718054C}"/>
            </ac:spMkLst>
          </pc:spChg>
          <pc:spChg chg="del">
            <ac:chgData name="Remi de Vogel" userId="5948360e-7b9c-4a22-9ada-df5e8b901c82" providerId="ADAL" clId="{A4F27B0C-4396-43E1-A404-B07EBE7F61B1}" dt="2023-08-14T12:25:58.583" v="94"/>
            <ac:spMkLst>
              <pc:docMk/>
              <pc:sldMasterMk cId="259861064" sldId="2147483648"/>
              <pc:sldLayoutMk cId="2400735421" sldId="2147483735"/>
              <ac:spMk id="7" creationId="{DB63E056-F69D-C7CD-403E-8BE6622C5B98}"/>
            </ac:spMkLst>
          </pc:spChg>
        </pc:sldLayoutChg>
        <pc:sldLayoutChg chg="addSp delSp modSp">
          <pc:chgData name="Remi de Vogel" userId="5948360e-7b9c-4a22-9ada-df5e8b901c82" providerId="ADAL" clId="{A4F27B0C-4396-43E1-A404-B07EBE7F61B1}" dt="2023-08-14T12:25:52.711" v="87"/>
          <pc:sldLayoutMkLst>
            <pc:docMk/>
            <pc:sldMasterMk cId="259861064" sldId="2147483648"/>
            <pc:sldLayoutMk cId="101923619" sldId="2147483736"/>
          </pc:sldLayoutMkLst>
          <pc:spChg chg="add mod">
            <ac:chgData name="Remi de Vogel" userId="5948360e-7b9c-4a22-9ada-df5e8b901c82" providerId="ADAL" clId="{A4F27B0C-4396-43E1-A404-B07EBE7F61B1}" dt="2023-08-14T12:25:52.711" v="87"/>
            <ac:spMkLst>
              <pc:docMk/>
              <pc:sldMasterMk cId="259861064" sldId="2147483648"/>
              <pc:sldLayoutMk cId="101923619" sldId="2147483736"/>
              <ac:spMk id="2" creationId="{67FCE014-120C-02B2-F15D-BBC44E3BBC20}"/>
            </ac:spMkLst>
          </pc:spChg>
          <pc:spChg chg="add mod">
            <ac:chgData name="Remi de Vogel" userId="5948360e-7b9c-4a22-9ada-df5e8b901c82" providerId="ADAL" clId="{A4F27B0C-4396-43E1-A404-B07EBE7F61B1}" dt="2023-08-14T12:25:52.711" v="87"/>
            <ac:spMkLst>
              <pc:docMk/>
              <pc:sldMasterMk cId="259861064" sldId="2147483648"/>
              <pc:sldLayoutMk cId="101923619" sldId="2147483736"/>
              <ac:spMk id="3" creationId="{299275FF-0FAE-0927-FE90-1CAB60CF1573}"/>
            </ac:spMkLst>
          </pc:spChg>
          <pc:spChg chg="add mod">
            <ac:chgData name="Remi de Vogel" userId="5948360e-7b9c-4a22-9ada-df5e8b901c82" providerId="ADAL" clId="{A4F27B0C-4396-43E1-A404-B07EBE7F61B1}" dt="2023-08-14T12:25:52.711" v="87"/>
            <ac:spMkLst>
              <pc:docMk/>
              <pc:sldMasterMk cId="259861064" sldId="2147483648"/>
              <pc:sldLayoutMk cId="101923619" sldId="2147483736"/>
              <ac:spMk id="4" creationId="{DA6E3B28-F2EF-2670-1D61-90BDA6A3B11A}"/>
            </ac:spMkLst>
          </pc:spChg>
          <pc:spChg chg="del">
            <ac:chgData name="Remi de Vogel" userId="5948360e-7b9c-4a22-9ada-df5e8b901c82" providerId="ADAL" clId="{A4F27B0C-4396-43E1-A404-B07EBE7F61B1}" dt="2023-08-14T12:25:52.583" v="86"/>
            <ac:spMkLst>
              <pc:docMk/>
              <pc:sldMasterMk cId="259861064" sldId="2147483648"/>
              <pc:sldLayoutMk cId="101923619" sldId="2147483736"/>
              <ac:spMk id="5" creationId="{CF3DD555-C0C0-8C82-66A2-9D13FB020A8E}"/>
            </ac:spMkLst>
          </pc:spChg>
          <pc:spChg chg="del">
            <ac:chgData name="Remi de Vogel" userId="5948360e-7b9c-4a22-9ada-df5e8b901c82" providerId="ADAL" clId="{A4F27B0C-4396-43E1-A404-B07EBE7F61B1}" dt="2023-08-14T12:25:52.583" v="86"/>
            <ac:spMkLst>
              <pc:docMk/>
              <pc:sldMasterMk cId="259861064" sldId="2147483648"/>
              <pc:sldLayoutMk cId="101923619" sldId="2147483736"/>
              <ac:spMk id="6" creationId="{E5B862BC-A204-E819-9D8B-58F90052FF57}"/>
            </ac:spMkLst>
          </pc:spChg>
          <pc:spChg chg="del">
            <ac:chgData name="Remi de Vogel" userId="5948360e-7b9c-4a22-9ada-df5e8b901c82" providerId="ADAL" clId="{A4F27B0C-4396-43E1-A404-B07EBE7F61B1}" dt="2023-08-14T12:25:52.583" v="86"/>
            <ac:spMkLst>
              <pc:docMk/>
              <pc:sldMasterMk cId="259861064" sldId="2147483648"/>
              <pc:sldLayoutMk cId="101923619" sldId="2147483736"/>
              <ac:spMk id="7" creationId="{1C785522-9014-FE5A-8A7E-BFC6F76E5643}"/>
            </ac:spMkLst>
          </pc:spChg>
        </pc:sldLayoutChg>
        <pc:sldLayoutChg chg="addSp delSp modSp mod">
          <pc:chgData name="Remi de Vogel" userId="5948360e-7b9c-4a22-9ada-df5e8b901c82" providerId="ADAL" clId="{A4F27B0C-4396-43E1-A404-B07EBE7F61B1}" dt="2023-08-14T12:26:36.467" v="123" actId="207"/>
          <pc:sldLayoutMkLst>
            <pc:docMk/>
            <pc:sldMasterMk cId="259861064" sldId="2147483648"/>
            <pc:sldLayoutMk cId="3277208104" sldId="2147483737"/>
          </pc:sldLayoutMkLst>
          <pc:spChg chg="add mod">
            <ac:chgData name="Remi de Vogel" userId="5948360e-7b9c-4a22-9ada-df5e8b901c82" providerId="ADAL" clId="{A4F27B0C-4396-43E1-A404-B07EBE7F61B1}" dt="2023-08-14T12:26:36.467" v="123" actId="207"/>
            <ac:spMkLst>
              <pc:docMk/>
              <pc:sldMasterMk cId="259861064" sldId="2147483648"/>
              <pc:sldLayoutMk cId="3277208104" sldId="2147483737"/>
              <ac:spMk id="4" creationId="{3FF22158-7520-52E1-1586-868A5D1D4318}"/>
            </ac:spMkLst>
          </pc:spChg>
          <pc:spChg chg="del">
            <ac:chgData name="Remi de Vogel" userId="5948360e-7b9c-4a22-9ada-df5e8b901c82" providerId="ADAL" clId="{A4F27B0C-4396-43E1-A404-B07EBE7F61B1}" dt="2023-08-14T12:26:32.997" v="121"/>
            <ac:spMkLst>
              <pc:docMk/>
              <pc:sldMasterMk cId="259861064" sldId="2147483648"/>
              <pc:sldLayoutMk cId="3277208104" sldId="2147483737"/>
              <ac:spMk id="5" creationId="{1DF19C37-F2AC-F897-8812-3E8B0C85EC90}"/>
            </ac:spMkLst>
          </pc:spChg>
          <pc:spChg chg="del">
            <ac:chgData name="Remi de Vogel" userId="5948360e-7b9c-4a22-9ada-df5e8b901c82" providerId="ADAL" clId="{A4F27B0C-4396-43E1-A404-B07EBE7F61B1}" dt="2023-08-14T12:26:32.997" v="121"/>
            <ac:spMkLst>
              <pc:docMk/>
              <pc:sldMasterMk cId="259861064" sldId="2147483648"/>
              <pc:sldLayoutMk cId="3277208104" sldId="2147483737"/>
              <ac:spMk id="6" creationId="{D99588E7-DB3D-84A0-FAD4-46E9BED3C4D3}"/>
            </ac:spMkLst>
          </pc:spChg>
          <pc:spChg chg="del">
            <ac:chgData name="Remi de Vogel" userId="5948360e-7b9c-4a22-9ada-df5e8b901c82" providerId="ADAL" clId="{A4F27B0C-4396-43E1-A404-B07EBE7F61B1}" dt="2023-08-14T12:26:32.997" v="121"/>
            <ac:spMkLst>
              <pc:docMk/>
              <pc:sldMasterMk cId="259861064" sldId="2147483648"/>
              <pc:sldLayoutMk cId="3277208104" sldId="2147483737"/>
              <ac:spMk id="7" creationId="{CBC53028-A7BF-14D5-8EBE-365700BC7A73}"/>
            </ac:spMkLst>
          </pc:spChg>
          <pc:spChg chg="add mod">
            <ac:chgData name="Remi de Vogel" userId="5948360e-7b9c-4a22-9ada-df5e8b901c82" providerId="ADAL" clId="{A4F27B0C-4396-43E1-A404-B07EBE7F61B1}" dt="2023-08-14T12:26:36.467" v="123" actId="207"/>
            <ac:spMkLst>
              <pc:docMk/>
              <pc:sldMasterMk cId="259861064" sldId="2147483648"/>
              <pc:sldLayoutMk cId="3277208104" sldId="2147483737"/>
              <ac:spMk id="8" creationId="{6967189B-5ACB-0010-FFC3-F8AF2A9EE2CE}"/>
            </ac:spMkLst>
          </pc:spChg>
          <pc:spChg chg="add mod">
            <ac:chgData name="Remi de Vogel" userId="5948360e-7b9c-4a22-9ada-df5e8b901c82" providerId="ADAL" clId="{A4F27B0C-4396-43E1-A404-B07EBE7F61B1}" dt="2023-08-14T12:26:36.467" v="123" actId="207"/>
            <ac:spMkLst>
              <pc:docMk/>
              <pc:sldMasterMk cId="259861064" sldId="2147483648"/>
              <pc:sldLayoutMk cId="3277208104" sldId="2147483737"/>
              <ac:spMk id="9" creationId="{C40E0521-D0A4-B066-E2B1-7E18175D24B7}"/>
            </ac:spMkLst>
          </pc:spChg>
          <pc:spChg chg="mod">
            <ac:chgData name="Remi de Vogel" userId="5948360e-7b9c-4a22-9ada-df5e8b901c82" providerId="ADAL" clId="{A4F27B0C-4396-43E1-A404-B07EBE7F61B1}" dt="2023-08-14T12:26:36.467" v="123" actId="207"/>
            <ac:spMkLst>
              <pc:docMk/>
              <pc:sldMasterMk cId="259861064" sldId="2147483648"/>
              <pc:sldLayoutMk cId="3277208104" sldId="2147483737"/>
              <ac:spMk id="12" creationId="{923F0AE6-64A0-48D3-2F58-26CEF71B34E0}"/>
            </ac:spMkLst>
          </pc:spChg>
          <pc:spChg chg="mod">
            <ac:chgData name="Remi de Vogel" userId="5948360e-7b9c-4a22-9ada-df5e8b901c82" providerId="ADAL" clId="{A4F27B0C-4396-43E1-A404-B07EBE7F61B1}" dt="2023-08-14T12:26:36.467" v="123" actId="207"/>
            <ac:spMkLst>
              <pc:docMk/>
              <pc:sldMasterMk cId="259861064" sldId="2147483648"/>
              <pc:sldLayoutMk cId="3277208104" sldId="2147483737"/>
              <ac:spMk id="13" creationId="{0B297783-3573-2902-4B98-10768A4D38EF}"/>
            </ac:spMkLst>
          </pc:spChg>
          <pc:spChg chg="mod">
            <ac:chgData name="Remi de Vogel" userId="5948360e-7b9c-4a22-9ada-df5e8b901c82" providerId="ADAL" clId="{A4F27B0C-4396-43E1-A404-B07EBE7F61B1}" dt="2023-07-31T17:03:07.558" v="33" actId="139"/>
            <ac:spMkLst>
              <pc:docMk/>
              <pc:sldMasterMk cId="259861064" sldId="2147483648"/>
              <pc:sldLayoutMk cId="3277208104" sldId="2147483737"/>
              <ac:spMk id="14" creationId="{EB7A1E92-C009-56EC-F987-1EBB6B064052}"/>
            </ac:spMkLst>
          </pc:spChg>
          <pc:spChg chg="mod">
            <ac:chgData name="Remi de Vogel" userId="5948360e-7b9c-4a22-9ada-df5e8b901c82" providerId="ADAL" clId="{A4F27B0C-4396-43E1-A404-B07EBE7F61B1}" dt="2023-08-14T12:26:36.467" v="123" actId="207"/>
            <ac:spMkLst>
              <pc:docMk/>
              <pc:sldMasterMk cId="259861064" sldId="2147483648"/>
              <pc:sldLayoutMk cId="3277208104" sldId="2147483737"/>
              <ac:spMk id="15" creationId="{5953DC72-C0F5-D909-0950-92A3A6FBCB07}"/>
            </ac:spMkLst>
          </pc:spChg>
          <pc:spChg chg="mod">
            <ac:chgData name="Remi de Vogel" userId="5948360e-7b9c-4a22-9ada-df5e8b901c82" providerId="ADAL" clId="{A4F27B0C-4396-43E1-A404-B07EBE7F61B1}" dt="2023-07-31T17:03:07.560" v="35" actId="139"/>
            <ac:spMkLst>
              <pc:docMk/>
              <pc:sldMasterMk cId="259861064" sldId="2147483648"/>
              <pc:sldLayoutMk cId="3277208104" sldId="2147483737"/>
              <ac:spMk id="16" creationId="{78304E2C-D76F-2456-8633-314BD726A32B}"/>
            </ac:spMkLst>
          </pc:spChg>
          <pc:spChg chg="mod">
            <ac:chgData name="Remi de Vogel" userId="5948360e-7b9c-4a22-9ada-df5e8b901c82" providerId="ADAL" clId="{A4F27B0C-4396-43E1-A404-B07EBE7F61B1}" dt="2023-07-31T17:03:07.563" v="37" actId="139"/>
            <ac:spMkLst>
              <pc:docMk/>
              <pc:sldMasterMk cId="259861064" sldId="2147483648"/>
              <pc:sldLayoutMk cId="3277208104" sldId="2147483737"/>
              <ac:spMk id="17" creationId="{591C8154-62BF-6BE3-97D9-C7E7789158C8}"/>
            </ac:spMkLst>
          </pc:spChg>
          <pc:spChg chg="mod">
            <ac:chgData name="Remi de Vogel" userId="5948360e-7b9c-4a22-9ada-df5e8b901c82" providerId="ADAL" clId="{A4F27B0C-4396-43E1-A404-B07EBE7F61B1}" dt="2023-07-31T17:03:07.565" v="39" actId="139"/>
            <ac:spMkLst>
              <pc:docMk/>
              <pc:sldMasterMk cId="259861064" sldId="2147483648"/>
              <pc:sldLayoutMk cId="3277208104" sldId="2147483737"/>
              <ac:spMk id="18" creationId="{120D845B-9A3F-D30F-FE80-F4F4A749CB5E}"/>
            </ac:spMkLst>
          </pc:spChg>
        </pc:sldLayoutChg>
        <pc:sldLayoutChg chg="addSp delSp modSp">
          <pc:chgData name="Remi de Vogel" userId="5948360e-7b9c-4a22-9ada-df5e8b901c82" providerId="ADAL" clId="{A4F27B0C-4396-43E1-A404-B07EBE7F61B1}" dt="2023-08-14T12:26:03.764" v="101"/>
          <pc:sldLayoutMkLst>
            <pc:docMk/>
            <pc:sldMasterMk cId="259861064" sldId="2147483648"/>
            <pc:sldLayoutMk cId="353535495" sldId="2147483738"/>
          </pc:sldLayoutMkLst>
          <pc:spChg chg="del">
            <ac:chgData name="Remi de Vogel" userId="5948360e-7b9c-4a22-9ada-df5e8b901c82" providerId="ADAL" clId="{A4F27B0C-4396-43E1-A404-B07EBE7F61B1}" dt="2023-08-14T12:26:03.640" v="100"/>
            <ac:spMkLst>
              <pc:docMk/>
              <pc:sldMasterMk cId="259861064" sldId="2147483648"/>
              <pc:sldLayoutMk cId="353535495" sldId="2147483738"/>
              <ac:spMk id="2" creationId="{61D76F7F-9BC8-1DF3-705F-813DA533D843}"/>
            </ac:spMkLst>
          </pc:spChg>
          <pc:spChg chg="add mod">
            <ac:chgData name="Remi de Vogel" userId="5948360e-7b9c-4a22-9ada-df5e8b901c82" providerId="ADAL" clId="{A4F27B0C-4396-43E1-A404-B07EBE7F61B1}" dt="2023-08-14T12:26:03.764" v="101"/>
            <ac:spMkLst>
              <pc:docMk/>
              <pc:sldMasterMk cId="259861064" sldId="2147483648"/>
              <pc:sldLayoutMk cId="353535495" sldId="2147483738"/>
              <ac:spMk id="3" creationId="{42FE5789-8885-CE06-4EB9-47212A486A5A}"/>
            </ac:spMkLst>
          </pc:spChg>
          <pc:spChg chg="add mod">
            <ac:chgData name="Remi de Vogel" userId="5948360e-7b9c-4a22-9ada-df5e8b901c82" providerId="ADAL" clId="{A4F27B0C-4396-43E1-A404-B07EBE7F61B1}" dt="2023-08-14T12:26:03.764" v="101"/>
            <ac:spMkLst>
              <pc:docMk/>
              <pc:sldMasterMk cId="259861064" sldId="2147483648"/>
              <pc:sldLayoutMk cId="353535495" sldId="2147483738"/>
              <ac:spMk id="4" creationId="{4E63C795-89F2-6F19-B9C8-D429BF2DCAC7}"/>
            </ac:spMkLst>
          </pc:spChg>
          <pc:spChg chg="add mod">
            <ac:chgData name="Remi de Vogel" userId="5948360e-7b9c-4a22-9ada-df5e8b901c82" providerId="ADAL" clId="{A4F27B0C-4396-43E1-A404-B07EBE7F61B1}" dt="2023-08-14T12:26:03.764" v="101"/>
            <ac:spMkLst>
              <pc:docMk/>
              <pc:sldMasterMk cId="259861064" sldId="2147483648"/>
              <pc:sldLayoutMk cId="353535495" sldId="2147483738"/>
              <ac:spMk id="5" creationId="{07056621-E929-413E-1950-0D5F9A567AFF}"/>
            </ac:spMkLst>
          </pc:spChg>
          <pc:spChg chg="del">
            <ac:chgData name="Remi de Vogel" userId="5948360e-7b9c-4a22-9ada-df5e8b901c82" providerId="ADAL" clId="{A4F27B0C-4396-43E1-A404-B07EBE7F61B1}" dt="2023-08-14T12:26:03.640" v="100"/>
            <ac:spMkLst>
              <pc:docMk/>
              <pc:sldMasterMk cId="259861064" sldId="2147483648"/>
              <pc:sldLayoutMk cId="353535495" sldId="2147483738"/>
              <ac:spMk id="6" creationId="{754CA73F-F4DB-C69D-3692-87CAF354B3E9}"/>
            </ac:spMkLst>
          </pc:spChg>
          <pc:spChg chg="del">
            <ac:chgData name="Remi de Vogel" userId="5948360e-7b9c-4a22-9ada-df5e8b901c82" providerId="ADAL" clId="{A4F27B0C-4396-43E1-A404-B07EBE7F61B1}" dt="2023-08-14T12:26:03.640" v="100"/>
            <ac:spMkLst>
              <pc:docMk/>
              <pc:sldMasterMk cId="259861064" sldId="2147483648"/>
              <pc:sldLayoutMk cId="353535495" sldId="2147483738"/>
              <ac:spMk id="7" creationId="{8A88B06B-C1EA-B9F8-5151-31D3A4F89FDE}"/>
            </ac:spMkLst>
          </pc:spChg>
        </pc:sldLayoutChg>
        <pc:sldLayoutChg chg="addSp delSp modSp">
          <pc:chgData name="Remi de Vogel" userId="5948360e-7b9c-4a22-9ada-df5e8b901c82" providerId="ADAL" clId="{A4F27B0C-4396-43E1-A404-B07EBE7F61B1}" dt="2023-08-14T12:26:00.665" v="97"/>
          <pc:sldLayoutMkLst>
            <pc:docMk/>
            <pc:sldMasterMk cId="259861064" sldId="2147483648"/>
            <pc:sldLayoutMk cId="2842284886" sldId="2147483740"/>
          </pc:sldLayoutMkLst>
          <pc:spChg chg="add mod">
            <ac:chgData name="Remi de Vogel" userId="5948360e-7b9c-4a22-9ada-df5e8b901c82" providerId="ADAL" clId="{A4F27B0C-4396-43E1-A404-B07EBE7F61B1}" dt="2023-08-14T12:26:00.665" v="97"/>
            <ac:spMkLst>
              <pc:docMk/>
              <pc:sldMasterMk cId="259861064" sldId="2147483648"/>
              <pc:sldLayoutMk cId="2842284886" sldId="2147483740"/>
              <ac:spMk id="2" creationId="{D7CB9D79-BD18-FC3C-BB83-55E04087954A}"/>
            </ac:spMkLst>
          </pc:spChg>
          <pc:spChg chg="add mod">
            <ac:chgData name="Remi de Vogel" userId="5948360e-7b9c-4a22-9ada-df5e8b901c82" providerId="ADAL" clId="{A4F27B0C-4396-43E1-A404-B07EBE7F61B1}" dt="2023-08-14T12:26:00.665" v="97"/>
            <ac:spMkLst>
              <pc:docMk/>
              <pc:sldMasterMk cId="259861064" sldId="2147483648"/>
              <pc:sldLayoutMk cId="2842284886" sldId="2147483740"/>
              <ac:spMk id="3" creationId="{BA9E1032-3A68-1D36-6E8B-BEB97DF21CED}"/>
            </ac:spMkLst>
          </pc:spChg>
          <pc:spChg chg="del">
            <ac:chgData name="Remi de Vogel" userId="5948360e-7b9c-4a22-9ada-df5e8b901c82" providerId="ADAL" clId="{A4F27B0C-4396-43E1-A404-B07EBE7F61B1}" dt="2023-08-14T12:26:00.534" v="96"/>
            <ac:spMkLst>
              <pc:docMk/>
              <pc:sldMasterMk cId="259861064" sldId="2147483648"/>
              <pc:sldLayoutMk cId="2842284886" sldId="2147483740"/>
              <ac:spMk id="4" creationId="{0AD83EC8-EF43-3CB6-8321-BE6B61C604EE}"/>
            </ac:spMkLst>
          </pc:spChg>
          <pc:spChg chg="add mod">
            <ac:chgData name="Remi de Vogel" userId="5948360e-7b9c-4a22-9ada-df5e8b901c82" providerId="ADAL" clId="{A4F27B0C-4396-43E1-A404-B07EBE7F61B1}" dt="2023-08-14T12:26:00.665" v="97"/>
            <ac:spMkLst>
              <pc:docMk/>
              <pc:sldMasterMk cId="259861064" sldId="2147483648"/>
              <pc:sldLayoutMk cId="2842284886" sldId="2147483740"/>
              <ac:spMk id="5" creationId="{203D0379-B99F-6F89-64FA-D2018962A068}"/>
            </ac:spMkLst>
          </pc:spChg>
          <pc:spChg chg="del">
            <ac:chgData name="Remi de Vogel" userId="5948360e-7b9c-4a22-9ada-df5e8b901c82" providerId="ADAL" clId="{A4F27B0C-4396-43E1-A404-B07EBE7F61B1}" dt="2023-08-14T12:26:00.534" v="96"/>
            <ac:spMkLst>
              <pc:docMk/>
              <pc:sldMasterMk cId="259861064" sldId="2147483648"/>
              <pc:sldLayoutMk cId="2842284886" sldId="2147483740"/>
              <ac:spMk id="6" creationId="{DCD10B61-C828-BB2B-F385-8B9DFAB33119}"/>
            </ac:spMkLst>
          </pc:spChg>
          <pc:spChg chg="del">
            <ac:chgData name="Remi de Vogel" userId="5948360e-7b9c-4a22-9ada-df5e8b901c82" providerId="ADAL" clId="{A4F27B0C-4396-43E1-A404-B07EBE7F61B1}" dt="2023-08-14T12:26:00.534" v="96"/>
            <ac:spMkLst>
              <pc:docMk/>
              <pc:sldMasterMk cId="259861064" sldId="2147483648"/>
              <pc:sldLayoutMk cId="2842284886" sldId="2147483740"/>
              <ac:spMk id="7" creationId="{5C1886AA-4A72-64BC-1AF5-D227CB6280C0}"/>
            </ac:spMkLst>
          </pc:spChg>
        </pc:sldLayoutChg>
        <pc:sldLayoutChg chg="addSp delSp modSp">
          <pc:chgData name="Remi de Vogel" userId="5948360e-7b9c-4a22-9ada-df5e8b901c82" providerId="ADAL" clId="{A4F27B0C-4396-43E1-A404-B07EBE7F61B1}" dt="2023-08-14T12:26:21.417" v="111"/>
          <pc:sldLayoutMkLst>
            <pc:docMk/>
            <pc:sldMasterMk cId="259861064" sldId="2147483648"/>
            <pc:sldLayoutMk cId="2227878697" sldId="2147483741"/>
          </pc:sldLayoutMkLst>
          <pc:spChg chg="del">
            <ac:chgData name="Remi de Vogel" userId="5948360e-7b9c-4a22-9ada-df5e8b901c82" providerId="ADAL" clId="{A4F27B0C-4396-43E1-A404-B07EBE7F61B1}" dt="2023-08-14T12:26:21.311" v="110"/>
            <ac:spMkLst>
              <pc:docMk/>
              <pc:sldMasterMk cId="259861064" sldId="2147483648"/>
              <pc:sldLayoutMk cId="2227878697" sldId="2147483741"/>
              <ac:spMk id="2" creationId="{3322C972-CD61-6A31-531A-649CF203A5FE}"/>
            </ac:spMkLst>
          </pc:spChg>
          <pc:spChg chg="add mod">
            <ac:chgData name="Remi de Vogel" userId="5948360e-7b9c-4a22-9ada-df5e8b901c82" providerId="ADAL" clId="{A4F27B0C-4396-43E1-A404-B07EBE7F61B1}" dt="2023-08-14T12:26:21.417" v="111"/>
            <ac:spMkLst>
              <pc:docMk/>
              <pc:sldMasterMk cId="259861064" sldId="2147483648"/>
              <pc:sldLayoutMk cId="2227878697" sldId="2147483741"/>
              <ac:spMk id="3" creationId="{C85A12EA-5156-69EB-B0FB-F3D55008A4C6}"/>
            </ac:spMkLst>
          </pc:spChg>
          <pc:spChg chg="add mod">
            <ac:chgData name="Remi de Vogel" userId="5948360e-7b9c-4a22-9ada-df5e8b901c82" providerId="ADAL" clId="{A4F27B0C-4396-43E1-A404-B07EBE7F61B1}" dt="2023-08-14T12:26:21.417" v="111"/>
            <ac:spMkLst>
              <pc:docMk/>
              <pc:sldMasterMk cId="259861064" sldId="2147483648"/>
              <pc:sldLayoutMk cId="2227878697" sldId="2147483741"/>
              <ac:spMk id="4" creationId="{35F603DF-8B8A-C2BF-4D9A-E58702275D4E}"/>
            </ac:spMkLst>
          </pc:spChg>
          <pc:spChg chg="add mod">
            <ac:chgData name="Remi de Vogel" userId="5948360e-7b9c-4a22-9ada-df5e8b901c82" providerId="ADAL" clId="{A4F27B0C-4396-43E1-A404-B07EBE7F61B1}" dt="2023-08-14T12:26:21.417" v="111"/>
            <ac:spMkLst>
              <pc:docMk/>
              <pc:sldMasterMk cId="259861064" sldId="2147483648"/>
              <pc:sldLayoutMk cId="2227878697" sldId="2147483741"/>
              <ac:spMk id="5" creationId="{1AB56DC8-DC4D-5E5E-C25E-3F8418769986}"/>
            </ac:spMkLst>
          </pc:spChg>
          <pc:spChg chg="del">
            <ac:chgData name="Remi de Vogel" userId="5948360e-7b9c-4a22-9ada-df5e8b901c82" providerId="ADAL" clId="{A4F27B0C-4396-43E1-A404-B07EBE7F61B1}" dt="2023-08-14T12:26:21.311" v="110"/>
            <ac:spMkLst>
              <pc:docMk/>
              <pc:sldMasterMk cId="259861064" sldId="2147483648"/>
              <pc:sldLayoutMk cId="2227878697" sldId="2147483741"/>
              <ac:spMk id="9" creationId="{23E29EF2-F798-EA83-46AB-72A88C24EB62}"/>
            </ac:spMkLst>
          </pc:spChg>
          <pc:spChg chg="del">
            <ac:chgData name="Remi de Vogel" userId="5948360e-7b9c-4a22-9ada-df5e8b901c82" providerId="ADAL" clId="{A4F27B0C-4396-43E1-A404-B07EBE7F61B1}" dt="2023-08-14T12:26:21.311" v="110"/>
            <ac:spMkLst>
              <pc:docMk/>
              <pc:sldMasterMk cId="259861064" sldId="2147483648"/>
              <pc:sldLayoutMk cId="2227878697" sldId="2147483741"/>
              <ac:spMk id="10" creationId="{71C41C69-942B-C972-FF4B-E0B54914E055}"/>
            </ac:spMkLst>
          </pc:spChg>
        </pc:sldLayoutChg>
        <pc:sldLayoutChg chg="addSp delSp modSp">
          <pc:chgData name="Remi de Vogel" userId="5948360e-7b9c-4a22-9ada-df5e8b901c82" providerId="ADAL" clId="{A4F27B0C-4396-43E1-A404-B07EBE7F61B1}" dt="2023-08-14T12:26:22.528" v="113"/>
          <pc:sldLayoutMkLst>
            <pc:docMk/>
            <pc:sldMasterMk cId="259861064" sldId="2147483648"/>
            <pc:sldLayoutMk cId="3523900727" sldId="2147483742"/>
          </pc:sldLayoutMkLst>
          <pc:spChg chg="del">
            <ac:chgData name="Remi de Vogel" userId="5948360e-7b9c-4a22-9ada-df5e8b901c82" providerId="ADAL" clId="{A4F27B0C-4396-43E1-A404-B07EBE7F61B1}" dt="2023-08-14T12:26:22.441" v="112"/>
            <ac:spMkLst>
              <pc:docMk/>
              <pc:sldMasterMk cId="259861064" sldId="2147483648"/>
              <pc:sldLayoutMk cId="3523900727" sldId="2147483742"/>
              <ac:spMk id="2" creationId="{2E91F31F-E193-9B2E-D4B8-29840E9F9E11}"/>
            </ac:spMkLst>
          </pc:spChg>
          <pc:spChg chg="add mod">
            <ac:chgData name="Remi de Vogel" userId="5948360e-7b9c-4a22-9ada-df5e8b901c82" providerId="ADAL" clId="{A4F27B0C-4396-43E1-A404-B07EBE7F61B1}" dt="2023-08-14T12:26:22.528" v="113"/>
            <ac:spMkLst>
              <pc:docMk/>
              <pc:sldMasterMk cId="259861064" sldId="2147483648"/>
              <pc:sldLayoutMk cId="3523900727" sldId="2147483742"/>
              <ac:spMk id="3" creationId="{B694E2AF-E427-DAE5-B074-377B172B9A0D}"/>
            </ac:spMkLst>
          </pc:spChg>
          <pc:spChg chg="add mod">
            <ac:chgData name="Remi de Vogel" userId="5948360e-7b9c-4a22-9ada-df5e8b901c82" providerId="ADAL" clId="{A4F27B0C-4396-43E1-A404-B07EBE7F61B1}" dt="2023-08-14T12:26:22.528" v="113"/>
            <ac:spMkLst>
              <pc:docMk/>
              <pc:sldMasterMk cId="259861064" sldId="2147483648"/>
              <pc:sldLayoutMk cId="3523900727" sldId="2147483742"/>
              <ac:spMk id="4" creationId="{A2855264-8798-22B2-32B6-973A4C1BC2AD}"/>
            </ac:spMkLst>
          </pc:spChg>
          <pc:spChg chg="add mod">
            <ac:chgData name="Remi de Vogel" userId="5948360e-7b9c-4a22-9ada-df5e8b901c82" providerId="ADAL" clId="{A4F27B0C-4396-43E1-A404-B07EBE7F61B1}" dt="2023-08-14T12:26:22.528" v="113"/>
            <ac:spMkLst>
              <pc:docMk/>
              <pc:sldMasterMk cId="259861064" sldId="2147483648"/>
              <pc:sldLayoutMk cId="3523900727" sldId="2147483742"/>
              <ac:spMk id="5" creationId="{A1087D73-559C-ED40-F01D-8F0CFD13022A}"/>
            </ac:spMkLst>
          </pc:spChg>
          <pc:spChg chg="del">
            <ac:chgData name="Remi de Vogel" userId="5948360e-7b9c-4a22-9ada-df5e8b901c82" providerId="ADAL" clId="{A4F27B0C-4396-43E1-A404-B07EBE7F61B1}" dt="2023-08-14T12:26:22.441" v="112"/>
            <ac:spMkLst>
              <pc:docMk/>
              <pc:sldMasterMk cId="259861064" sldId="2147483648"/>
              <pc:sldLayoutMk cId="3523900727" sldId="2147483742"/>
              <ac:spMk id="9" creationId="{54AC03D6-4F2D-9943-332F-147D10B2461D}"/>
            </ac:spMkLst>
          </pc:spChg>
          <pc:spChg chg="del">
            <ac:chgData name="Remi de Vogel" userId="5948360e-7b9c-4a22-9ada-df5e8b901c82" providerId="ADAL" clId="{A4F27B0C-4396-43E1-A404-B07EBE7F61B1}" dt="2023-08-14T12:26:22.441" v="112"/>
            <ac:spMkLst>
              <pc:docMk/>
              <pc:sldMasterMk cId="259861064" sldId="2147483648"/>
              <pc:sldLayoutMk cId="3523900727" sldId="2147483742"/>
              <ac:spMk id="10" creationId="{9274EB98-68FF-3BA4-5E75-09F7992E89CA}"/>
            </ac:spMkLst>
          </pc:spChg>
        </pc:sldLayoutChg>
        <pc:sldLayoutChg chg="addSp delSp modSp">
          <pc:chgData name="Remi de Vogel" userId="5948360e-7b9c-4a22-9ada-df5e8b901c82" providerId="ADAL" clId="{A4F27B0C-4396-43E1-A404-B07EBE7F61B1}" dt="2023-08-14T12:26:42.756" v="126" actId="207"/>
          <pc:sldLayoutMkLst>
            <pc:docMk/>
            <pc:sldMasterMk cId="259861064" sldId="2147483648"/>
            <pc:sldLayoutMk cId="3673328579" sldId="2147483743"/>
          </pc:sldLayoutMkLst>
          <pc:spChg chg="add mod">
            <ac:chgData name="Remi de Vogel" userId="5948360e-7b9c-4a22-9ada-df5e8b901c82" providerId="ADAL" clId="{A4F27B0C-4396-43E1-A404-B07EBE7F61B1}" dt="2023-08-14T12:26:42.756" v="126" actId="207"/>
            <ac:spMkLst>
              <pc:docMk/>
              <pc:sldMasterMk cId="259861064" sldId="2147483648"/>
              <pc:sldLayoutMk cId="3673328579" sldId="2147483743"/>
              <ac:spMk id="4" creationId="{78A8925C-9AC9-3463-8EAD-C2BD76D34BCE}"/>
            </ac:spMkLst>
          </pc:spChg>
          <pc:spChg chg="add mod">
            <ac:chgData name="Remi de Vogel" userId="5948360e-7b9c-4a22-9ada-df5e8b901c82" providerId="ADAL" clId="{A4F27B0C-4396-43E1-A404-B07EBE7F61B1}" dt="2023-08-14T12:26:42.756" v="126" actId="207"/>
            <ac:spMkLst>
              <pc:docMk/>
              <pc:sldMasterMk cId="259861064" sldId="2147483648"/>
              <pc:sldLayoutMk cId="3673328579" sldId="2147483743"/>
              <ac:spMk id="5" creationId="{AF2D08F9-643B-A9EF-0D31-E8609EBC9BCA}"/>
            </ac:spMkLst>
          </pc:spChg>
          <pc:spChg chg="del">
            <ac:chgData name="Remi de Vogel" userId="5948360e-7b9c-4a22-9ada-df5e8b901c82" providerId="ADAL" clId="{A4F27B0C-4396-43E1-A404-B07EBE7F61B1}" dt="2023-08-14T12:26:38.935" v="124"/>
            <ac:spMkLst>
              <pc:docMk/>
              <pc:sldMasterMk cId="259861064" sldId="2147483648"/>
              <pc:sldLayoutMk cId="3673328579" sldId="2147483743"/>
              <ac:spMk id="6" creationId="{484585A6-2A98-95D5-56EF-145C827ED615}"/>
            </ac:spMkLst>
          </pc:spChg>
          <pc:spChg chg="del">
            <ac:chgData name="Remi de Vogel" userId="5948360e-7b9c-4a22-9ada-df5e8b901c82" providerId="ADAL" clId="{A4F27B0C-4396-43E1-A404-B07EBE7F61B1}" dt="2023-08-14T12:26:38.935" v="124"/>
            <ac:spMkLst>
              <pc:docMk/>
              <pc:sldMasterMk cId="259861064" sldId="2147483648"/>
              <pc:sldLayoutMk cId="3673328579" sldId="2147483743"/>
              <ac:spMk id="7" creationId="{8A7D857D-75B5-033B-4207-C5EA0CE6B96C}"/>
            </ac:spMkLst>
          </pc:spChg>
          <pc:spChg chg="add mod">
            <ac:chgData name="Remi de Vogel" userId="5948360e-7b9c-4a22-9ada-df5e8b901c82" providerId="ADAL" clId="{A4F27B0C-4396-43E1-A404-B07EBE7F61B1}" dt="2023-08-14T12:26:42.756" v="126" actId="207"/>
            <ac:spMkLst>
              <pc:docMk/>
              <pc:sldMasterMk cId="259861064" sldId="2147483648"/>
              <pc:sldLayoutMk cId="3673328579" sldId="2147483743"/>
              <ac:spMk id="8" creationId="{F29EB3F1-BADE-8C0C-422D-34CE18A18D52}"/>
            </ac:spMkLst>
          </pc:spChg>
          <pc:spChg chg="mod">
            <ac:chgData name="Remi de Vogel" userId="5948360e-7b9c-4a22-9ada-df5e8b901c82" providerId="ADAL" clId="{A4F27B0C-4396-43E1-A404-B07EBE7F61B1}" dt="2023-08-14T12:26:42.756" v="126" actId="207"/>
            <ac:spMkLst>
              <pc:docMk/>
              <pc:sldMasterMk cId="259861064" sldId="2147483648"/>
              <pc:sldLayoutMk cId="3673328579" sldId="2147483743"/>
              <ac:spMk id="10" creationId="{B2EA15A6-21DB-E648-3969-4AB72CF970E3}"/>
            </ac:spMkLst>
          </pc:spChg>
          <pc:spChg chg="mod">
            <ac:chgData name="Remi de Vogel" userId="5948360e-7b9c-4a22-9ada-df5e8b901c82" providerId="ADAL" clId="{A4F27B0C-4396-43E1-A404-B07EBE7F61B1}" dt="2023-08-14T12:26:42.756" v="126" actId="207"/>
            <ac:spMkLst>
              <pc:docMk/>
              <pc:sldMasterMk cId="259861064" sldId="2147483648"/>
              <pc:sldLayoutMk cId="3673328579" sldId="2147483743"/>
              <ac:spMk id="11" creationId="{E837E1DF-619C-DC4D-9DE3-483718540483}"/>
            </ac:spMkLst>
          </pc:spChg>
          <pc:spChg chg="del">
            <ac:chgData name="Remi de Vogel" userId="5948360e-7b9c-4a22-9ada-df5e8b901c82" providerId="ADAL" clId="{A4F27B0C-4396-43E1-A404-B07EBE7F61B1}" dt="2023-08-14T12:26:38.935" v="124"/>
            <ac:spMkLst>
              <pc:docMk/>
              <pc:sldMasterMk cId="259861064" sldId="2147483648"/>
              <pc:sldLayoutMk cId="3673328579" sldId="2147483743"/>
              <ac:spMk id="13" creationId="{3399C844-4A8E-FF4F-BAA0-8F19AB1FAC57}"/>
            </ac:spMkLst>
          </pc:spChg>
          <pc:spChg chg="mod">
            <ac:chgData name="Remi de Vogel" userId="5948360e-7b9c-4a22-9ada-df5e8b901c82" providerId="ADAL" clId="{A4F27B0C-4396-43E1-A404-B07EBE7F61B1}" dt="2023-08-14T12:26:42.756" v="126" actId="207"/>
            <ac:spMkLst>
              <pc:docMk/>
              <pc:sldMasterMk cId="259861064" sldId="2147483648"/>
              <pc:sldLayoutMk cId="3673328579" sldId="2147483743"/>
              <ac:spMk id="14" creationId="{E8CDD0A7-DF41-36AA-3F84-79E1D7EC28AC}"/>
            </ac:spMkLst>
          </pc:spChg>
        </pc:sldLayoutChg>
        <pc:sldLayoutChg chg="addSp delSp modSp mod">
          <pc:chgData name="Remi de Vogel" userId="5948360e-7b9c-4a22-9ada-df5e8b901c82" providerId="ADAL" clId="{A4F27B0C-4396-43E1-A404-B07EBE7F61B1}" dt="2023-08-14T12:26:19.607" v="109" actId="1076"/>
          <pc:sldLayoutMkLst>
            <pc:docMk/>
            <pc:sldMasterMk cId="259861064" sldId="2147483648"/>
            <pc:sldLayoutMk cId="51213094" sldId="2147483744"/>
          </pc:sldLayoutMkLst>
          <pc:spChg chg="add del mod">
            <ac:chgData name="Remi de Vogel" userId="5948360e-7b9c-4a22-9ada-df5e8b901c82" providerId="ADAL" clId="{A4F27B0C-4396-43E1-A404-B07EBE7F61B1}" dt="2023-08-14T12:26:13.510" v="106"/>
            <ac:spMkLst>
              <pc:docMk/>
              <pc:sldMasterMk cId="259861064" sldId="2147483648"/>
              <pc:sldLayoutMk cId="51213094" sldId="2147483744"/>
              <ac:spMk id="2" creationId="{7227D5EF-668E-51AA-63FC-143DE22CC3BA}"/>
            </ac:spMkLst>
          </pc:spChg>
          <pc:spChg chg="add del mod">
            <ac:chgData name="Remi de Vogel" userId="5948360e-7b9c-4a22-9ada-df5e8b901c82" providerId="ADAL" clId="{A4F27B0C-4396-43E1-A404-B07EBE7F61B1}" dt="2023-08-14T12:26:13.510" v="106"/>
            <ac:spMkLst>
              <pc:docMk/>
              <pc:sldMasterMk cId="259861064" sldId="2147483648"/>
              <pc:sldLayoutMk cId="51213094" sldId="2147483744"/>
              <ac:spMk id="3" creationId="{62A3E6B2-0DE5-A02E-E2F8-736E2706732D}"/>
            </ac:spMkLst>
          </pc:spChg>
          <pc:spChg chg="add del mod">
            <ac:chgData name="Remi de Vogel" userId="5948360e-7b9c-4a22-9ada-df5e8b901c82" providerId="ADAL" clId="{A4F27B0C-4396-43E1-A404-B07EBE7F61B1}" dt="2023-08-14T12:26:13.510" v="106"/>
            <ac:spMkLst>
              <pc:docMk/>
              <pc:sldMasterMk cId="259861064" sldId="2147483648"/>
              <pc:sldLayoutMk cId="51213094" sldId="2147483744"/>
              <ac:spMk id="4" creationId="{738E3589-D740-79F7-D181-23FA840CE1EE}"/>
            </ac:spMkLst>
          </pc:spChg>
          <pc:spChg chg="add mod">
            <ac:chgData name="Remi de Vogel" userId="5948360e-7b9c-4a22-9ada-df5e8b901c82" providerId="ADAL" clId="{A4F27B0C-4396-43E1-A404-B07EBE7F61B1}" dt="2023-08-14T12:26:19.607" v="109" actId="1076"/>
            <ac:spMkLst>
              <pc:docMk/>
              <pc:sldMasterMk cId="259861064" sldId="2147483648"/>
              <pc:sldLayoutMk cId="51213094" sldId="2147483744"/>
              <ac:spMk id="5" creationId="{5EF03752-A83E-2F9C-F3AC-4CF5722714A3}"/>
            </ac:spMkLst>
          </pc:spChg>
          <pc:spChg chg="add mod">
            <ac:chgData name="Remi de Vogel" userId="5948360e-7b9c-4a22-9ada-df5e8b901c82" providerId="ADAL" clId="{A4F27B0C-4396-43E1-A404-B07EBE7F61B1}" dt="2023-08-14T12:26:19.607" v="109" actId="1076"/>
            <ac:spMkLst>
              <pc:docMk/>
              <pc:sldMasterMk cId="259861064" sldId="2147483648"/>
              <pc:sldLayoutMk cId="51213094" sldId="2147483744"/>
              <ac:spMk id="6" creationId="{BDBEB4D0-E7F7-8E1C-7CB6-47E2B4E67D09}"/>
            </ac:spMkLst>
          </pc:spChg>
          <pc:spChg chg="add mod">
            <ac:chgData name="Remi de Vogel" userId="5948360e-7b9c-4a22-9ada-df5e8b901c82" providerId="ADAL" clId="{A4F27B0C-4396-43E1-A404-B07EBE7F61B1}" dt="2023-08-14T12:26:19.607" v="109" actId="1076"/>
            <ac:spMkLst>
              <pc:docMk/>
              <pc:sldMasterMk cId="259861064" sldId="2147483648"/>
              <pc:sldLayoutMk cId="51213094" sldId="2147483744"/>
              <ac:spMk id="7" creationId="{D98F7C83-CF11-E924-AB41-DF8A0023F944}"/>
            </ac:spMkLst>
          </pc:spChg>
          <pc:spChg chg="del">
            <ac:chgData name="Remi de Vogel" userId="5948360e-7b9c-4a22-9ada-df5e8b901c82" providerId="ADAL" clId="{A4F27B0C-4396-43E1-A404-B07EBE7F61B1}" dt="2023-08-14T12:26:16.064" v="108" actId="478"/>
            <ac:spMkLst>
              <pc:docMk/>
              <pc:sldMasterMk cId="259861064" sldId="2147483648"/>
              <pc:sldLayoutMk cId="51213094" sldId="2147483744"/>
              <ac:spMk id="10" creationId="{D63D6E89-68B9-468D-C7ED-9F5E85B7283A}"/>
            </ac:spMkLst>
          </pc:spChg>
        </pc:sldLayoutChg>
      </pc:sldMasterChg>
    </pc:docChg>
  </pc:docChgLst>
  <pc:docChgLst>
    <pc:chgData name="Charlotte Knaupp" userId="68a7a230-7b40-4667-aed5-d2dc881ae357" providerId="ADAL" clId="{E8F177CF-B2DE-40B2-A2E6-2289FAF3F855}"/>
    <pc:docChg chg="undo custSel addSld delSld modMainMaster">
      <pc:chgData name="Charlotte Knaupp" userId="68a7a230-7b40-4667-aed5-d2dc881ae357" providerId="ADAL" clId="{E8F177CF-B2DE-40B2-A2E6-2289FAF3F855}" dt="2023-03-01T12:50:31.498" v="147" actId="20577"/>
      <pc:docMkLst>
        <pc:docMk/>
      </pc:docMkLst>
      <pc:sldChg chg="new del">
        <pc:chgData name="Charlotte Knaupp" userId="68a7a230-7b40-4667-aed5-d2dc881ae357" providerId="ADAL" clId="{E8F177CF-B2DE-40B2-A2E6-2289FAF3F855}" dt="2023-03-01T12:42:02.985" v="123" actId="47"/>
        <pc:sldMkLst>
          <pc:docMk/>
          <pc:sldMk cId="647507553" sldId="263"/>
        </pc:sldMkLst>
      </pc:sldChg>
      <pc:sldChg chg="new del">
        <pc:chgData name="Charlotte Knaupp" userId="68a7a230-7b40-4667-aed5-d2dc881ae357" providerId="ADAL" clId="{E8F177CF-B2DE-40B2-A2E6-2289FAF3F855}" dt="2023-03-01T12:39:10.414" v="121" actId="680"/>
        <pc:sldMkLst>
          <pc:docMk/>
          <pc:sldMk cId="3022016411" sldId="263"/>
        </pc:sldMkLst>
      </pc:sldChg>
      <pc:sldMasterChg chg="modSp mod modSldLayout">
        <pc:chgData name="Charlotte Knaupp" userId="68a7a230-7b40-4667-aed5-d2dc881ae357" providerId="ADAL" clId="{E8F177CF-B2DE-40B2-A2E6-2289FAF3F855}" dt="2023-03-01T12:50:31.498" v="147" actId="20577"/>
        <pc:sldMasterMkLst>
          <pc:docMk/>
          <pc:sldMasterMk cId="259861064" sldId="2147483648"/>
        </pc:sldMasterMkLst>
        <pc:spChg chg="mod">
          <ac:chgData name="Charlotte Knaupp" userId="68a7a230-7b40-4667-aed5-d2dc881ae357" providerId="ADAL" clId="{E8F177CF-B2DE-40B2-A2E6-2289FAF3F855}" dt="2023-03-01T12:38:48.651" v="81" actId="139"/>
          <ac:spMkLst>
            <pc:docMk/>
            <pc:sldMasterMk cId="259861064" sldId="2147483648"/>
            <ac:spMk id="7" creationId="{D6A5A859-4CE8-2837-746E-F8B2E0E6F21F}"/>
          </ac:spMkLst>
        </pc:spChg>
        <pc:spChg chg="mod">
          <ac:chgData name="Charlotte Knaupp" userId="68a7a230-7b40-4667-aed5-d2dc881ae357" providerId="ADAL" clId="{E8F177CF-B2DE-40B2-A2E6-2289FAF3F855}" dt="2023-03-01T12:38:48.653" v="83" actId="139"/>
          <ac:spMkLst>
            <pc:docMk/>
            <pc:sldMasterMk cId="259861064" sldId="2147483648"/>
            <ac:spMk id="68" creationId="{61C71873-52D3-45F7-59C2-98B44A61CBDD}"/>
          </ac:spMkLst>
        </pc:spChg>
        <pc:spChg chg="mod">
          <ac:chgData name="Charlotte Knaupp" userId="68a7a230-7b40-4667-aed5-d2dc881ae357" providerId="ADAL" clId="{E8F177CF-B2DE-40B2-A2E6-2289FAF3F855}" dt="2023-03-01T12:38:48.656" v="85" actId="139"/>
          <ac:spMkLst>
            <pc:docMk/>
            <pc:sldMasterMk cId="259861064" sldId="2147483648"/>
            <ac:spMk id="72" creationId="{D0CCF352-5FE7-85C8-603C-8D9FD1E2CB4D}"/>
          </ac:spMkLst>
        </pc:spChg>
        <pc:spChg chg="mod">
          <ac:chgData name="Charlotte Knaupp" userId="68a7a230-7b40-4667-aed5-d2dc881ae357" providerId="ADAL" clId="{E8F177CF-B2DE-40B2-A2E6-2289FAF3F855}" dt="2023-03-01T12:38:48.658" v="87" actId="139"/>
          <ac:spMkLst>
            <pc:docMk/>
            <pc:sldMasterMk cId="259861064" sldId="2147483648"/>
            <ac:spMk id="73" creationId="{DDC0E9FF-D178-AF74-F5DF-8B06BE4DAB13}"/>
          </ac:spMkLst>
        </pc:spChg>
        <pc:sldLayoutChg chg="modSp mod">
          <pc:chgData name="Charlotte Knaupp" userId="68a7a230-7b40-4667-aed5-d2dc881ae357" providerId="ADAL" clId="{E8F177CF-B2DE-40B2-A2E6-2289FAF3F855}" dt="2023-03-01T12:50:14.120" v="144" actId="20577"/>
          <pc:sldLayoutMkLst>
            <pc:docMk/>
            <pc:sldMasterMk cId="259861064" sldId="2147483648"/>
            <pc:sldLayoutMk cId="1622635753" sldId="2147483658"/>
          </pc:sldLayoutMkLst>
          <pc:spChg chg="mod">
            <ac:chgData name="Charlotte Knaupp" userId="68a7a230-7b40-4667-aed5-d2dc881ae357" providerId="ADAL" clId="{E8F177CF-B2DE-40B2-A2E6-2289FAF3F855}" dt="2023-03-01T12:50:14.120" v="144" actId="20577"/>
            <ac:spMkLst>
              <pc:docMk/>
              <pc:sldMasterMk cId="259861064" sldId="2147483648"/>
              <pc:sldLayoutMk cId="1622635753" sldId="2147483658"/>
              <ac:spMk id="5" creationId="{F3822651-1186-2EFC-CF2B-60155273A121}"/>
            </ac:spMkLst>
          </pc:spChg>
        </pc:sldLayoutChg>
        <pc:sldLayoutChg chg="modSp mod">
          <pc:chgData name="Charlotte Knaupp" userId="68a7a230-7b40-4667-aed5-d2dc881ae357" providerId="ADAL" clId="{E8F177CF-B2DE-40B2-A2E6-2289FAF3F855}" dt="2023-03-01T12:50:31.498" v="147" actId="20577"/>
          <pc:sldLayoutMkLst>
            <pc:docMk/>
            <pc:sldMasterMk cId="259861064" sldId="2147483648"/>
            <pc:sldLayoutMk cId="1494416066" sldId="2147483662"/>
          </pc:sldLayoutMkLst>
          <pc:spChg chg="mod">
            <ac:chgData name="Charlotte Knaupp" userId="68a7a230-7b40-4667-aed5-d2dc881ae357" providerId="ADAL" clId="{E8F177CF-B2DE-40B2-A2E6-2289FAF3F855}" dt="2023-03-01T12:50:31.498" v="147" actId="20577"/>
            <ac:spMkLst>
              <pc:docMk/>
              <pc:sldMasterMk cId="259861064" sldId="2147483648"/>
              <pc:sldLayoutMk cId="1494416066" sldId="2147483662"/>
              <ac:spMk id="16" creationId="{FC7458CD-F13A-D2D3-EF79-4ADFDA25367E}"/>
            </ac:spMkLst>
          </pc:spChg>
        </pc:sldLayoutChg>
        <pc:sldLayoutChg chg="modSp mod">
          <pc:chgData name="Charlotte Knaupp" userId="68a7a230-7b40-4667-aed5-d2dc881ae357" providerId="ADAL" clId="{E8F177CF-B2DE-40B2-A2E6-2289FAF3F855}" dt="2023-03-01T12:38:48.733" v="111" actId="139"/>
          <pc:sldLayoutMkLst>
            <pc:docMk/>
            <pc:sldMasterMk cId="259861064" sldId="2147483648"/>
            <pc:sldLayoutMk cId="2755087783" sldId="2147483663"/>
          </pc:sldLayoutMkLst>
          <pc:spChg chg="mod">
            <ac:chgData name="Charlotte Knaupp" userId="68a7a230-7b40-4667-aed5-d2dc881ae357" providerId="ADAL" clId="{E8F177CF-B2DE-40B2-A2E6-2289FAF3F855}" dt="2023-03-01T12:38:48.726" v="105" actId="139"/>
            <ac:spMkLst>
              <pc:docMk/>
              <pc:sldMasterMk cId="259861064" sldId="2147483648"/>
              <pc:sldLayoutMk cId="2755087783" sldId="2147483663"/>
              <ac:spMk id="8" creationId="{E02A060C-053E-D862-35FF-299067B3407D}"/>
            </ac:spMkLst>
          </pc:spChg>
          <pc:spChg chg="mod">
            <ac:chgData name="Charlotte Knaupp" userId="68a7a230-7b40-4667-aed5-d2dc881ae357" providerId="ADAL" clId="{E8F177CF-B2DE-40B2-A2E6-2289FAF3F855}" dt="2023-03-01T12:38:48.728" v="107" actId="139"/>
            <ac:spMkLst>
              <pc:docMk/>
              <pc:sldMasterMk cId="259861064" sldId="2147483648"/>
              <pc:sldLayoutMk cId="2755087783" sldId="2147483663"/>
              <ac:spMk id="9" creationId="{A98BE92A-9755-AE15-B4A4-1FDC0DBC7C86}"/>
            </ac:spMkLst>
          </pc:spChg>
          <pc:spChg chg="mod">
            <ac:chgData name="Charlotte Knaupp" userId="68a7a230-7b40-4667-aed5-d2dc881ae357" providerId="ADAL" clId="{E8F177CF-B2DE-40B2-A2E6-2289FAF3F855}" dt="2023-03-01T12:38:48.730" v="109" actId="139"/>
            <ac:spMkLst>
              <pc:docMk/>
              <pc:sldMasterMk cId="259861064" sldId="2147483648"/>
              <pc:sldLayoutMk cId="2755087783" sldId="2147483663"/>
              <ac:spMk id="10" creationId="{81990056-6B89-CFA7-4E7C-45F24B4D7E7B}"/>
            </ac:spMkLst>
          </pc:spChg>
          <pc:spChg chg="mod">
            <ac:chgData name="Charlotte Knaupp" userId="68a7a230-7b40-4667-aed5-d2dc881ae357" providerId="ADAL" clId="{E8F177CF-B2DE-40B2-A2E6-2289FAF3F855}" dt="2023-03-01T12:38:48.733" v="111" actId="139"/>
            <ac:spMkLst>
              <pc:docMk/>
              <pc:sldMasterMk cId="259861064" sldId="2147483648"/>
              <pc:sldLayoutMk cId="2755087783" sldId="2147483663"/>
              <ac:spMk id="13" creationId="{51583ABD-977D-1686-D80C-B218197E49E9}"/>
            </ac:spMkLst>
          </pc:spChg>
        </pc:sldLayoutChg>
        <pc:sldLayoutChg chg="modSp mod">
          <pc:chgData name="Charlotte Knaupp" userId="68a7a230-7b40-4667-aed5-d2dc881ae357" providerId="ADAL" clId="{E8F177CF-B2DE-40B2-A2E6-2289FAF3F855}" dt="2023-03-01T12:38:48.671" v="95" actId="139"/>
          <pc:sldLayoutMkLst>
            <pc:docMk/>
            <pc:sldMasterMk cId="259861064" sldId="2147483648"/>
            <pc:sldLayoutMk cId="2387091362" sldId="2147483730"/>
          </pc:sldLayoutMkLst>
          <pc:spChg chg="mod">
            <ac:chgData name="Charlotte Knaupp" userId="68a7a230-7b40-4667-aed5-d2dc881ae357" providerId="ADAL" clId="{E8F177CF-B2DE-40B2-A2E6-2289FAF3F855}" dt="2023-03-01T12:38:48.665" v="89" actId="139"/>
            <ac:spMkLst>
              <pc:docMk/>
              <pc:sldMasterMk cId="259861064" sldId="2147483648"/>
              <pc:sldLayoutMk cId="2387091362" sldId="2147483730"/>
              <ac:spMk id="15" creationId="{C6606F6C-3DBD-CA47-F135-B3D39D613F5C}"/>
            </ac:spMkLst>
          </pc:spChg>
          <pc:spChg chg="mod">
            <ac:chgData name="Charlotte Knaupp" userId="68a7a230-7b40-4667-aed5-d2dc881ae357" providerId="ADAL" clId="{E8F177CF-B2DE-40B2-A2E6-2289FAF3F855}" dt="2023-03-01T12:38:48.667" v="91" actId="139"/>
            <ac:spMkLst>
              <pc:docMk/>
              <pc:sldMasterMk cId="259861064" sldId="2147483648"/>
              <pc:sldLayoutMk cId="2387091362" sldId="2147483730"/>
              <ac:spMk id="16" creationId="{47855D95-75E2-B652-4C23-1E40E9EBC676}"/>
            </ac:spMkLst>
          </pc:spChg>
          <pc:spChg chg="mod">
            <ac:chgData name="Charlotte Knaupp" userId="68a7a230-7b40-4667-aed5-d2dc881ae357" providerId="ADAL" clId="{E8F177CF-B2DE-40B2-A2E6-2289FAF3F855}" dt="2023-03-01T12:38:48.669" v="93" actId="139"/>
            <ac:spMkLst>
              <pc:docMk/>
              <pc:sldMasterMk cId="259861064" sldId="2147483648"/>
              <pc:sldLayoutMk cId="2387091362" sldId="2147483730"/>
              <ac:spMk id="17" creationId="{A2AEBE57-64BB-7F9A-2474-6F715A4BE2D0}"/>
            </ac:spMkLst>
          </pc:spChg>
          <pc:spChg chg="mod">
            <ac:chgData name="Charlotte Knaupp" userId="68a7a230-7b40-4667-aed5-d2dc881ae357" providerId="ADAL" clId="{E8F177CF-B2DE-40B2-A2E6-2289FAF3F855}" dt="2023-03-01T12:38:48.671" v="95" actId="139"/>
            <ac:spMkLst>
              <pc:docMk/>
              <pc:sldMasterMk cId="259861064" sldId="2147483648"/>
              <pc:sldLayoutMk cId="2387091362" sldId="2147483730"/>
              <ac:spMk id="18" creationId="{05AE037A-D980-59A9-69B8-1E18685AC95F}"/>
            </ac:spMkLst>
          </pc:spChg>
        </pc:sldLayoutChg>
        <pc:sldLayoutChg chg="modSp mod">
          <pc:chgData name="Charlotte Knaupp" userId="68a7a230-7b40-4667-aed5-d2dc881ae357" providerId="ADAL" clId="{E8F177CF-B2DE-40B2-A2E6-2289FAF3F855}" dt="2023-03-01T12:38:48.685" v="103" actId="139"/>
          <pc:sldLayoutMkLst>
            <pc:docMk/>
            <pc:sldMasterMk cId="259861064" sldId="2147483648"/>
            <pc:sldLayoutMk cId="3811794794" sldId="2147483731"/>
          </pc:sldLayoutMkLst>
          <pc:spChg chg="mod">
            <ac:chgData name="Charlotte Knaupp" userId="68a7a230-7b40-4667-aed5-d2dc881ae357" providerId="ADAL" clId="{E8F177CF-B2DE-40B2-A2E6-2289FAF3F855}" dt="2023-03-01T12:38:48.676" v="97" actId="139"/>
            <ac:spMkLst>
              <pc:docMk/>
              <pc:sldMasterMk cId="259861064" sldId="2147483648"/>
              <pc:sldLayoutMk cId="3811794794" sldId="2147483731"/>
              <ac:spMk id="19" creationId="{0A1D6E7A-A09E-2C6A-5B99-74A97CC81479}"/>
            </ac:spMkLst>
          </pc:spChg>
          <pc:spChg chg="mod">
            <ac:chgData name="Charlotte Knaupp" userId="68a7a230-7b40-4667-aed5-d2dc881ae357" providerId="ADAL" clId="{E8F177CF-B2DE-40B2-A2E6-2289FAF3F855}" dt="2023-03-01T12:38:48.680" v="99" actId="139"/>
            <ac:spMkLst>
              <pc:docMk/>
              <pc:sldMasterMk cId="259861064" sldId="2147483648"/>
              <pc:sldLayoutMk cId="3811794794" sldId="2147483731"/>
              <ac:spMk id="20" creationId="{5A783CE9-BCB9-F844-AB8D-7B7A763CC446}"/>
            </ac:spMkLst>
          </pc:spChg>
          <pc:spChg chg="mod">
            <ac:chgData name="Charlotte Knaupp" userId="68a7a230-7b40-4667-aed5-d2dc881ae357" providerId="ADAL" clId="{E8F177CF-B2DE-40B2-A2E6-2289FAF3F855}" dt="2023-03-01T12:38:48.682" v="101" actId="139"/>
            <ac:spMkLst>
              <pc:docMk/>
              <pc:sldMasterMk cId="259861064" sldId="2147483648"/>
              <pc:sldLayoutMk cId="3811794794" sldId="2147483731"/>
              <ac:spMk id="21" creationId="{61D7DB85-DC0E-911C-AFC0-A00FE9FB4218}"/>
            </ac:spMkLst>
          </pc:spChg>
          <pc:spChg chg="mod">
            <ac:chgData name="Charlotte Knaupp" userId="68a7a230-7b40-4667-aed5-d2dc881ae357" providerId="ADAL" clId="{E8F177CF-B2DE-40B2-A2E6-2289FAF3F855}" dt="2023-03-01T12:38:48.685" v="103" actId="139"/>
            <ac:spMkLst>
              <pc:docMk/>
              <pc:sldMasterMk cId="259861064" sldId="2147483648"/>
              <pc:sldLayoutMk cId="3811794794" sldId="2147483731"/>
              <ac:spMk id="22" creationId="{FBC4D1F0-0B8C-F5F7-35AE-8CBBE25F01E4}"/>
            </ac:spMkLst>
          </pc:spChg>
        </pc:sldLayoutChg>
        <pc:sldLayoutChg chg="modSp mod">
          <pc:chgData name="Charlotte Knaupp" userId="68a7a230-7b40-4667-aed5-d2dc881ae357" providerId="ADAL" clId="{E8F177CF-B2DE-40B2-A2E6-2289FAF3F855}" dt="2023-03-01T12:38:48.745" v="119" actId="139"/>
          <pc:sldLayoutMkLst>
            <pc:docMk/>
            <pc:sldMasterMk cId="259861064" sldId="2147483648"/>
            <pc:sldLayoutMk cId="3277208104" sldId="2147483737"/>
          </pc:sldLayoutMkLst>
          <pc:spChg chg="mod">
            <ac:chgData name="Charlotte Knaupp" userId="68a7a230-7b40-4667-aed5-d2dc881ae357" providerId="ADAL" clId="{E8F177CF-B2DE-40B2-A2E6-2289FAF3F855}" dt="2023-03-01T12:38:48.739" v="113" actId="139"/>
            <ac:spMkLst>
              <pc:docMk/>
              <pc:sldMasterMk cId="259861064" sldId="2147483648"/>
              <pc:sldLayoutMk cId="3277208104" sldId="2147483737"/>
              <ac:spMk id="14" creationId="{EB7A1E92-C009-56EC-F987-1EBB6B064052}"/>
            </ac:spMkLst>
          </pc:spChg>
          <pc:spChg chg="mod">
            <ac:chgData name="Charlotte Knaupp" userId="68a7a230-7b40-4667-aed5-d2dc881ae357" providerId="ADAL" clId="{E8F177CF-B2DE-40B2-A2E6-2289FAF3F855}" dt="2023-03-01T12:38:48.741" v="115" actId="139"/>
            <ac:spMkLst>
              <pc:docMk/>
              <pc:sldMasterMk cId="259861064" sldId="2147483648"/>
              <pc:sldLayoutMk cId="3277208104" sldId="2147483737"/>
              <ac:spMk id="16" creationId="{78304E2C-D76F-2456-8633-314BD726A32B}"/>
            </ac:spMkLst>
          </pc:spChg>
          <pc:spChg chg="mod">
            <ac:chgData name="Charlotte Knaupp" userId="68a7a230-7b40-4667-aed5-d2dc881ae357" providerId="ADAL" clId="{E8F177CF-B2DE-40B2-A2E6-2289FAF3F855}" dt="2023-03-01T12:38:48.743" v="117" actId="139"/>
            <ac:spMkLst>
              <pc:docMk/>
              <pc:sldMasterMk cId="259861064" sldId="2147483648"/>
              <pc:sldLayoutMk cId="3277208104" sldId="2147483737"/>
              <ac:spMk id="17" creationId="{591C8154-62BF-6BE3-97D9-C7E7789158C8}"/>
            </ac:spMkLst>
          </pc:spChg>
          <pc:spChg chg="mod">
            <ac:chgData name="Charlotte Knaupp" userId="68a7a230-7b40-4667-aed5-d2dc881ae357" providerId="ADAL" clId="{E8F177CF-B2DE-40B2-A2E6-2289FAF3F855}" dt="2023-03-01T12:38:48.745" v="119" actId="139"/>
            <ac:spMkLst>
              <pc:docMk/>
              <pc:sldMasterMk cId="259861064" sldId="2147483648"/>
              <pc:sldLayoutMk cId="3277208104" sldId="2147483737"/>
              <ac:spMk id="18" creationId="{120D845B-9A3F-D30F-FE80-F4F4A749CB5E}"/>
            </ac:spMkLst>
          </pc:spChg>
        </pc:sldLayoutChg>
        <pc:sldLayoutChg chg="modSp mod">
          <pc:chgData name="Charlotte Knaupp" userId="68a7a230-7b40-4667-aed5-d2dc881ae357" providerId="ADAL" clId="{E8F177CF-B2DE-40B2-A2E6-2289FAF3F855}" dt="2023-03-01T12:50:24.958" v="145"/>
          <pc:sldLayoutMkLst>
            <pc:docMk/>
            <pc:sldMasterMk cId="259861064" sldId="2147483648"/>
            <pc:sldLayoutMk cId="3673328579" sldId="2147483743"/>
          </pc:sldLayoutMkLst>
          <pc:spChg chg="mod">
            <ac:chgData name="Charlotte Knaupp" userId="68a7a230-7b40-4667-aed5-d2dc881ae357" providerId="ADAL" clId="{E8F177CF-B2DE-40B2-A2E6-2289FAF3F855}" dt="2023-03-01T12:50:24.958" v="145"/>
            <ac:spMkLst>
              <pc:docMk/>
              <pc:sldMasterMk cId="259861064" sldId="2147483648"/>
              <pc:sldLayoutMk cId="3673328579" sldId="2147483743"/>
              <ac:spMk id="12" creationId="{94F818CE-0743-0EF4-42B7-43FDA8A07AA5}"/>
            </ac:spMkLst>
          </pc:spChg>
        </pc:sldLayoutChg>
      </pc:sldMasterChg>
    </pc:docChg>
  </pc:docChgLst>
  <pc:docChgLst>
    <pc:chgData name="Remi de Vogel" userId="5948360e-7b9c-4a22-9ada-df5e8b901c82" providerId="ADAL" clId="{CE3612A8-BCDA-4797-9FD2-28FA85BD9EE9}"/>
    <pc:docChg chg="undo redo custSel addSld delSld modSld sldOrd modMainMaster">
      <pc:chgData name="Remi de Vogel" userId="5948360e-7b9c-4a22-9ada-df5e8b901c82" providerId="ADAL" clId="{CE3612A8-BCDA-4797-9FD2-28FA85BD9EE9}" dt="2023-02-01T13:57:40.374" v="769" actId="20577"/>
      <pc:docMkLst>
        <pc:docMk/>
      </pc:docMkLst>
      <pc:sldChg chg="addSp delSp modSp del mod">
        <pc:chgData name="Remi de Vogel" userId="5948360e-7b9c-4a22-9ada-df5e8b901c82" providerId="ADAL" clId="{CE3612A8-BCDA-4797-9FD2-28FA85BD9EE9}" dt="2023-02-01T12:23:55.263" v="376" actId="47"/>
        <pc:sldMkLst>
          <pc:docMk/>
          <pc:sldMk cId="267460067" sldId="256"/>
        </pc:sldMkLst>
        <pc:spChg chg="mod">
          <ac:chgData name="Remi de Vogel" userId="5948360e-7b9c-4a22-9ada-df5e8b901c82" providerId="ADAL" clId="{CE3612A8-BCDA-4797-9FD2-28FA85BD9EE9}" dt="2023-02-01T12:23:29.977" v="369"/>
          <ac:spMkLst>
            <pc:docMk/>
            <pc:sldMk cId="267460067" sldId="256"/>
            <ac:spMk id="2" creationId="{856CEA5E-7EFD-2E26-FA65-1EC24008E3B6}"/>
          </ac:spMkLst>
        </pc:spChg>
        <pc:spChg chg="del mod">
          <ac:chgData name="Remi de Vogel" userId="5948360e-7b9c-4a22-9ada-df5e8b901c82" providerId="ADAL" clId="{CE3612A8-BCDA-4797-9FD2-28FA85BD9EE9}" dt="2023-02-01T12:22:13.194" v="347"/>
          <ac:spMkLst>
            <pc:docMk/>
            <pc:sldMk cId="267460067" sldId="256"/>
            <ac:spMk id="3" creationId="{A4F6CB3A-DD4E-4088-491F-0BE56AFA9176}"/>
          </ac:spMkLst>
        </pc:spChg>
        <pc:spChg chg="add del mod">
          <ac:chgData name="Remi de Vogel" userId="5948360e-7b9c-4a22-9ada-df5e8b901c82" providerId="ADAL" clId="{CE3612A8-BCDA-4797-9FD2-28FA85BD9EE9}" dt="2023-02-01T12:22:45.677" v="350"/>
          <ac:spMkLst>
            <pc:docMk/>
            <pc:sldMk cId="267460067" sldId="256"/>
            <ac:spMk id="4" creationId="{7D7B42E9-F91A-4EA4-6E36-5B46659968BE}"/>
          </ac:spMkLst>
        </pc:spChg>
        <pc:spChg chg="add del mod">
          <ac:chgData name="Remi de Vogel" userId="5948360e-7b9c-4a22-9ada-df5e8b901c82" providerId="ADAL" clId="{CE3612A8-BCDA-4797-9FD2-28FA85BD9EE9}" dt="2023-02-01T12:22:45.812" v="351"/>
          <ac:spMkLst>
            <pc:docMk/>
            <pc:sldMk cId="267460067" sldId="256"/>
            <ac:spMk id="5" creationId="{87327B10-D1E0-9828-F56F-23B47F62385D}"/>
          </ac:spMkLst>
        </pc:spChg>
        <pc:spChg chg="add del mod">
          <ac:chgData name="Remi de Vogel" userId="5948360e-7b9c-4a22-9ada-df5e8b901c82" providerId="ADAL" clId="{CE3612A8-BCDA-4797-9FD2-28FA85BD9EE9}" dt="2023-02-01T12:22:45.985" v="352"/>
          <ac:spMkLst>
            <pc:docMk/>
            <pc:sldMk cId="267460067" sldId="256"/>
            <ac:spMk id="6" creationId="{3DF86E14-F32E-A544-7FBE-BAC34BDA595E}"/>
          </ac:spMkLst>
        </pc:spChg>
        <pc:spChg chg="add del mod">
          <ac:chgData name="Remi de Vogel" userId="5948360e-7b9c-4a22-9ada-df5e8b901c82" providerId="ADAL" clId="{CE3612A8-BCDA-4797-9FD2-28FA85BD9EE9}" dt="2023-02-01T12:22:48.977" v="356"/>
          <ac:spMkLst>
            <pc:docMk/>
            <pc:sldMk cId="267460067" sldId="256"/>
            <ac:spMk id="7" creationId="{77CBB3F7-1279-B190-8440-82D4E6E87DD9}"/>
          </ac:spMkLst>
        </pc:spChg>
        <pc:spChg chg="add del mod">
          <ac:chgData name="Remi de Vogel" userId="5948360e-7b9c-4a22-9ada-df5e8b901c82" providerId="ADAL" clId="{CE3612A8-BCDA-4797-9FD2-28FA85BD9EE9}" dt="2023-02-01T12:23:18.010" v="363"/>
          <ac:spMkLst>
            <pc:docMk/>
            <pc:sldMk cId="267460067" sldId="256"/>
            <ac:spMk id="8" creationId="{F1FB7603-ADCD-01D3-95AC-BED47D24A4D3}"/>
          </ac:spMkLst>
        </pc:spChg>
        <pc:spChg chg="add del mod">
          <ac:chgData name="Remi de Vogel" userId="5948360e-7b9c-4a22-9ada-df5e8b901c82" providerId="ADAL" clId="{CE3612A8-BCDA-4797-9FD2-28FA85BD9EE9}" dt="2023-02-01T12:23:18.154" v="364"/>
          <ac:spMkLst>
            <pc:docMk/>
            <pc:sldMk cId="267460067" sldId="256"/>
            <ac:spMk id="9" creationId="{A7FDF419-A681-E347-BB78-80D5BBCABB5E}"/>
          </ac:spMkLst>
        </pc:spChg>
        <pc:spChg chg="add del mod">
          <ac:chgData name="Remi de Vogel" userId="5948360e-7b9c-4a22-9ada-df5e8b901c82" providerId="ADAL" clId="{CE3612A8-BCDA-4797-9FD2-28FA85BD9EE9}" dt="2023-02-01T12:23:29.746" v="368"/>
          <ac:spMkLst>
            <pc:docMk/>
            <pc:sldMk cId="267460067" sldId="256"/>
            <ac:spMk id="10" creationId="{8C70D16C-7F49-BA71-1F36-3161B94506C1}"/>
          </ac:spMkLst>
        </pc:spChg>
        <pc:spChg chg="add del mod">
          <ac:chgData name="Remi de Vogel" userId="5948360e-7b9c-4a22-9ada-df5e8b901c82" providerId="ADAL" clId="{CE3612A8-BCDA-4797-9FD2-28FA85BD9EE9}" dt="2023-02-01T12:23:29.977" v="369"/>
          <ac:spMkLst>
            <pc:docMk/>
            <pc:sldMk cId="267460067" sldId="256"/>
            <ac:spMk id="11" creationId="{FA541430-F8FC-8BFB-AF8C-6B5AF6440881}"/>
          </ac:spMkLst>
        </pc:spChg>
      </pc:sldChg>
      <pc:sldChg chg="addSp delSp modSp del mod">
        <pc:chgData name="Remi de Vogel" userId="5948360e-7b9c-4a22-9ada-df5e8b901c82" providerId="ADAL" clId="{CE3612A8-BCDA-4797-9FD2-28FA85BD9EE9}" dt="2023-02-01T12:24:16.341" v="380" actId="47"/>
        <pc:sldMkLst>
          <pc:docMk/>
          <pc:sldMk cId="511627541" sldId="258"/>
        </pc:sldMkLst>
        <pc:spChg chg="mod">
          <ac:chgData name="Remi de Vogel" userId="5948360e-7b9c-4a22-9ada-df5e8b901c82" providerId="ADAL" clId="{CE3612A8-BCDA-4797-9FD2-28FA85BD9EE9}" dt="2023-02-01T12:23:31.173" v="372"/>
          <ac:spMkLst>
            <pc:docMk/>
            <pc:sldMk cId="511627541" sldId="258"/>
            <ac:spMk id="2" creationId="{936D9E45-C0E5-4345-61C2-53A4A75266A3}"/>
          </ac:spMkLst>
        </pc:spChg>
        <pc:spChg chg="mod">
          <ac:chgData name="Remi de Vogel" userId="5948360e-7b9c-4a22-9ada-df5e8b901c82" providerId="ADAL" clId="{CE3612A8-BCDA-4797-9FD2-28FA85BD9EE9}" dt="2023-02-01T12:23:31.173" v="372"/>
          <ac:spMkLst>
            <pc:docMk/>
            <pc:sldMk cId="511627541" sldId="258"/>
            <ac:spMk id="3" creationId="{21DE6A03-92D0-21C6-8397-EE782EE3E88E}"/>
          </ac:spMkLst>
        </pc:spChg>
        <pc:spChg chg="mod">
          <ac:chgData name="Remi de Vogel" userId="5948360e-7b9c-4a22-9ada-df5e8b901c82" providerId="ADAL" clId="{CE3612A8-BCDA-4797-9FD2-28FA85BD9EE9}" dt="2023-02-01T12:23:31.173" v="372"/>
          <ac:spMkLst>
            <pc:docMk/>
            <pc:sldMk cId="511627541" sldId="258"/>
            <ac:spMk id="4" creationId="{628DC984-545F-002E-1486-0212C37C6244}"/>
          </ac:spMkLst>
        </pc:spChg>
        <pc:spChg chg="add del mod">
          <ac:chgData name="Remi de Vogel" userId="5948360e-7b9c-4a22-9ada-df5e8b901c82" providerId="ADAL" clId="{CE3612A8-BCDA-4797-9FD2-28FA85BD9EE9}" dt="2023-02-01T12:22:48.053" v="354"/>
          <ac:spMkLst>
            <pc:docMk/>
            <pc:sldMk cId="511627541" sldId="258"/>
            <ac:spMk id="5" creationId="{0CE19974-06EA-6DC5-52D2-595E9E3741EE}"/>
          </ac:spMkLst>
        </pc:spChg>
        <pc:spChg chg="add del mod">
          <ac:chgData name="Remi de Vogel" userId="5948360e-7b9c-4a22-9ada-df5e8b901c82" providerId="ADAL" clId="{CE3612A8-BCDA-4797-9FD2-28FA85BD9EE9}" dt="2023-02-01T12:22:48.053" v="354"/>
          <ac:spMkLst>
            <pc:docMk/>
            <pc:sldMk cId="511627541" sldId="258"/>
            <ac:spMk id="6" creationId="{5A9CF035-81C6-0594-742C-222DD359FEE3}"/>
          </ac:spMkLst>
        </pc:spChg>
        <pc:spChg chg="add del mod">
          <ac:chgData name="Remi de Vogel" userId="5948360e-7b9c-4a22-9ada-df5e8b901c82" providerId="ADAL" clId="{CE3612A8-BCDA-4797-9FD2-28FA85BD9EE9}" dt="2023-02-01T12:22:48.053" v="354"/>
          <ac:spMkLst>
            <pc:docMk/>
            <pc:sldMk cId="511627541" sldId="258"/>
            <ac:spMk id="7" creationId="{042625D2-C1DE-F679-E9C6-82B79E5EB5B9}"/>
          </ac:spMkLst>
        </pc:spChg>
        <pc:spChg chg="del">
          <ac:chgData name="Remi de Vogel" userId="5948360e-7b9c-4a22-9ada-df5e8b901c82" providerId="ADAL" clId="{CE3612A8-BCDA-4797-9FD2-28FA85BD9EE9}" dt="2023-02-01T12:22:48.053" v="354"/>
          <ac:spMkLst>
            <pc:docMk/>
            <pc:sldMk cId="511627541" sldId="258"/>
            <ac:spMk id="8" creationId="{56F96447-464E-618F-77C1-855C61B2CE06}"/>
          </ac:spMkLst>
        </pc:spChg>
        <pc:spChg chg="add del mod">
          <ac:chgData name="Remi de Vogel" userId="5948360e-7b9c-4a22-9ada-df5e8b901c82" providerId="ADAL" clId="{CE3612A8-BCDA-4797-9FD2-28FA85BD9EE9}" dt="2023-02-01T12:22:49.316" v="357"/>
          <ac:spMkLst>
            <pc:docMk/>
            <pc:sldMk cId="511627541" sldId="258"/>
            <ac:spMk id="9" creationId="{FF174488-F31B-629A-7562-20612A35BA53}"/>
          </ac:spMkLst>
        </pc:spChg>
        <pc:spChg chg="del">
          <ac:chgData name="Remi de Vogel" userId="5948360e-7b9c-4a22-9ada-df5e8b901c82" providerId="ADAL" clId="{CE3612A8-BCDA-4797-9FD2-28FA85BD9EE9}" dt="2023-02-01T12:22:48.053" v="354"/>
          <ac:spMkLst>
            <pc:docMk/>
            <pc:sldMk cId="511627541" sldId="258"/>
            <ac:spMk id="10" creationId="{76824E6D-88FA-928F-B392-F391B57A4930}"/>
          </ac:spMkLst>
        </pc:spChg>
        <pc:spChg chg="del">
          <ac:chgData name="Remi de Vogel" userId="5948360e-7b9c-4a22-9ada-df5e8b901c82" providerId="ADAL" clId="{CE3612A8-BCDA-4797-9FD2-28FA85BD9EE9}" dt="2023-02-01T12:22:48.053" v="354"/>
          <ac:spMkLst>
            <pc:docMk/>
            <pc:sldMk cId="511627541" sldId="258"/>
            <ac:spMk id="11" creationId="{78E1CC87-9354-AB54-159B-8B1A2EFFE7B8}"/>
          </ac:spMkLst>
        </pc:spChg>
        <pc:spChg chg="add del mod">
          <ac:chgData name="Remi de Vogel" userId="5948360e-7b9c-4a22-9ada-df5e8b901c82" providerId="ADAL" clId="{CE3612A8-BCDA-4797-9FD2-28FA85BD9EE9}" dt="2023-02-01T12:22:49.316" v="357"/>
          <ac:spMkLst>
            <pc:docMk/>
            <pc:sldMk cId="511627541" sldId="258"/>
            <ac:spMk id="12" creationId="{0FF23DF4-2D54-AC76-078A-F969595A8A11}"/>
          </ac:spMkLst>
        </pc:spChg>
        <pc:spChg chg="add del mod">
          <ac:chgData name="Remi de Vogel" userId="5948360e-7b9c-4a22-9ada-df5e8b901c82" providerId="ADAL" clId="{CE3612A8-BCDA-4797-9FD2-28FA85BD9EE9}" dt="2023-02-01T12:22:49.316" v="357"/>
          <ac:spMkLst>
            <pc:docMk/>
            <pc:sldMk cId="511627541" sldId="258"/>
            <ac:spMk id="13" creationId="{5BFF2B0B-6B31-BDF1-54E2-E920C5556B6C}"/>
          </ac:spMkLst>
        </pc:spChg>
        <pc:spChg chg="add del mod">
          <ac:chgData name="Remi de Vogel" userId="5948360e-7b9c-4a22-9ada-df5e8b901c82" providerId="ADAL" clId="{CE3612A8-BCDA-4797-9FD2-28FA85BD9EE9}" dt="2023-02-01T12:22:49.316" v="357"/>
          <ac:spMkLst>
            <pc:docMk/>
            <pc:sldMk cId="511627541" sldId="258"/>
            <ac:spMk id="14" creationId="{7EBC41E3-9C2A-F266-F5FC-C1EEDC329BA8}"/>
          </ac:spMkLst>
        </pc:spChg>
        <pc:spChg chg="del">
          <ac:chgData name="Remi de Vogel" userId="5948360e-7b9c-4a22-9ada-df5e8b901c82" providerId="ADAL" clId="{CE3612A8-BCDA-4797-9FD2-28FA85BD9EE9}" dt="2023-02-01T12:22:48.053" v="354"/>
          <ac:spMkLst>
            <pc:docMk/>
            <pc:sldMk cId="511627541" sldId="258"/>
            <ac:spMk id="15" creationId="{A2CEEBDD-5C55-F7A7-00C2-C2D80D6C5A58}"/>
          </ac:spMkLst>
        </pc:spChg>
        <pc:spChg chg="add del mod">
          <ac:chgData name="Remi de Vogel" userId="5948360e-7b9c-4a22-9ada-df5e8b901c82" providerId="ADAL" clId="{CE3612A8-BCDA-4797-9FD2-28FA85BD9EE9}" dt="2023-02-01T12:22:49.316" v="357"/>
          <ac:spMkLst>
            <pc:docMk/>
            <pc:sldMk cId="511627541" sldId="258"/>
            <ac:spMk id="16" creationId="{DEC05F04-7399-D71F-4610-C90486705C03}"/>
          </ac:spMkLst>
        </pc:spChg>
        <pc:spChg chg="add del mod">
          <ac:chgData name="Remi de Vogel" userId="5948360e-7b9c-4a22-9ada-df5e8b901c82" providerId="ADAL" clId="{CE3612A8-BCDA-4797-9FD2-28FA85BD9EE9}" dt="2023-02-01T12:22:49.316" v="357"/>
          <ac:spMkLst>
            <pc:docMk/>
            <pc:sldMk cId="511627541" sldId="258"/>
            <ac:spMk id="17" creationId="{73BA7A04-D5E8-81CF-65E9-342600226B1D}"/>
          </ac:spMkLst>
        </pc:spChg>
        <pc:spChg chg="add del mod">
          <ac:chgData name="Remi de Vogel" userId="5948360e-7b9c-4a22-9ada-df5e8b901c82" providerId="ADAL" clId="{CE3612A8-BCDA-4797-9FD2-28FA85BD9EE9}" dt="2023-02-01T12:22:49.316" v="357"/>
          <ac:spMkLst>
            <pc:docMk/>
            <pc:sldMk cId="511627541" sldId="258"/>
            <ac:spMk id="18" creationId="{0907AF71-05C9-491B-21D7-3699C87E3933}"/>
          </ac:spMkLst>
        </pc:spChg>
        <pc:spChg chg="add del mod">
          <ac:chgData name="Remi de Vogel" userId="5948360e-7b9c-4a22-9ada-df5e8b901c82" providerId="ADAL" clId="{CE3612A8-BCDA-4797-9FD2-28FA85BD9EE9}" dt="2023-02-01T12:22:49.620" v="358"/>
          <ac:spMkLst>
            <pc:docMk/>
            <pc:sldMk cId="511627541" sldId="258"/>
            <ac:spMk id="19" creationId="{16D1030B-4A2C-5394-14AC-DA57D10FC335}"/>
          </ac:spMkLst>
        </pc:spChg>
        <pc:spChg chg="add del mod">
          <ac:chgData name="Remi de Vogel" userId="5948360e-7b9c-4a22-9ada-df5e8b901c82" providerId="ADAL" clId="{CE3612A8-BCDA-4797-9FD2-28FA85BD9EE9}" dt="2023-02-01T12:22:49.620" v="358"/>
          <ac:spMkLst>
            <pc:docMk/>
            <pc:sldMk cId="511627541" sldId="258"/>
            <ac:spMk id="20" creationId="{211BB00C-7B3D-131C-E6C6-38728DF7E1B2}"/>
          </ac:spMkLst>
        </pc:spChg>
        <pc:spChg chg="add del mod">
          <ac:chgData name="Remi de Vogel" userId="5948360e-7b9c-4a22-9ada-df5e8b901c82" providerId="ADAL" clId="{CE3612A8-BCDA-4797-9FD2-28FA85BD9EE9}" dt="2023-02-01T12:22:49.620" v="358"/>
          <ac:spMkLst>
            <pc:docMk/>
            <pc:sldMk cId="511627541" sldId="258"/>
            <ac:spMk id="21" creationId="{E0A2DDA1-6D04-988F-A6F0-234BBBB7AE9A}"/>
          </ac:spMkLst>
        </pc:spChg>
        <pc:spChg chg="add del mod">
          <ac:chgData name="Remi de Vogel" userId="5948360e-7b9c-4a22-9ada-df5e8b901c82" providerId="ADAL" clId="{CE3612A8-BCDA-4797-9FD2-28FA85BD9EE9}" dt="2023-02-01T12:22:49.620" v="358"/>
          <ac:spMkLst>
            <pc:docMk/>
            <pc:sldMk cId="511627541" sldId="258"/>
            <ac:spMk id="22" creationId="{9F7E31E4-8543-576B-5051-DD75E42782FB}"/>
          </ac:spMkLst>
        </pc:spChg>
        <pc:spChg chg="add del mod">
          <ac:chgData name="Remi de Vogel" userId="5948360e-7b9c-4a22-9ada-df5e8b901c82" providerId="ADAL" clId="{CE3612A8-BCDA-4797-9FD2-28FA85BD9EE9}" dt="2023-02-01T12:22:49.620" v="358"/>
          <ac:spMkLst>
            <pc:docMk/>
            <pc:sldMk cId="511627541" sldId="258"/>
            <ac:spMk id="23" creationId="{2BDBBB1D-64AA-2A91-E75D-87F657F4B51C}"/>
          </ac:spMkLst>
        </pc:spChg>
        <pc:spChg chg="add del mod">
          <ac:chgData name="Remi de Vogel" userId="5948360e-7b9c-4a22-9ada-df5e8b901c82" providerId="ADAL" clId="{CE3612A8-BCDA-4797-9FD2-28FA85BD9EE9}" dt="2023-02-01T12:22:49.620" v="358"/>
          <ac:spMkLst>
            <pc:docMk/>
            <pc:sldMk cId="511627541" sldId="258"/>
            <ac:spMk id="24" creationId="{E5A5DFBE-F60D-01B7-E3F3-350084693F8F}"/>
          </ac:spMkLst>
        </pc:spChg>
        <pc:spChg chg="add del mod">
          <ac:chgData name="Remi de Vogel" userId="5948360e-7b9c-4a22-9ada-df5e8b901c82" providerId="ADAL" clId="{CE3612A8-BCDA-4797-9FD2-28FA85BD9EE9}" dt="2023-02-01T12:22:49.620" v="358"/>
          <ac:spMkLst>
            <pc:docMk/>
            <pc:sldMk cId="511627541" sldId="258"/>
            <ac:spMk id="25" creationId="{30F1AD48-72FA-C7FE-E861-1EF610F2208C}"/>
          </ac:spMkLst>
        </pc:spChg>
        <pc:spChg chg="add del mod">
          <ac:chgData name="Remi de Vogel" userId="5948360e-7b9c-4a22-9ada-df5e8b901c82" providerId="ADAL" clId="{CE3612A8-BCDA-4797-9FD2-28FA85BD9EE9}" dt="2023-02-01T12:22:51.204" v="360"/>
          <ac:spMkLst>
            <pc:docMk/>
            <pc:sldMk cId="511627541" sldId="258"/>
            <ac:spMk id="26" creationId="{8888B879-DD86-0EC6-4F3C-F10F002E5619}"/>
          </ac:spMkLst>
        </pc:spChg>
        <pc:spChg chg="add del mod">
          <ac:chgData name="Remi de Vogel" userId="5948360e-7b9c-4a22-9ada-df5e8b901c82" providerId="ADAL" clId="{CE3612A8-BCDA-4797-9FD2-28FA85BD9EE9}" dt="2023-02-01T12:22:51.204" v="360"/>
          <ac:spMkLst>
            <pc:docMk/>
            <pc:sldMk cId="511627541" sldId="258"/>
            <ac:spMk id="27" creationId="{D78A6FCE-74A3-1CC0-FE2B-ED33716071CF}"/>
          </ac:spMkLst>
        </pc:spChg>
        <pc:spChg chg="add del mod">
          <ac:chgData name="Remi de Vogel" userId="5948360e-7b9c-4a22-9ada-df5e8b901c82" providerId="ADAL" clId="{CE3612A8-BCDA-4797-9FD2-28FA85BD9EE9}" dt="2023-02-01T12:22:51.204" v="360"/>
          <ac:spMkLst>
            <pc:docMk/>
            <pc:sldMk cId="511627541" sldId="258"/>
            <ac:spMk id="28" creationId="{55DBBBFB-15F4-FD88-D9C3-C387E51BFFD9}"/>
          </ac:spMkLst>
        </pc:spChg>
        <pc:spChg chg="add del mod">
          <ac:chgData name="Remi de Vogel" userId="5948360e-7b9c-4a22-9ada-df5e8b901c82" providerId="ADAL" clId="{CE3612A8-BCDA-4797-9FD2-28FA85BD9EE9}" dt="2023-02-01T12:22:51.204" v="360"/>
          <ac:spMkLst>
            <pc:docMk/>
            <pc:sldMk cId="511627541" sldId="258"/>
            <ac:spMk id="29" creationId="{73BF0C1E-B158-4BC1-3042-659C15042748}"/>
          </ac:spMkLst>
        </pc:spChg>
        <pc:spChg chg="add del mod">
          <ac:chgData name="Remi de Vogel" userId="5948360e-7b9c-4a22-9ada-df5e8b901c82" providerId="ADAL" clId="{CE3612A8-BCDA-4797-9FD2-28FA85BD9EE9}" dt="2023-02-01T12:22:51.204" v="360"/>
          <ac:spMkLst>
            <pc:docMk/>
            <pc:sldMk cId="511627541" sldId="258"/>
            <ac:spMk id="30" creationId="{5D1EA539-CCF5-C013-638D-281E584133EC}"/>
          </ac:spMkLst>
        </pc:spChg>
        <pc:spChg chg="add del mod">
          <ac:chgData name="Remi de Vogel" userId="5948360e-7b9c-4a22-9ada-df5e8b901c82" providerId="ADAL" clId="{CE3612A8-BCDA-4797-9FD2-28FA85BD9EE9}" dt="2023-02-01T12:22:51.204" v="360"/>
          <ac:spMkLst>
            <pc:docMk/>
            <pc:sldMk cId="511627541" sldId="258"/>
            <ac:spMk id="31" creationId="{39D27F94-DF68-19FC-B081-5DB7651BEB7C}"/>
          </ac:spMkLst>
        </pc:spChg>
        <pc:spChg chg="add del mod">
          <ac:chgData name="Remi de Vogel" userId="5948360e-7b9c-4a22-9ada-df5e8b901c82" providerId="ADAL" clId="{CE3612A8-BCDA-4797-9FD2-28FA85BD9EE9}" dt="2023-02-01T12:22:51.204" v="360"/>
          <ac:spMkLst>
            <pc:docMk/>
            <pc:sldMk cId="511627541" sldId="258"/>
            <ac:spMk id="32" creationId="{8B35B77F-3F19-B732-3D24-5BF871A24C3A}"/>
          </ac:spMkLst>
        </pc:spChg>
        <pc:spChg chg="add del mod">
          <ac:chgData name="Remi de Vogel" userId="5948360e-7b9c-4a22-9ada-df5e8b901c82" providerId="ADAL" clId="{CE3612A8-BCDA-4797-9FD2-28FA85BD9EE9}" dt="2023-02-01T12:22:52.348" v="362"/>
          <ac:spMkLst>
            <pc:docMk/>
            <pc:sldMk cId="511627541" sldId="258"/>
            <ac:spMk id="33" creationId="{16FE8A47-EE11-5E47-B355-F53CD2A02AE4}"/>
          </ac:spMkLst>
        </pc:spChg>
        <pc:spChg chg="add del mod">
          <ac:chgData name="Remi de Vogel" userId="5948360e-7b9c-4a22-9ada-df5e8b901c82" providerId="ADAL" clId="{CE3612A8-BCDA-4797-9FD2-28FA85BD9EE9}" dt="2023-02-01T12:22:52.348" v="362"/>
          <ac:spMkLst>
            <pc:docMk/>
            <pc:sldMk cId="511627541" sldId="258"/>
            <ac:spMk id="34" creationId="{EEEA0D3D-3FE0-6BFC-C019-22AC5C26662F}"/>
          </ac:spMkLst>
        </pc:spChg>
        <pc:spChg chg="add del mod">
          <ac:chgData name="Remi de Vogel" userId="5948360e-7b9c-4a22-9ada-df5e8b901c82" providerId="ADAL" clId="{CE3612A8-BCDA-4797-9FD2-28FA85BD9EE9}" dt="2023-02-01T12:22:52.348" v="362"/>
          <ac:spMkLst>
            <pc:docMk/>
            <pc:sldMk cId="511627541" sldId="258"/>
            <ac:spMk id="35" creationId="{B4124D28-7A01-DD75-770B-7716750DA140}"/>
          </ac:spMkLst>
        </pc:spChg>
        <pc:spChg chg="add del mod">
          <ac:chgData name="Remi de Vogel" userId="5948360e-7b9c-4a22-9ada-df5e8b901c82" providerId="ADAL" clId="{CE3612A8-BCDA-4797-9FD2-28FA85BD9EE9}" dt="2023-02-01T12:22:52.348" v="362"/>
          <ac:spMkLst>
            <pc:docMk/>
            <pc:sldMk cId="511627541" sldId="258"/>
            <ac:spMk id="36" creationId="{0C409C58-8A09-D528-ABC8-D5B5802CACA7}"/>
          </ac:spMkLst>
        </pc:spChg>
        <pc:spChg chg="add del mod">
          <ac:chgData name="Remi de Vogel" userId="5948360e-7b9c-4a22-9ada-df5e8b901c82" providerId="ADAL" clId="{CE3612A8-BCDA-4797-9FD2-28FA85BD9EE9}" dt="2023-02-01T12:22:52.348" v="362"/>
          <ac:spMkLst>
            <pc:docMk/>
            <pc:sldMk cId="511627541" sldId="258"/>
            <ac:spMk id="37" creationId="{4C3B5DFA-17D6-0BAA-4033-2328502F4C69}"/>
          </ac:spMkLst>
        </pc:spChg>
        <pc:spChg chg="add del mod">
          <ac:chgData name="Remi de Vogel" userId="5948360e-7b9c-4a22-9ada-df5e8b901c82" providerId="ADAL" clId="{CE3612A8-BCDA-4797-9FD2-28FA85BD9EE9}" dt="2023-02-01T12:22:52.348" v="362"/>
          <ac:spMkLst>
            <pc:docMk/>
            <pc:sldMk cId="511627541" sldId="258"/>
            <ac:spMk id="38" creationId="{F0BF0C1C-2AA2-9E79-8C6A-124AB83BC221}"/>
          </ac:spMkLst>
        </pc:spChg>
        <pc:spChg chg="add del mod">
          <ac:chgData name="Remi de Vogel" userId="5948360e-7b9c-4a22-9ada-df5e8b901c82" providerId="ADAL" clId="{CE3612A8-BCDA-4797-9FD2-28FA85BD9EE9}" dt="2023-02-01T12:22:52.348" v="362"/>
          <ac:spMkLst>
            <pc:docMk/>
            <pc:sldMk cId="511627541" sldId="258"/>
            <ac:spMk id="39" creationId="{47CDC35B-7B5E-99C5-54FF-E13E63A75417}"/>
          </ac:spMkLst>
        </pc:spChg>
        <pc:spChg chg="add del mod">
          <ac:chgData name="Remi de Vogel" userId="5948360e-7b9c-4a22-9ada-df5e8b901c82" providerId="ADAL" clId="{CE3612A8-BCDA-4797-9FD2-28FA85BD9EE9}" dt="2023-02-01T12:23:30.725" v="371"/>
          <ac:spMkLst>
            <pc:docMk/>
            <pc:sldMk cId="511627541" sldId="258"/>
            <ac:spMk id="40" creationId="{1327547B-220E-C42A-1FA2-E84FA91EC753}"/>
          </ac:spMkLst>
        </pc:spChg>
        <pc:spChg chg="add del mod">
          <ac:chgData name="Remi de Vogel" userId="5948360e-7b9c-4a22-9ada-df5e8b901c82" providerId="ADAL" clId="{CE3612A8-BCDA-4797-9FD2-28FA85BD9EE9}" dt="2023-02-01T12:23:30.725" v="371"/>
          <ac:spMkLst>
            <pc:docMk/>
            <pc:sldMk cId="511627541" sldId="258"/>
            <ac:spMk id="41" creationId="{0FC906D5-1331-B84D-6B7D-4486C11640B7}"/>
          </ac:spMkLst>
        </pc:spChg>
        <pc:spChg chg="add del mod">
          <ac:chgData name="Remi de Vogel" userId="5948360e-7b9c-4a22-9ada-df5e8b901c82" providerId="ADAL" clId="{CE3612A8-BCDA-4797-9FD2-28FA85BD9EE9}" dt="2023-02-01T12:23:30.725" v="371"/>
          <ac:spMkLst>
            <pc:docMk/>
            <pc:sldMk cId="511627541" sldId="258"/>
            <ac:spMk id="42" creationId="{B8752393-4BED-C59A-777C-B327C711BAD0}"/>
          </ac:spMkLst>
        </pc:spChg>
        <pc:spChg chg="add del mod">
          <ac:chgData name="Remi de Vogel" userId="5948360e-7b9c-4a22-9ada-df5e8b901c82" providerId="ADAL" clId="{CE3612A8-BCDA-4797-9FD2-28FA85BD9EE9}" dt="2023-02-01T12:23:30.725" v="371"/>
          <ac:spMkLst>
            <pc:docMk/>
            <pc:sldMk cId="511627541" sldId="258"/>
            <ac:spMk id="43" creationId="{CEB38778-45F7-8CA2-EB7E-9D07C81148AE}"/>
          </ac:spMkLst>
        </pc:spChg>
        <pc:spChg chg="add del mod">
          <ac:chgData name="Remi de Vogel" userId="5948360e-7b9c-4a22-9ada-df5e8b901c82" providerId="ADAL" clId="{CE3612A8-BCDA-4797-9FD2-28FA85BD9EE9}" dt="2023-02-01T12:23:30.725" v="371"/>
          <ac:spMkLst>
            <pc:docMk/>
            <pc:sldMk cId="511627541" sldId="258"/>
            <ac:spMk id="44" creationId="{87768D1A-90FD-7C03-883E-7D2EAE989AB3}"/>
          </ac:spMkLst>
        </pc:spChg>
        <pc:spChg chg="add del mod">
          <ac:chgData name="Remi de Vogel" userId="5948360e-7b9c-4a22-9ada-df5e8b901c82" providerId="ADAL" clId="{CE3612A8-BCDA-4797-9FD2-28FA85BD9EE9}" dt="2023-02-01T12:23:30.725" v="371"/>
          <ac:spMkLst>
            <pc:docMk/>
            <pc:sldMk cId="511627541" sldId="258"/>
            <ac:spMk id="45" creationId="{98B34F56-1F11-FEA3-C13A-D48F7FDC324D}"/>
          </ac:spMkLst>
        </pc:spChg>
        <pc:spChg chg="add del mod">
          <ac:chgData name="Remi de Vogel" userId="5948360e-7b9c-4a22-9ada-df5e8b901c82" providerId="ADAL" clId="{CE3612A8-BCDA-4797-9FD2-28FA85BD9EE9}" dt="2023-02-01T12:23:30.725" v="371"/>
          <ac:spMkLst>
            <pc:docMk/>
            <pc:sldMk cId="511627541" sldId="258"/>
            <ac:spMk id="46" creationId="{36EDCD28-ABEC-C9F4-7FA5-465E91921A20}"/>
          </ac:spMkLst>
        </pc:spChg>
        <pc:spChg chg="add del mod">
          <ac:chgData name="Remi de Vogel" userId="5948360e-7b9c-4a22-9ada-df5e8b901c82" providerId="ADAL" clId="{CE3612A8-BCDA-4797-9FD2-28FA85BD9EE9}" dt="2023-02-01T12:23:31.173" v="372"/>
          <ac:spMkLst>
            <pc:docMk/>
            <pc:sldMk cId="511627541" sldId="258"/>
            <ac:spMk id="47" creationId="{9593E300-AA03-60A7-913E-C1BCB9D3D802}"/>
          </ac:spMkLst>
        </pc:spChg>
        <pc:spChg chg="add del mod">
          <ac:chgData name="Remi de Vogel" userId="5948360e-7b9c-4a22-9ada-df5e8b901c82" providerId="ADAL" clId="{CE3612A8-BCDA-4797-9FD2-28FA85BD9EE9}" dt="2023-02-01T12:23:31.173" v="372"/>
          <ac:spMkLst>
            <pc:docMk/>
            <pc:sldMk cId="511627541" sldId="258"/>
            <ac:spMk id="48" creationId="{87CD9FB0-AF17-614D-8675-00B56EA6AE57}"/>
          </ac:spMkLst>
        </pc:spChg>
        <pc:spChg chg="add del mod">
          <ac:chgData name="Remi de Vogel" userId="5948360e-7b9c-4a22-9ada-df5e8b901c82" providerId="ADAL" clId="{CE3612A8-BCDA-4797-9FD2-28FA85BD9EE9}" dt="2023-02-01T12:23:31.173" v="372"/>
          <ac:spMkLst>
            <pc:docMk/>
            <pc:sldMk cId="511627541" sldId="258"/>
            <ac:spMk id="49" creationId="{6C1D080C-94A6-6EBD-AA7A-92EB091CC8FE}"/>
          </ac:spMkLst>
        </pc:spChg>
        <pc:spChg chg="add del mod">
          <ac:chgData name="Remi de Vogel" userId="5948360e-7b9c-4a22-9ada-df5e8b901c82" providerId="ADAL" clId="{CE3612A8-BCDA-4797-9FD2-28FA85BD9EE9}" dt="2023-02-01T12:23:31.173" v="372"/>
          <ac:spMkLst>
            <pc:docMk/>
            <pc:sldMk cId="511627541" sldId="258"/>
            <ac:spMk id="50" creationId="{BC0F23E5-BFEB-6CE7-C3EF-5C8C7C841566}"/>
          </ac:spMkLst>
        </pc:spChg>
        <pc:spChg chg="add del mod">
          <ac:chgData name="Remi de Vogel" userId="5948360e-7b9c-4a22-9ada-df5e8b901c82" providerId="ADAL" clId="{CE3612A8-BCDA-4797-9FD2-28FA85BD9EE9}" dt="2023-02-01T12:23:31.173" v="372"/>
          <ac:spMkLst>
            <pc:docMk/>
            <pc:sldMk cId="511627541" sldId="258"/>
            <ac:spMk id="51" creationId="{982FCCD0-FC9B-39F1-9C73-79C1C95FA2AD}"/>
          </ac:spMkLst>
        </pc:spChg>
        <pc:spChg chg="add del mod">
          <ac:chgData name="Remi de Vogel" userId="5948360e-7b9c-4a22-9ada-df5e8b901c82" providerId="ADAL" clId="{CE3612A8-BCDA-4797-9FD2-28FA85BD9EE9}" dt="2023-02-01T12:23:31.173" v="372"/>
          <ac:spMkLst>
            <pc:docMk/>
            <pc:sldMk cId="511627541" sldId="258"/>
            <ac:spMk id="52" creationId="{0043296D-CD14-48C7-4FB0-9B84B1E68907}"/>
          </ac:spMkLst>
        </pc:spChg>
        <pc:spChg chg="add del mod">
          <ac:chgData name="Remi de Vogel" userId="5948360e-7b9c-4a22-9ada-df5e8b901c82" providerId="ADAL" clId="{CE3612A8-BCDA-4797-9FD2-28FA85BD9EE9}" dt="2023-02-01T12:23:31.173" v="372"/>
          <ac:spMkLst>
            <pc:docMk/>
            <pc:sldMk cId="511627541" sldId="258"/>
            <ac:spMk id="53" creationId="{AC68AC39-F45E-E62F-4FAB-8819393595E5}"/>
          </ac:spMkLst>
        </pc:spChg>
        <pc:spChg chg="add mod">
          <ac:chgData name="Remi de Vogel" userId="5948360e-7b9c-4a22-9ada-df5e8b901c82" providerId="ADAL" clId="{CE3612A8-BCDA-4797-9FD2-28FA85BD9EE9}" dt="2023-02-01T12:23:31.173" v="372"/>
          <ac:spMkLst>
            <pc:docMk/>
            <pc:sldMk cId="511627541" sldId="258"/>
            <ac:spMk id="54" creationId="{FB27B40F-EEE7-8038-2806-D004EB3DEEAE}"/>
          </ac:spMkLst>
        </pc:spChg>
        <pc:spChg chg="add mod">
          <ac:chgData name="Remi de Vogel" userId="5948360e-7b9c-4a22-9ada-df5e8b901c82" providerId="ADAL" clId="{CE3612A8-BCDA-4797-9FD2-28FA85BD9EE9}" dt="2023-02-01T12:23:31.173" v="372"/>
          <ac:spMkLst>
            <pc:docMk/>
            <pc:sldMk cId="511627541" sldId="258"/>
            <ac:spMk id="55" creationId="{1B8E2254-DA27-32EF-1F2D-45E7853F040E}"/>
          </ac:spMkLst>
        </pc:spChg>
        <pc:spChg chg="add mod">
          <ac:chgData name="Remi de Vogel" userId="5948360e-7b9c-4a22-9ada-df5e8b901c82" providerId="ADAL" clId="{CE3612A8-BCDA-4797-9FD2-28FA85BD9EE9}" dt="2023-02-01T12:23:31.173" v="372"/>
          <ac:spMkLst>
            <pc:docMk/>
            <pc:sldMk cId="511627541" sldId="258"/>
            <ac:spMk id="56" creationId="{3EA140BC-BF6D-02F5-8574-923C87592828}"/>
          </ac:spMkLst>
        </pc:spChg>
        <pc:spChg chg="add mod">
          <ac:chgData name="Remi de Vogel" userId="5948360e-7b9c-4a22-9ada-df5e8b901c82" providerId="ADAL" clId="{CE3612A8-BCDA-4797-9FD2-28FA85BD9EE9}" dt="2023-02-01T12:23:31.173" v="372"/>
          <ac:spMkLst>
            <pc:docMk/>
            <pc:sldMk cId="511627541" sldId="258"/>
            <ac:spMk id="57" creationId="{7FF0940A-68F3-7A0B-EEB0-BE34FE56F6A7}"/>
          </ac:spMkLst>
        </pc:spChg>
      </pc:sldChg>
      <pc:sldChg chg="addSp delSp modSp del mod">
        <pc:chgData name="Remi de Vogel" userId="5948360e-7b9c-4a22-9ada-df5e8b901c82" providerId="ADAL" clId="{CE3612A8-BCDA-4797-9FD2-28FA85BD9EE9}" dt="2023-02-01T12:24:05.830" v="378" actId="47"/>
        <pc:sldMkLst>
          <pc:docMk/>
          <pc:sldMk cId="2684026461" sldId="259"/>
        </pc:sldMkLst>
        <pc:spChg chg="mod">
          <ac:chgData name="Remi de Vogel" userId="5948360e-7b9c-4a22-9ada-df5e8b901c82" providerId="ADAL" clId="{CE3612A8-BCDA-4797-9FD2-28FA85BD9EE9}" dt="2023-02-01T12:23:30.437" v="370"/>
          <ac:spMkLst>
            <pc:docMk/>
            <pc:sldMk cId="2684026461" sldId="259"/>
            <ac:spMk id="2" creationId="{ED2FA92F-3760-F867-BBB9-E5AA1AA430A3}"/>
          </ac:spMkLst>
        </pc:spChg>
        <pc:spChg chg="add del mod">
          <ac:chgData name="Remi de Vogel" userId="5948360e-7b9c-4a22-9ada-df5e8b901c82" providerId="ADAL" clId="{CE3612A8-BCDA-4797-9FD2-28FA85BD9EE9}" dt="2023-02-01T12:22:47.477" v="353"/>
          <ac:spMkLst>
            <pc:docMk/>
            <pc:sldMk cId="2684026461" sldId="259"/>
            <ac:spMk id="3" creationId="{C0371B51-098A-04FF-BA97-AD25094BD762}"/>
          </ac:spMkLst>
        </pc:spChg>
        <pc:spChg chg="mod">
          <ac:chgData name="Remi de Vogel" userId="5948360e-7b9c-4a22-9ada-df5e8b901c82" providerId="ADAL" clId="{CE3612A8-BCDA-4797-9FD2-28FA85BD9EE9}" dt="2023-02-01T12:23:30.437" v="370"/>
          <ac:spMkLst>
            <pc:docMk/>
            <pc:sldMk cId="2684026461" sldId="259"/>
            <ac:spMk id="4" creationId="{C456A5FB-6679-6BF4-11DF-B137524A325E}"/>
          </ac:spMkLst>
        </pc:spChg>
        <pc:spChg chg="mod">
          <ac:chgData name="Remi de Vogel" userId="5948360e-7b9c-4a22-9ada-df5e8b901c82" providerId="ADAL" clId="{CE3612A8-BCDA-4797-9FD2-28FA85BD9EE9}" dt="2023-02-01T12:23:30.437" v="370"/>
          <ac:spMkLst>
            <pc:docMk/>
            <pc:sldMk cId="2684026461" sldId="259"/>
            <ac:spMk id="5" creationId="{569CD387-9D42-7928-1704-39C106FCB210}"/>
          </ac:spMkLst>
        </pc:spChg>
        <pc:spChg chg="add del mod">
          <ac:chgData name="Remi de Vogel" userId="5948360e-7b9c-4a22-9ada-df5e8b901c82" providerId="ADAL" clId="{CE3612A8-BCDA-4797-9FD2-28FA85BD9EE9}" dt="2023-02-01T12:22:47.477" v="353"/>
          <ac:spMkLst>
            <pc:docMk/>
            <pc:sldMk cId="2684026461" sldId="259"/>
            <ac:spMk id="6" creationId="{A0E9CBC9-638A-DD17-153C-08CE17F47300}"/>
          </ac:spMkLst>
        </pc:spChg>
        <pc:spChg chg="add del mod">
          <ac:chgData name="Remi de Vogel" userId="5948360e-7b9c-4a22-9ada-df5e8b901c82" providerId="ADAL" clId="{CE3612A8-BCDA-4797-9FD2-28FA85BD9EE9}" dt="2023-02-01T12:22:47.477" v="353"/>
          <ac:spMkLst>
            <pc:docMk/>
            <pc:sldMk cId="2684026461" sldId="259"/>
            <ac:spMk id="7" creationId="{B7049894-C5E2-2DE9-ED38-451071FCFBEC}"/>
          </ac:spMkLst>
        </pc:spChg>
        <pc:spChg chg="del">
          <ac:chgData name="Remi de Vogel" userId="5948360e-7b9c-4a22-9ada-df5e8b901c82" providerId="ADAL" clId="{CE3612A8-BCDA-4797-9FD2-28FA85BD9EE9}" dt="2023-02-01T12:22:47.477" v="353"/>
          <ac:spMkLst>
            <pc:docMk/>
            <pc:sldMk cId="2684026461" sldId="259"/>
            <ac:spMk id="8" creationId="{C24C38AD-B3CF-4A52-FE4A-DB22644E42E1}"/>
          </ac:spMkLst>
        </pc:spChg>
        <pc:spChg chg="del">
          <ac:chgData name="Remi de Vogel" userId="5948360e-7b9c-4a22-9ada-df5e8b901c82" providerId="ADAL" clId="{CE3612A8-BCDA-4797-9FD2-28FA85BD9EE9}" dt="2023-02-01T12:22:47.477" v="353"/>
          <ac:spMkLst>
            <pc:docMk/>
            <pc:sldMk cId="2684026461" sldId="259"/>
            <ac:spMk id="9" creationId="{99FFE961-772C-BFBA-9A86-532291AC96F9}"/>
          </ac:spMkLst>
        </pc:spChg>
        <pc:spChg chg="add del mod">
          <ac:chgData name="Remi de Vogel" userId="5948360e-7b9c-4a22-9ada-df5e8b901c82" providerId="ADAL" clId="{CE3612A8-BCDA-4797-9FD2-28FA85BD9EE9}" dt="2023-02-01T12:22:48.742" v="355"/>
          <ac:spMkLst>
            <pc:docMk/>
            <pc:sldMk cId="2684026461" sldId="259"/>
            <ac:spMk id="10" creationId="{792805C9-897F-3E39-BD5F-E8A536ACBCC0}"/>
          </ac:spMkLst>
        </pc:spChg>
        <pc:spChg chg="add del mod">
          <ac:chgData name="Remi de Vogel" userId="5948360e-7b9c-4a22-9ada-df5e8b901c82" providerId="ADAL" clId="{CE3612A8-BCDA-4797-9FD2-28FA85BD9EE9}" dt="2023-02-01T12:22:48.742" v="355"/>
          <ac:spMkLst>
            <pc:docMk/>
            <pc:sldMk cId="2684026461" sldId="259"/>
            <ac:spMk id="11" creationId="{86DC0443-7B4C-6B7F-18B6-7EAD8B4B8AE0}"/>
          </ac:spMkLst>
        </pc:spChg>
        <pc:spChg chg="add del mod">
          <ac:chgData name="Remi de Vogel" userId="5948360e-7b9c-4a22-9ada-df5e8b901c82" providerId="ADAL" clId="{CE3612A8-BCDA-4797-9FD2-28FA85BD9EE9}" dt="2023-02-01T12:22:48.742" v="355"/>
          <ac:spMkLst>
            <pc:docMk/>
            <pc:sldMk cId="2684026461" sldId="259"/>
            <ac:spMk id="12" creationId="{E8730A59-9CCA-3BC1-54E5-7A457D8E393D}"/>
          </ac:spMkLst>
        </pc:spChg>
        <pc:spChg chg="add del mod">
          <ac:chgData name="Remi de Vogel" userId="5948360e-7b9c-4a22-9ada-df5e8b901c82" providerId="ADAL" clId="{CE3612A8-BCDA-4797-9FD2-28FA85BD9EE9}" dt="2023-02-01T12:22:48.742" v="355"/>
          <ac:spMkLst>
            <pc:docMk/>
            <pc:sldMk cId="2684026461" sldId="259"/>
            <ac:spMk id="13" creationId="{44B95F4D-7788-1AB7-224F-8184126F30F4}"/>
          </ac:spMkLst>
        </pc:spChg>
        <pc:spChg chg="add del mod">
          <ac:chgData name="Remi de Vogel" userId="5948360e-7b9c-4a22-9ada-df5e8b901c82" providerId="ADAL" clId="{CE3612A8-BCDA-4797-9FD2-28FA85BD9EE9}" dt="2023-02-01T12:22:48.742" v="355"/>
          <ac:spMkLst>
            <pc:docMk/>
            <pc:sldMk cId="2684026461" sldId="259"/>
            <ac:spMk id="14" creationId="{B1977B10-0BEE-EE1A-D64E-ED66B94121D4}"/>
          </ac:spMkLst>
        </pc:spChg>
        <pc:spChg chg="add del mod">
          <ac:chgData name="Remi de Vogel" userId="5948360e-7b9c-4a22-9ada-df5e8b901c82" providerId="ADAL" clId="{CE3612A8-BCDA-4797-9FD2-28FA85BD9EE9}" dt="2023-02-01T12:22:48.742" v="355"/>
          <ac:spMkLst>
            <pc:docMk/>
            <pc:sldMk cId="2684026461" sldId="259"/>
            <ac:spMk id="15" creationId="{D2B6797A-5666-A550-6162-487671F3444A}"/>
          </ac:spMkLst>
        </pc:spChg>
        <pc:spChg chg="add del mod">
          <ac:chgData name="Remi de Vogel" userId="5948360e-7b9c-4a22-9ada-df5e8b901c82" providerId="ADAL" clId="{CE3612A8-BCDA-4797-9FD2-28FA85BD9EE9}" dt="2023-02-01T12:22:48.742" v="355"/>
          <ac:spMkLst>
            <pc:docMk/>
            <pc:sldMk cId="2684026461" sldId="259"/>
            <ac:spMk id="16" creationId="{38102A2B-BBF7-67AD-9B35-2566F0CC68C8}"/>
          </ac:spMkLst>
        </pc:spChg>
        <pc:spChg chg="add del mod">
          <ac:chgData name="Remi de Vogel" userId="5948360e-7b9c-4a22-9ada-df5e8b901c82" providerId="ADAL" clId="{CE3612A8-BCDA-4797-9FD2-28FA85BD9EE9}" dt="2023-02-01T12:22:50.603" v="359"/>
          <ac:spMkLst>
            <pc:docMk/>
            <pc:sldMk cId="2684026461" sldId="259"/>
            <ac:spMk id="17" creationId="{3041C018-64B5-7FB6-6B4E-C9FF96CAB61B}"/>
          </ac:spMkLst>
        </pc:spChg>
        <pc:spChg chg="add del mod">
          <ac:chgData name="Remi de Vogel" userId="5948360e-7b9c-4a22-9ada-df5e8b901c82" providerId="ADAL" clId="{CE3612A8-BCDA-4797-9FD2-28FA85BD9EE9}" dt="2023-02-01T12:22:50.603" v="359"/>
          <ac:spMkLst>
            <pc:docMk/>
            <pc:sldMk cId="2684026461" sldId="259"/>
            <ac:spMk id="18" creationId="{8238199D-1BDB-0B03-2DEC-5D3C29A59D1C}"/>
          </ac:spMkLst>
        </pc:spChg>
        <pc:spChg chg="add del mod">
          <ac:chgData name="Remi de Vogel" userId="5948360e-7b9c-4a22-9ada-df5e8b901c82" providerId="ADAL" clId="{CE3612A8-BCDA-4797-9FD2-28FA85BD9EE9}" dt="2023-02-01T12:22:50.603" v="359"/>
          <ac:spMkLst>
            <pc:docMk/>
            <pc:sldMk cId="2684026461" sldId="259"/>
            <ac:spMk id="19" creationId="{BA32AA25-99A8-0536-43E4-312CB7D922EA}"/>
          </ac:spMkLst>
        </pc:spChg>
        <pc:spChg chg="add del mod">
          <ac:chgData name="Remi de Vogel" userId="5948360e-7b9c-4a22-9ada-df5e8b901c82" providerId="ADAL" clId="{CE3612A8-BCDA-4797-9FD2-28FA85BD9EE9}" dt="2023-02-01T12:22:50.603" v="359"/>
          <ac:spMkLst>
            <pc:docMk/>
            <pc:sldMk cId="2684026461" sldId="259"/>
            <ac:spMk id="20" creationId="{F256F654-53C1-C826-6F40-A56D5F1B24F5}"/>
          </ac:spMkLst>
        </pc:spChg>
        <pc:spChg chg="add del mod">
          <ac:chgData name="Remi de Vogel" userId="5948360e-7b9c-4a22-9ada-df5e8b901c82" providerId="ADAL" clId="{CE3612A8-BCDA-4797-9FD2-28FA85BD9EE9}" dt="2023-02-01T12:22:50.603" v="359"/>
          <ac:spMkLst>
            <pc:docMk/>
            <pc:sldMk cId="2684026461" sldId="259"/>
            <ac:spMk id="21" creationId="{C003DA5E-2790-442C-D38E-9EC196663C81}"/>
          </ac:spMkLst>
        </pc:spChg>
        <pc:spChg chg="add del mod">
          <ac:chgData name="Remi de Vogel" userId="5948360e-7b9c-4a22-9ada-df5e8b901c82" providerId="ADAL" clId="{CE3612A8-BCDA-4797-9FD2-28FA85BD9EE9}" dt="2023-02-01T12:22:50.603" v="359"/>
          <ac:spMkLst>
            <pc:docMk/>
            <pc:sldMk cId="2684026461" sldId="259"/>
            <ac:spMk id="22" creationId="{59EF47C5-832D-2850-0A12-E25B64DDB829}"/>
          </ac:spMkLst>
        </pc:spChg>
        <pc:spChg chg="add del mod">
          <ac:chgData name="Remi de Vogel" userId="5948360e-7b9c-4a22-9ada-df5e8b901c82" providerId="ADAL" clId="{CE3612A8-BCDA-4797-9FD2-28FA85BD9EE9}" dt="2023-02-01T12:22:50.603" v="359"/>
          <ac:spMkLst>
            <pc:docMk/>
            <pc:sldMk cId="2684026461" sldId="259"/>
            <ac:spMk id="23" creationId="{4F2E6951-3D90-C254-9DD4-472FD7880AA5}"/>
          </ac:spMkLst>
        </pc:spChg>
        <pc:spChg chg="add del mod">
          <ac:chgData name="Remi de Vogel" userId="5948360e-7b9c-4a22-9ada-df5e8b901c82" providerId="ADAL" clId="{CE3612A8-BCDA-4797-9FD2-28FA85BD9EE9}" dt="2023-02-01T12:22:51.869" v="361"/>
          <ac:spMkLst>
            <pc:docMk/>
            <pc:sldMk cId="2684026461" sldId="259"/>
            <ac:spMk id="24" creationId="{9B150DCE-039B-B15C-EEDB-35E4DBD2A8EF}"/>
          </ac:spMkLst>
        </pc:spChg>
        <pc:spChg chg="add del mod">
          <ac:chgData name="Remi de Vogel" userId="5948360e-7b9c-4a22-9ada-df5e8b901c82" providerId="ADAL" clId="{CE3612A8-BCDA-4797-9FD2-28FA85BD9EE9}" dt="2023-02-01T12:22:51.869" v="361"/>
          <ac:spMkLst>
            <pc:docMk/>
            <pc:sldMk cId="2684026461" sldId="259"/>
            <ac:spMk id="25" creationId="{06FEBED6-6004-9F6B-9D6D-D33B916767CE}"/>
          </ac:spMkLst>
        </pc:spChg>
        <pc:spChg chg="add del mod">
          <ac:chgData name="Remi de Vogel" userId="5948360e-7b9c-4a22-9ada-df5e8b901c82" providerId="ADAL" clId="{CE3612A8-BCDA-4797-9FD2-28FA85BD9EE9}" dt="2023-02-01T12:22:51.869" v="361"/>
          <ac:spMkLst>
            <pc:docMk/>
            <pc:sldMk cId="2684026461" sldId="259"/>
            <ac:spMk id="26" creationId="{657574FC-D5AC-50AC-2696-DEC9416E7300}"/>
          </ac:spMkLst>
        </pc:spChg>
        <pc:spChg chg="add del mod">
          <ac:chgData name="Remi de Vogel" userId="5948360e-7b9c-4a22-9ada-df5e8b901c82" providerId="ADAL" clId="{CE3612A8-BCDA-4797-9FD2-28FA85BD9EE9}" dt="2023-02-01T12:22:51.869" v="361"/>
          <ac:spMkLst>
            <pc:docMk/>
            <pc:sldMk cId="2684026461" sldId="259"/>
            <ac:spMk id="27" creationId="{103A4311-6E2A-4B73-1DC5-5D73D18591CB}"/>
          </ac:spMkLst>
        </pc:spChg>
        <pc:spChg chg="add del mod">
          <ac:chgData name="Remi de Vogel" userId="5948360e-7b9c-4a22-9ada-df5e8b901c82" providerId="ADAL" clId="{CE3612A8-BCDA-4797-9FD2-28FA85BD9EE9}" dt="2023-02-01T12:22:51.869" v="361"/>
          <ac:spMkLst>
            <pc:docMk/>
            <pc:sldMk cId="2684026461" sldId="259"/>
            <ac:spMk id="28" creationId="{0E35A8C5-8A00-B4AD-3A3A-F5D63C5AD148}"/>
          </ac:spMkLst>
        </pc:spChg>
        <pc:spChg chg="add del mod">
          <ac:chgData name="Remi de Vogel" userId="5948360e-7b9c-4a22-9ada-df5e8b901c82" providerId="ADAL" clId="{CE3612A8-BCDA-4797-9FD2-28FA85BD9EE9}" dt="2023-02-01T12:22:51.869" v="361"/>
          <ac:spMkLst>
            <pc:docMk/>
            <pc:sldMk cId="2684026461" sldId="259"/>
            <ac:spMk id="29" creationId="{69FA891E-EEF4-1386-C8A7-1A3E02A51AEF}"/>
          </ac:spMkLst>
        </pc:spChg>
        <pc:spChg chg="add del mod">
          <ac:chgData name="Remi de Vogel" userId="5948360e-7b9c-4a22-9ada-df5e8b901c82" providerId="ADAL" clId="{CE3612A8-BCDA-4797-9FD2-28FA85BD9EE9}" dt="2023-02-01T12:22:51.869" v="361"/>
          <ac:spMkLst>
            <pc:docMk/>
            <pc:sldMk cId="2684026461" sldId="259"/>
            <ac:spMk id="30" creationId="{EA119680-15A3-D567-69E6-52E0C0BD8A6C}"/>
          </ac:spMkLst>
        </pc:spChg>
        <pc:spChg chg="add del mod">
          <ac:chgData name="Remi de Vogel" userId="5948360e-7b9c-4a22-9ada-df5e8b901c82" providerId="ADAL" clId="{CE3612A8-BCDA-4797-9FD2-28FA85BD9EE9}" dt="2023-02-01T12:23:30.437" v="370"/>
          <ac:spMkLst>
            <pc:docMk/>
            <pc:sldMk cId="2684026461" sldId="259"/>
            <ac:spMk id="31" creationId="{3612957A-AA76-0D26-D9F3-4FC9E70A55FB}"/>
          </ac:spMkLst>
        </pc:spChg>
        <pc:spChg chg="add del mod">
          <ac:chgData name="Remi de Vogel" userId="5948360e-7b9c-4a22-9ada-df5e8b901c82" providerId="ADAL" clId="{CE3612A8-BCDA-4797-9FD2-28FA85BD9EE9}" dt="2023-02-01T12:23:30.437" v="370"/>
          <ac:spMkLst>
            <pc:docMk/>
            <pc:sldMk cId="2684026461" sldId="259"/>
            <ac:spMk id="32" creationId="{6290926B-9539-92D2-08FF-7BEB378A3332}"/>
          </ac:spMkLst>
        </pc:spChg>
        <pc:spChg chg="add del mod">
          <ac:chgData name="Remi de Vogel" userId="5948360e-7b9c-4a22-9ada-df5e8b901c82" providerId="ADAL" clId="{CE3612A8-BCDA-4797-9FD2-28FA85BD9EE9}" dt="2023-02-01T12:23:30.437" v="370"/>
          <ac:spMkLst>
            <pc:docMk/>
            <pc:sldMk cId="2684026461" sldId="259"/>
            <ac:spMk id="33" creationId="{B139DE74-366A-7DC9-5203-35845852D091}"/>
          </ac:spMkLst>
        </pc:spChg>
        <pc:spChg chg="add del mod">
          <ac:chgData name="Remi de Vogel" userId="5948360e-7b9c-4a22-9ada-df5e8b901c82" providerId="ADAL" clId="{CE3612A8-BCDA-4797-9FD2-28FA85BD9EE9}" dt="2023-02-01T12:23:30.437" v="370"/>
          <ac:spMkLst>
            <pc:docMk/>
            <pc:sldMk cId="2684026461" sldId="259"/>
            <ac:spMk id="34" creationId="{A6777EB4-4DB4-07B3-293E-698FE209C0F2}"/>
          </ac:spMkLst>
        </pc:spChg>
        <pc:spChg chg="add del mod">
          <ac:chgData name="Remi de Vogel" userId="5948360e-7b9c-4a22-9ada-df5e8b901c82" providerId="ADAL" clId="{CE3612A8-BCDA-4797-9FD2-28FA85BD9EE9}" dt="2023-02-01T12:23:30.437" v="370"/>
          <ac:spMkLst>
            <pc:docMk/>
            <pc:sldMk cId="2684026461" sldId="259"/>
            <ac:spMk id="35" creationId="{C0724EB8-5865-4B2B-938B-433A3E4149AC}"/>
          </ac:spMkLst>
        </pc:spChg>
        <pc:spChg chg="add del mod">
          <ac:chgData name="Remi de Vogel" userId="5948360e-7b9c-4a22-9ada-df5e8b901c82" providerId="ADAL" clId="{CE3612A8-BCDA-4797-9FD2-28FA85BD9EE9}" dt="2023-02-01T12:23:30.437" v="370"/>
          <ac:spMkLst>
            <pc:docMk/>
            <pc:sldMk cId="2684026461" sldId="259"/>
            <ac:spMk id="36" creationId="{0E00E3DB-977D-B79B-88D8-9CA5F845E416}"/>
          </ac:spMkLst>
        </pc:spChg>
        <pc:spChg chg="add del mod">
          <ac:chgData name="Remi de Vogel" userId="5948360e-7b9c-4a22-9ada-df5e8b901c82" providerId="ADAL" clId="{CE3612A8-BCDA-4797-9FD2-28FA85BD9EE9}" dt="2023-02-01T12:23:30.437" v="370"/>
          <ac:spMkLst>
            <pc:docMk/>
            <pc:sldMk cId="2684026461" sldId="259"/>
            <ac:spMk id="37" creationId="{33BC2E8B-0D53-6C2A-6E9B-402631BA37D9}"/>
          </ac:spMkLst>
        </pc:spChg>
        <pc:spChg chg="add mod">
          <ac:chgData name="Remi de Vogel" userId="5948360e-7b9c-4a22-9ada-df5e8b901c82" providerId="ADAL" clId="{CE3612A8-BCDA-4797-9FD2-28FA85BD9EE9}" dt="2023-02-01T12:23:30.437" v="370"/>
          <ac:spMkLst>
            <pc:docMk/>
            <pc:sldMk cId="2684026461" sldId="259"/>
            <ac:spMk id="38" creationId="{923AB00C-AFD5-C84E-7562-7060373FC84E}"/>
          </ac:spMkLst>
        </pc:spChg>
        <pc:spChg chg="add mod">
          <ac:chgData name="Remi de Vogel" userId="5948360e-7b9c-4a22-9ada-df5e8b901c82" providerId="ADAL" clId="{CE3612A8-BCDA-4797-9FD2-28FA85BD9EE9}" dt="2023-02-01T12:23:30.437" v="370"/>
          <ac:spMkLst>
            <pc:docMk/>
            <pc:sldMk cId="2684026461" sldId="259"/>
            <ac:spMk id="39" creationId="{A2E038A1-BC28-6632-9C0B-B54F3978E2FE}"/>
          </ac:spMkLst>
        </pc:spChg>
        <pc:spChg chg="add mod">
          <ac:chgData name="Remi de Vogel" userId="5948360e-7b9c-4a22-9ada-df5e8b901c82" providerId="ADAL" clId="{CE3612A8-BCDA-4797-9FD2-28FA85BD9EE9}" dt="2023-02-01T12:23:30.437" v="370"/>
          <ac:spMkLst>
            <pc:docMk/>
            <pc:sldMk cId="2684026461" sldId="259"/>
            <ac:spMk id="40" creationId="{D6CBB3C5-25E7-3B83-69EE-9D71B891881E}"/>
          </ac:spMkLst>
        </pc:spChg>
        <pc:spChg chg="add mod">
          <ac:chgData name="Remi de Vogel" userId="5948360e-7b9c-4a22-9ada-df5e8b901c82" providerId="ADAL" clId="{CE3612A8-BCDA-4797-9FD2-28FA85BD9EE9}" dt="2023-02-01T12:23:30.437" v="370"/>
          <ac:spMkLst>
            <pc:docMk/>
            <pc:sldMk cId="2684026461" sldId="259"/>
            <ac:spMk id="41" creationId="{1EC23FD4-8F9C-B314-66AA-0A88C496D892}"/>
          </ac:spMkLst>
        </pc:spChg>
      </pc:sldChg>
      <pc:sldChg chg="modSp new mod ord">
        <pc:chgData name="Remi de Vogel" userId="5948360e-7b9c-4a22-9ada-df5e8b901c82" providerId="ADAL" clId="{CE3612A8-BCDA-4797-9FD2-28FA85BD9EE9}" dt="2023-02-01T13:11:05.691" v="560" actId="20577"/>
        <pc:sldMkLst>
          <pc:docMk/>
          <pc:sldMk cId="186648442" sldId="260"/>
        </pc:sldMkLst>
        <pc:spChg chg="mod">
          <ac:chgData name="Remi de Vogel" userId="5948360e-7b9c-4a22-9ada-df5e8b901c82" providerId="ADAL" clId="{CE3612A8-BCDA-4797-9FD2-28FA85BD9EE9}" dt="2023-02-01T13:11:05.691" v="560" actId="20577"/>
          <ac:spMkLst>
            <pc:docMk/>
            <pc:sldMk cId="186648442" sldId="260"/>
            <ac:spMk id="3" creationId="{246B2296-105D-E196-A2D2-664E5722DC27}"/>
          </ac:spMkLst>
        </pc:spChg>
      </pc:sldChg>
      <pc:sldChg chg="modSp new mod">
        <pc:chgData name="Remi de Vogel" userId="5948360e-7b9c-4a22-9ada-df5e8b901c82" providerId="ADAL" clId="{CE3612A8-BCDA-4797-9FD2-28FA85BD9EE9}" dt="2023-02-01T13:57:40.374" v="769" actId="20577"/>
        <pc:sldMkLst>
          <pc:docMk/>
          <pc:sldMk cId="2164116393" sldId="261"/>
        </pc:sldMkLst>
        <pc:spChg chg="mod">
          <ac:chgData name="Remi de Vogel" userId="5948360e-7b9c-4a22-9ada-df5e8b901c82" providerId="ADAL" clId="{CE3612A8-BCDA-4797-9FD2-28FA85BD9EE9}" dt="2023-02-01T13:57:40.374" v="769" actId="20577"/>
          <ac:spMkLst>
            <pc:docMk/>
            <pc:sldMk cId="2164116393" sldId="261"/>
            <ac:spMk id="8" creationId="{1F747B7D-4A81-3CD9-5F57-2DAD5B80FFD5}"/>
          </ac:spMkLst>
        </pc:spChg>
      </pc:sldChg>
      <pc:sldChg chg="new">
        <pc:chgData name="Remi de Vogel" userId="5948360e-7b9c-4a22-9ada-df5e8b901c82" providerId="ADAL" clId="{CE3612A8-BCDA-4797-9FD2-28FA85BD9EE9}" dt="2023-02-01T12:24:14.499" v="379" actId="680"/>
        <pc:sldMkLst>
          <pc:docMk/>
          <pc:sldMk cId="984917374" sldId="262"/>
        </pc:sldMkLst>
      </pc:sldChg>
      <pc:sldMasterChg chg="addSp delSp modSp mod modSldLayout">
        <pc:chgData name="Remi de Vogel" userId="5948360e-7b9c-4a22-9ada-df5e8b901c82" providerId="ADAL" clId="{CE3612A8-BCDA-4797-9FD2-28FA85BD9EE9}" dt="2023-02-01T13:47:49.323" v="767" actId="139"/>
        <pc:sldMasterMkLst>
          <pc:docMk/>
          <pc:sldMasterMk cId="259861064" sldId="2147483648"/>
        </pc:sldMasterMkLst>
        <pc:spChg chg="mod">
          <ac:chgData name="Remi de Vogel" userId="5948360e-7b9c-4a22-9ada-df5e8b901c82" providerId="ADAL" clId="{CE3612A8-BCDA-4797-9FD2-28FA85BD9EE9}" dt="2023-02-01T12:08:28.548" v="198"/>
          <ac:spMkLst>
            <pc:docMk/>
            <pc:sldMasterMk cId="259861064" sldId="2147483648"/>
            <ac:spMk id="4" creationId="{DB57928F-0394-A641-8E3E-2D180F0BE042}"/>
          </ac:spMkLst>
        </pc:spChg>
        <pc:spChg chg="mod">
          <ac:chgData name="Remi de Vogel" userId="5948360e-7b9c-4a22-9ada-df5e8b901c82" providerId="ADAL" clId="{CE3612A8-BCDA-4797-9FD2-28FA85BD9EE9}" dt="2023-02-01T13:19:27.547" v="659"/>
          <ac:spMkLst>
            <pc:docMk/>
            <pc:sldMasterMk cId="259861064" sldId="2147483648"/>
            <ac:spMk id="5" creationId="{891E28BB-B5FE-E965-0E15-F1CED40AB33B}"/>
          </ac:spMkLst>
        </pc:spChg>
        <pc:spChg chg="mod">
          <ac:chgData name="Remi de Vogel" userId="5948360e-7b9c-4a22-9ada-df5e8b901c82" providerId="ADAL" clId="{CE3612A8-BCDA-4797-9FD2-28FA85BD9EE9}" dt="2023-02-01T13:47:49.218" v="729" actId="139"/>
          <ac:spMkLst>
            <pc:docMk/>
            <pc:sldMasterMk cId="259861064" sldId="2147483648"/>
            <ac:spMk id="7" creationId="{D6A5A859-4CE8-2837-746E-F8B2E0E6F21F}"/>
          </ac:spMkLst>
        </pc:spChg>
        <pc:spChg chg="mod">
          <ac:chgData name="Remi de Vogel" userId="5948360e-7b9c-4a22-9ada-df5e8b901c82" providerId="ADAL" clId="{CE3612A8-BCDA-4797-9FD2-28FA85BD9EE9}" dt="2023-02-01T12:08:28.551" v="204"/>
          <ac:spMkLst>
            <pc:docMk/>
            <pc:sldMasterMk cId="259861064" sldId="2147483648"/>
            <ac:spMk id="8" creationId="{59DD17BF-08FE-3C56-E88C-20C01D9C620B}"/>
          </ac:spMkLst>
        </pc:spChg>
        <pc:spChg chg="mod">
          <ac:chgData name="Remi de Vogel" userId="5948360e-7b9c-4a22-9ada-df5e8b901c82" providerId="ADAL" clId="{CE3612A8-BCDA-4797-9FD2-28FA85BD9EE9}" dt="2023-02-01T13:19:27.551" v="671"/>
          <ac:spMkLst>
            <pc:docMk/>
            <pc:sldMasterMk cId="259861064" sldId="2147483648"/>
            <ac:spMk id="9" creationId="{B42C15D8-8A65-4417-B793-313E11968321}"/>
          </ac:spMkLst>
        </pc:spChg>
        <pc:spChg chg="mod">
          <ac:chgData name="Remi de Vogel" userId="5948360e-7b9c-4a22-9ada-df5e8b901c82" providerId="ADAL" clId="{CE3612A8-BCDA-4797-9FD2-28FA85BD9EE9}" dt="2023-02-01T13:19:27.548" v="665"/>
          <ac:spMkLst>
            <pc:docMk/>
            <pc:sldMasterMk cId="259861064" sldId="2147483648"/>
            <ac:spMk id="67" creationId="{6291DFA7-D6C9-580F-0350-7F1E3A2F4E46}"/>
          </ac:spMkLst>
        </pc:spChg>
        <pc:spChg chg="mod">
          <ac:chgData name="Remi de Vogel" userId="5948360e-7b9c-4a22-9ada-df5e8b901c82" providerId="ADAL" clId="{CE3612A8-BCDA-4797-9FD2-28FA85BD9EE9}" dt="2023-02-01T13:47:49.220" v="731" actId="139"/>
          <ac:spMkLst>
            <pc:docMk/>
            <pc:sldMasterMk cId="259861064" sldId="2147483648"/>
            <ac:spMk id="68" creationId="{61C71873-52D3-45F7-59C2-98B44A61CBDD}"/>
          </ac:spMkLst>
        </pc:spChg>
        <pc:spChg chg="del mod">
          <ac:chgData name="Remi de Vogel" userId="5948360e-7b9c-4a22-9ada-df5e8b901c82" providerId="ADAL" clId="{CE3612A8-BCDA-4797-9FD2-28FA85BD9EE9}" dt="2023-02-01T12:07:57.267" v="126" actId="478"/>
          <ac:spMkLst>
            <pc:docMk/>
            <pc:sldMasterMk cId="259861064" sldId="2147483648"/>
            <ac:spMk id="70" creationId="{C8DCFE69-3837-4A66-A4BD-5963F21804D7}"/>
          </ac:spMkLst>
        </pc:spChg>
        <pc:spChg chg="add del mod">
          <ac:chgData name="Remi de Vogel" userId="5948360e-7b9c-4a22-9ada-df5e8b901c82" providerId="ADAL" clId="{CE3612A8-BCDA-4797-9FD2-28FA85BD9EE9}" dt="2023-02-01T12:07:26.717" v="115" actId="478"/>
          <ac:spMkLst>
            <pc:docMk/>
            <pc:sldMasterMk cId="259861064" sldId="2147483648"/>
            <ac:spMk id="71" creationId="{9098352C-A096-9A9D-3927-BFED086CC9B4}"/>
          </ac:spMkLst>
        </pc:spChg>
        <pc:spChg chg="mod">
          <ac:chgData name="Remi de Vogel" userId="5948360e-7b9c-4a22-9ada-df5e8b901c82" providerId="ADAL" clId="{CE3612A8-BCDA-4797-9FD2-28FA85BD9EE9}" dt="2023-02-01T13:47:49.222" v="733" actId="139"/>
          <ac:spMkLst>
            <pc:docMk/>
            <pc:sldMasterMk cId="259861064" sldId="2147483648"/>
            <ac:spMk id="72" creationId="{D0CCF352-5FE7-85C8-603C-8D9FD1E2CB4D}"/>
          </ac:spMkLst>
        </pc:spChg>
        <pc:spChg chg="mod">
          <ac:chgData name="Remi de Vogel" userId="5948360e-7b9c-4a22-9ada-df5e8b901c82" providerId="ADAL" clId="{CE3612A8-BCDA-4797-9FD2-28FA85BD9EE9}" dt="2023-02-01T13:47:49.225" v="735" actId="139"/>
          <ac:spMkLst>
            <pc:docMk/>
            <pc:sldMasterMk cId="259861064" sldId="2147483648"/>
            <ac:spMk id="73" creationId="{DDC0E9FF-D178-AF74-F5DF-8B06BE4DAB13}"/>
          </ac:spMkLst>
        </pc:spChg>
        <pc:sldLayoutChg chg="addSp delSp modSp mod">
          <pc:chgData name="Remi de Vogel" userId="5948360e-7b9c-4a22-9ada-df5e8b901c82" providerId="ADAL" clId="{CE3612A8-BCDA-4797-9FD2-28FA85BD9EE9}" dt="2023-02-01T13:14:03.476" v="601"/>
          <pc:sldLayoutMkLst>
            <pc:docMk/>
            <pc:sldMasterMk cId="259861064" sldId="2147483648"/>
            <pc:sldLayoutMk cId="3031695121" sldId="2147483649"/>
          </pc:sldLayoutMkLst>
          <pc:spChg chg="add mod">
            <ac:chgData name="Remi de Vogel" userId="5948360e-7b9c-4a22-9ada-df5e8b901c82" providerId="ADAL" clId="{CE3612A8-BCDA-4797-9FD2-28FA85BD9EE9}" dt="2023-02-01T13:14:03.476" v="601"/>
            <ac:spMkLst>
              <pc:docMk/>
              <pc:sldMasterMk cId="259861064" sldId="2147483648"/>
              <pc:sldLayoutMk cId="3031695121" sldId="2147483649"/>
              <ac:spMk id="2" creationId="{27B25C63-4906-3070-0973-0D77FC698CE8}"/>
            </ac:spMkLst>
          </pc:spChg>
          <pc:spChg chg="add del mod">
            <ac:chgData name="Remi de Vogel" userId="5948360e-7b9c-4a22-9ada-df5e8b901c82" providerId="ADAL" clId="{CE3612A8-BCDA-4797-9FD2-28FA85BD9EE9}" dt="2023-02-01T12:10:19.251" v="217"/>
            <ac:spMkLst>
              <pc:docMk/>
              <pc:sldMasterMk cId="259861064" sldId="2147483648"/>
              <pc:sldLayoutMk cId="3031695121" sldId="2147483649"/>
              <ac:spMk id="2" creationId="{7D0C2193-C9C3-3A9C-6C84-3833A2BDBCCE}"/>
            </ac:spMkLst>
          </pc:spChg>
          <pc:spChg chg="mod">
            <ac:chgData name="Remi de Vogel" userId="5948360e-7b9c-4a22-9ada-df5e8b901c82" providerId="ADAL" clId="{CE3612A8-BCDA-4797-9FD2-28FA85BD9EE9}" dt="2023-02-01T12:29:53.733" v="468"/>
            <ac:spMkLst>
              <pc:docMk/>
              <pc:sldMasterMk cId="259861064" sldId="2147483648"/>
              <pc:sldLayoutMk cId="3031695121" sldId="2147483649"/>
              <ac:spMk id="3" creationId="{00000000-0000-0000-0000-000000000000}"/>
            </ac:spMkLst>
          </pc:spChg>
          <pc:spChg chg="del">
            <ac:chgData name="Remi de Vogel" userId="5948360e-7b9c-4a22-9ada-df5e8b901c82" providerId="ADAL" clId="{CE3612A8-BCDA-4797-9FD2-28FA85BD9EE9}" dt="2023-02-01T12:10:18.906" v="215"/>
            <ac:spMkLst>
              <pc:docMk/>
              <pc:sldMasterMk cId="259861064" sldId="2147483648"/>
              <pc:sldLayoutMk cId="3031695121" sldId="2147483649"/>
              <ac:spMk id="4" creationId="{44E8C2B5-240F-FB56-40D5-86214806E289}"/>
            </ac:spMkLst>
          </pc:spChg>
          <pc:spChg chg="add mod">
            <ac:chgData name="Remi de Vogel" userId="5948360e-7b9c-4a22-9ada-df5e8b901c82" providerId="ADAL" clId="{CE3612A8-BCDA-4797-9FD2-28FA85BD9EE9}" dt="2023-02-01T13:14:03.476" v="601"/>
            <ac:spMkLst>
              <pc:docMk/>
              <pc:sldMasterMk cId="259861064" sldId="2147483648"/>
              <pc:sldLayoutMk cId="3031695121" sldId="2147483649"/>
              <ac:spMk id="4" creationId="{666CBA16-F3FE-4AD5-965B-DA7569493BCC}"/>
            </ac:spMkLst>
          </pc:spChg>
          <pc:spChg chg="del">
            <ac:chgData name="Remi de Vogel" userId="5948360e-7b9c-4a22-9ada-df5e8b901c82" providerId="ADAL" clId="{CE3612A8-BCDA-4797-9FD2-28FA85BD9EE9}" dt="2023-02-01T12:10:18.906" v="215"/>
            <ac:spMkLst>
              <pc:docMk/>
              <pc:sldMasterMk cId="259861064" sldId="2147483648"/>
              <pc:sldLayoutMk cId="3031695121" sldId="2147483649"/>
              <ac:spMk id="5" creationId="{7A8E28B2-E4F7-B636-67A2-D94B866C4285}"/>
            </ac:spMkLst>
          </pc:spChg>
          <pc:spChg chg="add mod">
            <ac:chgData name="Remi de Vogel" userId="5948360e-7b9c-4a22-9ada-df5e8b901c82" providerId="ADAL" clId="{CE3612A8-BCDA-4797-9FD2-28FA85BD9EE9}" dt="2023-02-01T13:14:03.476" v="601"/>
            <ac:spMkLst>
              <pc:docMk/>
              <pc:sldMasterMk cId="259861064" sldId="2147483648"/>
              <pc:sldLayoutMk cId="3031695121" sldId="2147483649"/>
              <ac:spMk id="5" creationId="{DAA4B8CD-4137-EB9C-2B31-3C763670DDB7}"/>
            </ac:spMkLst>
          </pc:spChg>
          <pc:spChg chg="del">
            <ac:chgData name="Remi de Vogel" userId="5948360e-7b9c-4a22-9ada-df5e8b901c82" providerId="ADAL" clId="{CE3612A8-BCDA-4797-9FD2-28FA85BD9EE9}" dt="2023-02-01T12:10:18.906" v="215"/>
            <ac:spMkLst>
              <pc:docMk/>
              <pc:sldMasterMk cId="259861064" sldId="2147483648"/>
              <pc:sldLayoutMk cId="3031695121" sldId="2147483649"/>
              <ac:spMk id="6" creationId="{41CF4D93-0945-6D65-D417-FA06B4E66E19}"/>
            </ac:spMkLst>
          </pc:spChg>
          <pc:spChg chg="add del mod">
            <ac:chgData name="Remi de Vogel" userId="5948360e-7b9c-4a22-9ada-df5e8b901c82" providerId="ADAL" clId="{CE3612A8-BCDA-4797-9FD2-28FA85BD9EE9}" dt="2023-02-01T12:10:19.251" v="217"/>
            <ac:spMkLst>
              <pc:docMk/>
              <pc:sldMasterMk cId="259861064" sldId="2147483648"/>
              <pc:sldLayoutMk cId="3031695121" sldId="2147483649"/>
              <ac:spMk id="10" creationId="{6F69A9C4-BFA0-7687-1A48-7563E067155A}"/>
            </ac:spMkLst>
          </pc:spChg>
          <pc:spChg chg="add del mod">
            <ac:chgData name="Remi de Vogel" userId="5948360e-7b9c-4a22-9ada-df5e8b901c82" providerId="ADAL" clId="{CE3612A8-BCDA-4797-9FD2-28FA85BD9EE9}" dt="2023-02-01T12:10:19.251" v="217"/>
            <ac:spMkLst>
              <pc:docMk/>
              <pc:sldMasterMk cId="259861064" sldId="2147483648"/>
              <pc:sldLayoutMk cId="3031695121" sldId="2147483649"/>
              <ac:spMk id="12" creationId="{5D66B4C7-065A-A516-E80A-12B0F9F509B5}"/>
            </ac:spMkLst>
          </pc:spChg>
          <pc:spChg chg="add del mod">
            <ac:chgData name="Remi de Vogel" userId="5948360e-7b9c-4a22-9ada-df5e8b901c82" providerId="ADAL" clId="{CE3612A8-BCDA-4797-9FD2-28FA85BD9EE9}" dt="2023-02-01T12:10:26.108" v="219"/>
            <ac:spMkLst>
              <pc:docMk/>
              <pc:sldMasterMk cId="259861064" sldId="2147483648"/>
              <pc:sldLayoutMk cId="3031695121" sldId="2147483649"/>
              <ac:spMk id="14" creationId="{6EEC8709-6628-7C84-4A93-067F74A2B3DD}"/>
            </ac:spMkLst>
          </pc:spChg>
          <pc:spChg chg="add del mod">
            <ac:chgData name="Remi de Vogel" userId="5948360e-7b9c-4a22-9ada-df5e8b901c82" providerId="ADAL" clId="{CE3612A8-BCDA-4797-9FD2-28FA85BD9EE9}" dt="2023-02-01T12:10:26.108" v="219"/>
            <ac:spMkLst>
              <pc:docMk/>
              <pc:sldMasterMk cId="259861064" sldId="2147483648"/>
              <pc:sldLayoutMk cId="3031695121" sldId="2147483649"/>
              <ac:spMk id="15" creationId="{9EFD401D-B6DE-E01C-99FD-40E21F0EA66E}"/>
            </ac:spMkLst>
          </pc:spChg>
          <pc:spChg chg="add del mod">
            <ac:chgData name="Remi de Vogel" userId="5948360e-7b9c-4a22-9ada-df5e8b901c82" providerId="ADAL" clId="{CE3612A8-BCDA-4797-9FD2-28FA85BD9EE9}" dt="2023-02-01T12:10:26.108" v="219"/>
            <ac:spMkLst>
              <pc:docMk/>
              <pc:sldMasterMk cId="259861064" sldId="2147483648"/>
              <pc:sldLayoutMk cId="3031695121" sldId="2147483649"/>
              <ac:spMk id="16" creationId="{4499316D-D9B5-9A1E-80FC-424521D4203E}"/>
            </ac:spMkLst>
          </pc:spChg>
        </pc:sldLayoutChg>
        <pc:sldLayoutChg chg="addSp delSp modSp">
          <pc:chgData name="Remi de Vogel" userId="5948360e-7b9c-4a22-9ada-df5e8b901c82" providerId="ADAL" clId="{CE3612A8-BCDA-4797-9FD2-28FA85BD9EE9}" dt="2023-02-01T12:11:33.635" v="243"/>
          <pc:sldLayoutMkLst>
            <pc:docMk/>
            <pc:sldMasterMk cId="259861064" sldId="2147483648"/>
            <pc:sldLayoutMk cId="276490111" sldId="2147483650"/>
          </pc:sldLayoutMkLst>
          <pc:spChg chg="add mod">
            <ac:chgData name="Remi de Vogel" userId="5948360e-7b9c-4a22-9ada-df5e8b901c82" providerId="ADAL" clId="{CE3612A8-BCDA-4797-9FD2-28FA85BD9EE9}" dt="2023-02-01T12:11:33.635" v="243"/>
            <ac:spMkLst>
              <pc:docMk/>
              <pc:sldMasterMk cId="259861064" sldId="2147483648"/>
              <pc:sldLayoutMk cId="276490111" sldId="2147483650"/>
              <ac:spMk id="2" creationId="{45A56239-EABF-F190-F1D8-A6E329C2A58A}"/>
            </ac:spMkLst>
          </pc:spChg>
          <pc:spChg chg="add mod">
            <ac:chgData name="Remi de Vogel" userId="5948360e-7b9c-4a22-9ada-df5e8b901c82" providerId="ADAL" clId="{CE3612A8-BCDA-4797-9FD2-28FA85BD9EE9}" dt="2023-02-01T12:11:33.635" v="243"/>
            <ac:spMkLst>
              <pc:docMk/>
              <pc:sldMasterMk cId="259861064" sldId="2147483648"/>
              <pc:sldLayoutMk cId="276490111" sldId="2147483650"/>
              <ac:spMk id="3" creationId="{5EB82D06-EF91-932D-7620-2B4110665F95}"/>
            </ac:spMkLst>
          </pc:spChg>
          <pc:spChg chg="add mod">
            <ac:chgData name="Remi de Vogel" userId="5948360e-7b9c-4a22-9ada-df5e8b901c82" providerId="ADAL" clId="{CE3612A8-BCDA-4797-9FD2-28FA85BD9EE9}" dt="2023-02-01T12:11:33.635" v="243"/>
            <ac:spMkLst>
              <pc:docMk/>
              <pc:sldMasterMk cId="259861064" sldId="2147483648"/>
              <pc:sldLayoutMk cId="276490111" sldId="2147483650"/>
              <ac:spMk id="4" creationId="{6DA08F9F-1F9D-002D-EFF8-3198E474E318}"/>
            </ac:spMkLst>
          </pc:spChg>
          <pc:spChg chg="del">
            <ac:chgData name="Remi de Vogel" userId="5948360e-7b9c-4a22-9ada-df5e8b901c82" providerId="ADAL" clId="{CE3612A8-BCDA-4797-9FD2-28FA85BD9EE9}" dt="2023-02-01T12:11:33.491" v="242"/>
            <ac:spMkLst>
              <pc:docMk/>
              <pc:sldMasterMk cId="259861064" sldId="2147483648"/>
              <pc:sldLayoutMk cId="276490111" sldId="2147483650"/>
              <ac:spMk id="5" creationId="{098ED5D7-F6B9-126B-939C-2A3AFEBF6EDE}"/>
            </ac:spMkLst>
          </pc:spChg>
          <pc:spChg chg="del">
            <ac:chgData name="Remi de Vogel" userId="5948360e-7b9c-4a22-9ada-df5e8b901c82" providerId="ADAL" clId="{CE3612A8-BCDA-4797-9FD2-28FA85BD9EE9}" dt="2023-02-01T12:11:33.491" v="242"/>
            <ac:spMkLst>
              <pc:docMk/>
              <pc:sldMasterMk cId="259861064" sldId="2147483648"/>
              <pc:sldLayoutMk cId="276490111" sldId="2147483650"/>
              <ac:spMk id="13" creationId="{DC4D8F4D-B346-A779-DD12-40F8B0D73BCA}"/>
            </ac:spMkLst>
          </pc:spChg>
          <pc:spChg chg="del">
            <ac:chgData name="Remi de Vogel" userId="5948360e-7b9c-4a22-9ada-df5e8b901c82" providerId="ADAL" clId="{CE3612A8-BCDA-4797-9FD2-28FA85BD9EE9}" dt="2023-02-01T12:11:33.491" v="242"/>
            <ac:spMkLst>
              <pc:docMk/>
              <pc:sldMasterMk cId="259861064" sldId="2147483648"/>
              <pc:sldLayoutMk cId="276490111" sldId="2147483650"/>
              <ac:spMk id="14" creationId="{3127905F-A30F-9294-7451-A92627A595B9}"/>
            </ac:spMkLst>
          </pc:spChg>
        </pc:sldLayoutChg>
        <pc:sldLayoutChg chg="addSp delSp modSp">
          <pc:chgData name="Remi de Vogel" userId="5948360e-7b9c-4a22-9ada-df5e8b901c82" providerId="ADAL" clId="{CE3612A8-BCDA-4797-9FD2-28FA85BD9EE9}" dt="2023-02-01T12:11:35.826" v="245"/>
          <pc:sldLayoutMkLst>
            <pc:docMk/>
            <pc:sldMasterMk cId="259861064" sldId="2147483648"/>
            <pc:sldLayoutMk cId="3831577900" sldId="2147483652"/>
          </pc:sldLayoutMkLst>
          <pc:spChg chg="add mod">
            <ac:chgData name="Remi de Vogel" userId="5948360e-7b9c-4a22-9ada-df5e8b901c82" providerId="ADAL" clId="{CE3612A8-BCDA-4797-9FD2-28FA85BD9EE9}" dt="2023-02-01T12:11:35.826" v="245"/>
            <ac:spMkLst>
              <pc:docMk/>
              <pc:sldMasterMk cId="259861064" sldId="2147483648"/>
              <pc:sldLayoutMk cId="3831577900" sldId="2147483652"/>
              <ac:spMk id="2" creationId="{4430DBB3-14FB-F94C-C436-FE59A3CCCE18}"/>
            </ac:spMkLst>
          </pc:spChg>
          <pc:spChg chg="add mod">
            <ac:chgData name="Remi de Vogel" userId="5948360e-7b9c-4a22-9ada-df5e8b901c82" providerId="ADAL" clId="{CE3612A8-BCDA-4797-9FD2-28FA85BD9EE9}" dt="2023-02-01T12:11:35.826" v="245"/>
            <ac:spMkLst>
              <pc:docMk/>
              <pc:sldMasterMk cId="259861064" sldId="2147483648"/>
              <pc:sldLayoutMk cId="3831577900" sldId="2147483652"/>
              <ac:spMk id="3" creationId="{056CD741-B27A-C28C-8CF8-2B9AE6DE341A}"/>
            </ac:spMkLst>
          </pc:spChg>
          <pc:spChg chg="add mod">
            <ac:chgData name="Remi de Vogel" userId="5948360e-7b9c-4a22-9ada-df5e8b901c82" providerId="ADAL" clId="{CE3612A8-BCDA-4797-9FD2-28FA85BD9EE9}" dt="2023-02-01T12:11:35.826" v="245"/>
            <ac:spMkLst>
              <pc:docMk/>
              <pc:sldMasterMk cId="259861064" sldId="2147483648"/>
              <pc:sldLayoutMk cId="3831577900" sldId="2147483652"/>
              <ac:spMk id="4" creationId="{1D05DE62-CFCC-01F6-3633-7286534F1946}"/>
            </ac:spMkLst>
          </pc:spChg>
          <pc:spChg chg="del">
            <ac:chgData name="Remi de Vogel" userId="5948360e-7b9c-4a22-9ada-df5e8b901c82" providerId="ADAL" clId="{CE3612A8-BCDA-4797-9FD2-28FA85BD9EE9}" dt="2023-02-01T12:11:35.698" v="244"/>
            <ac:spMkLst>
              <pc:docMk/>
              <pc:sldMasterMk cId="259861064" sldId="2147483648"/>
              <pc:sldLayoutMk cId="3831577900" sldId="2147483652"/>
              <ac:spMk id="5" creationId="{DAEC16F0-29A6-806E-3CCF-27CC63AF27B1}"/>
            </ac:spMkLst>
          </pc:spChg>
          <pc:spChg chg="del">
            <ac:chgData name="Remi de Vogel" userId="5948360e-7b9c-4a22-9ada-df5e8b901c82" providerId="ADAL" clId="{CE3612A8-BCDA-4797-9FD2-28FA85BD9EE9}" dt="2023-02-01T12:11:35.698" v="244"/>
            <ac:spMkLst>
              <pc:docMk/>
              <pc:sldMasterMk cId="259861064" sldId="2147483648"/>
              <pc:sldLayoutMk cId="3831577900" sldId="2147483652"/>
              <ac:spMk id="6" creationId="{28BB9BDB-95AF-64D9-5C40-4266F40AA9FA}"/>
            </ac:spMkLst>
          </pc:spChg>
          <pc:spChg chg="del">
            <ac:chgData name="Remi de Vogel" userId="5948360e-7b9c-4a22-9ada-df5e8b901c82" providerId="ADAL" clId="{CE3612A8-BCDA-4797-9FD2-28FA85BD9EE9}" dt="2023-02-01T12:11:35.698" v="244"/>
            <ac:spMkLst>
              <pc:docMk/>
              <pc:sldMasterMk cId="259861064" sldId="2147483648"/>
              <pc:sldLayoutMk cId="3831577900" sldId="2147483652"/>
              <ac:spMk id="15" creationId="{FF62D965-82F8-3FE9-9674-69D633F21E76}"/>
            </ac:spMkLst>
          </pc:spChg>
        </pc:sldLayoutChg>
        <pc:sldLayoutChg chg="addSp delSp modSp">
          <pc:chgData name="Remi de Vogel" userId="5948360e-7b9c-4a22-9ada-df5e8b901c82" providerId="ADAL" clId="{CE3612A8-BCDA-4797-9FD2-28FA85BD9EE9}" dt="2023-02-01T12:13:32.180" v="269"/>
          <pc:sldLayoutMkLst>
            <pc:docMk/>
            <pc:sldMasterMk cId="259861064" sldId="2147483648"/>
            <pc:sldLayoutMk cId="2538990565" sldId="2147483654"/>
          </pc:sldLayoutMkLst>
          <pc:spChg chg="del">
            <ac:chgData name="Remi de Vogel" userId="5948360e-7b9c-4a22-9ada-df5e8b901c82" providerId="ADAL" clId="{CE3612A8-BCDA-4797-9FD2-28FA85BD9EE9}" dt="2023-02-01T12:13:32.066" v="268"/>
            <ac:spMkLst>
              <pc:docMk/>
              <pc:sldMasterMk cId="259861064" sldId="2147483648"/>
              <pc:sldLayoutMk cId="2538990565" sldId="2147483654"/>
              <ac:spMk id="2" creationId="{42CE7B2E-6195-B5AC-4841-7731F38D821B}"/>
            </ac:spMkLst>
          </pc:spChg>
          <pc:spChg chg="add mod">
            <ac:chgData name="Remi de Vogel" userId="5948360e-7b9c-4a22-9ada-df5e8b901c82" providerId="ADAL" clId="{CE3612A8-BCDA-4797-9FD2-28FA85BD9EE9}" dt="2023-02-01T12:13:32.180" v="269"/>
            <ac:spMkLst>
              <pc:docMk/>
              <pc:sldMasterMk cId="259861064" sldId="2147483648"/>
              <pc:sldLayoutMk cId="2538990565" sldId="2147483654"/>
              <ac:spMk id="3" creationId="{CCA5FDA2-15FE-80C0-EE7B-61C3094AC966}"/>
            </ac:spMkLst>
          </pc:spChg>
          <pc:spChg chg="del">
            <ac:chgData name="Remi de Vogel" userId="5948360e-7b9c-4a22-9ada-df5e8b901c82" providerId="ADAL" clId="{CE3612A8-BCDA-4797-9FD2-28FA85BD9EE9}" dt="2023-02-01T12:13:32.066" v="268"/>
            <ac:spMkLst>
              <pc:docMk/>
              <pc:sldMasterMk cId="259861064" sldId="2147483648"/>
              <pc:sldLayoutMk cId="2538990565" sldId="2147483654"/>
              <ac:spMk id="4" creationId="{C2C90AAF-EFD5-3DC1-CBD4-A76C56ACE404}"/>
            </ac:spMkLst>
          </pc:spChg>
          <pc:spChg chg="del">
            <ac:chgData name="Remi de Vogel" userId="5948360e-7b9c-4a22-9ada-df5e8b901c82" providerId="ADAL" clId="{CE3612A8-BCDA-4797-9FD2-28FA85BD9EE9}" dt="2023-02-01T12:13:32.066" v="268"/>
            <ac:spMkLst>
              <pc:docMk/>
              <pc:sldMasterMk cId="259861064" sldId="2147483648"/>
              <pc:sldLayoutMk cId="2538990565" sldId="2147483654"/>
              <ac:spMk id="5" creationId="{D0638B03-F99B-9C91-8282-B4972DF2CC1A}"/>
            </ac:spMkLst>
          </pc:spChg>
          <pc:spChg chg="add mod">
            <ac:chgData name="Remi de Vogel" userId="5948360e-7b9c-4a22-9ada-df5e8b901c82" providerId="ADAL" clId="{CE3612A8-BCDA-4797-9FD2-28FA85BD9EE9}" dt="2023-02-01T12:13:32.180" v="269"/>
            <ac:spMkLst>
              <pc:docMk/>
              <pc:sldMasterMk cId="259861064" sldId="2147483648"/>
              <pc:sldLayoutMk cId="2538990565" sldId="2147483654"/>
              <ac:spMk id="8" creationId="{71F2FA62-D339-01DE-F554-87858F02C24F}"/>
            </ac:spMkLst>
          </pc:spChg>
          <pc:spChg chg="add mod">
            <ac:chgData name="Remi de Vogel" userId="5948360e-7b9c-4a22-9ada-df5e8b901c82" providerId="ADAL" clId="{CE3612A8-BCDA-4797-9FD2-28FA85BD9EE9}" dt="2023-02-01T12:13:32.180" v="269"/>
            <ac:spMkLst>
              <pc:docMk/>
              <pc:sldMasterMk cId="259861064" sldId="2147483648"/>
              <pc:sldLayoutMk cId="2538990565" sldId="2147483654"/>
              <ac:spMk id="10" creationId="{667C5A0F-4480-59BD-8FCA-8684304B9268}"/>
            </ac:spMkLst>
          </pc:spChg>
        </pc:sldLayoutChg>
        <pc:sldLayoutChg chg="addSp delSp modSp">
          <pc:chgData name="Remi de Vogel" userId="5948360e-7b9c-4a22-9ada-df5e8b901c82" providerId="ADAL" clId="{CE3612A8-BCDA-4797-9FD2-28FA85BD9EE9}" dt="2023-02-01T12:13:33.692" v="271"/>
          <pc:sldLayoutMkLst>
            <pc:docMk/>
            <pc:sldMasterMk cId="259861064" sldId="2147483648"/>
            <pc:sldLayoutMk cId="4164875606" sldId="2147483655"/>
          </pc:sldLayoutMkLst>
          <pc:spChg chg="add mod">
            <ac:chgData name="Remi de Vogel" userId="5948360e-7b9c-4a22-9ada-df5e8b901c82" providerId="ADAL" clId="{CE3612A8-BCDA-4797-9FD2-28FA85BD9EE9}" dt="2023-02-01T12:13:33.692" v="271"/>
            <ac:spMkLst>
              <pc:docMk/>
              <pc:sldMasterMk cId="259861064" sldId="2147483648"/>
              <pc:sldLayoutMk cId="4164875606" sldId="2147483655"/>
              <ac:spMk id="2" creationId="{D265B789-151F-395D-61FF-287D6909A940}"/>
            </ac:spMkLst>
          </pc:spChg>
          <pc:spChg chg="add mod">
            <ac:chgData name="Remi de Vogel" userId="5948360e-7b9c-4a22-9ada-df5e8b901c82" providerId="ADAL" clId="{CE3612A8-BCDA-4797-9FD2-28FA85BD9EE9}" dt="2023-02-01T12:13:33.692" v="271"/>
            <ac:spMkLst>
              <pc:docMk/>
              <pc:sldMasterMk cId="259861064" sldId="2147483648"/>
              <pc:sldLayoutMk cId="4164875606" sldId="2147483655"/>
              <ac:spMk id="3" creationId="{C6E291F2-A08C-B5A9-95F3-B4E1D20314FC}"/>
            </ac:spMkLst>
          </pc:spChg>
          <pc:spChg chg="add mod">
            <ac:chgData name="Remi de Vogel" userId="5948360e-7b9c-4a22-9ada-df5e8b901c82" providerId="ADAL" clId="{CE3612A8-BCDA-4797-9FD2-28FA85BD9EE9}" dt="2023-02-01T12:13:33.692" v="271"/>
            <ac:spMkLst>
              <pc:docMk/>
              <pc:sldMasterMk cId="259861064" sldId="2147483648"/>
              <pc:sldLayoutMk cId="4164875606" sldId="2147483655"/>
              <ac:spMk id="4" creationId="{48A71DA2-DFC7-13B9-CDB8-300D50DE10F7}"/>
            </ac:spMkLst>
          </pc:spChg>
          <pc:spChg chg="del">
            <ac:chgData name="Remi de Vogel" userId="5948360e-7b9c-4a22-9ada-df5e8b901c82" providerId="ADAL" clId="{CE3612A8-BCDA-4797-9FD2-28FA85BD9EE9}" dt="2023-02-01T12:13:33.547" v="270"/>
            <ac:spMkLst>
              <pc:docMk/>
              <pc:sldMasterMk cId="259861064" sldId="2147483648"/>
              <pc:sldLayoutMk cId="4164875606" sldId="2147483655"/>
              <ac:spMk id="5" creationId="{B3F8C73B-0FB9-C35E-7157-36A29A15E877}"/>
            </ac:spMkLst>
          </pc:spChg>
          <pc:spChg chg="del">
            <ac:chgData name="Remi de Vogel" userId="5948360e-7b9c-4a22-9ada-df5e8b901c82" providerId="ADAL" clId="{CE3612A8-BCDA-4797-9FD2-28FA85BD9EE9}" dt="2023-02-01T12:13:33.547" v="270"/>
            <ac:spMkLst>
              <pc:docMk/>
              <pc:sldMasterMk cId="259861064" sldId="2147483648"/>
              <pc:sldLayoutMk cId="4164875606" sldId="2147483655"/>
              <ac:spMk id="6" creationId="{B72A608F-F28C-C3A8-F848-9F0410C6AA50}"/>
            </ac:spMkLst>
          </pc:spChg>
          <pc:spChg chg="del">
            <ac:chgData name="Remi de Vogel" userId="5948360e-7b9c-4a22-9ada-df5e8b901c82" providerId="ADAL" clId="{CE3612A8-BCDA-4797-9FD2-28FA85BD9EE9}" dt="2023-02-01T12:13:33.547" v="270"/>
            <ac:spMkLst>
              <pc:docMk/>
              <pc:sldMasterMk cId="259861064" sldId="2147483648"/>
              <pc:sldLayoutMk cId="4164875606" sldId="2147483655"/>
              <ac:spMk id="7" creationId="{92F63461-E385-7798-FC20-A43AC335956E}"/>
            </ac:spMkLst>
          </pc:spChg>
        </pc:sldLayoutChg>
        <pc:sldLayoutChg chg="addSp delSp modSp">
          <pc:chgData name="Remi de Vogel" userId="5948360e-7b9c-4a22-9ada-df5e8b901c82" providerId="ADAL" clId="{CE3612A8-BCDA-4797-9FD2-28FA85BD9EE9}" dt="2023-02-01T12:11:43.035" v="253"/>
          <pc:sldLayoutMkLst>
            <pc:docMk/>
            <pc:sldMasterMk cId="259861064" sldId="2147483648"/>
            <pc:sldLayoutMk cId="36604280" sldId="2147483656"/>
          </pc:sldLayoutMkLst>
          <pc:spChg chg="del">
            <ac:chgData name="Remi de Vogel" userId="5948360e-7b9c-4a22-9ada-df5e8b901c82" providerId="ADAL" clId="{CE3612A8-BCDA-4797-9FD2-28FA85BD9EE9}" dt="2023-02-01T12:11:42.914" v="252"/>
            <ac:spMkLst>
              <pc:docMk/>
              <pc:sldMasterMk cId="259861064" sldId="2147483648"/>
              <pc:sldLayoutMk cId="36604280" sldId="2147483656"/>
              <ac:spMk id="2" creationId="{AAA0E9D4-0BFD-D386-2D06-80478B8C6492}"/>
            </ac:spMkLst>
          </pc:spChg>
          <pc:spChg chg="del">
            <ac:chgData name="Remi de Vogel" userId="5948360e-7b9c-4a22-9ada-df5e8b901c82" providerId="ADAL" clId="{CE3612A8-BCDA-4797-9FD2-28FA85BD9EE9}" dt="2023-02-01T12:11:42.914" v="252"/>
            <ac:spMkLst>
              <pc:docMk/>
              <pc:sldMasterMk cId="259861064" sldId="2147483648"/>
              <pc:sldLayoutMk cId="36604280" sldId="2147483656"/>
              <ac:spMk id="3" creationId="{23C74BB2-68CC-7CB4-8375-0FE691AB9237}"/>
            </ac:spMkLst>
          </pc:spChg>
          <pc:spChg chg="add mod">
            <ac:chgData name="Remi de Vogel" userId="5948360e-7b9c-4a22-9ada-df5e8b901c82" providerId="ADAL" clId="{CE3612A8-BCDA-4797-9FD2-28FA85BD9EE9}" dt="2023-02-01T12:11:43.035" v="253"/>
            <ac:spMkLst>
              <pc:docMk/>
              <pc:sldMasterMk cId="259861064" sldId="2147483648"/>
              <pc:sldLayoutMk cId="36604280" sldId="2147483656"/>
              <ac:spMk id="4" creationId="{76ED0B91-1F1D-843F-275F-99DB596394A5}"/>
            </ac:spMkLst>
          </pc:spChg>
          <pc:spChg chg="del">
            <ac:chgData name="Remi de Vogel" userId="5948360e-7b9c-4a22-9ada-df5e8b901c82" providerId="ADAL" clId="{CE3612A8-BCDA-4797-9FD2-28FA85BD9EE9}" dt="2023-02-01T12:11:42.914" v="252"/>
            <ac:spMkLst>
              <pc:docMk/>
              <pc:sldMasterMk cId="259861064" sldId="2147483648"/>
              <pc:sldLayoutMk cId="36604280" sldId="2147483656"/>
              <ac:spMk id="5" creationId="{1B204F67-227B-82C1-3E7B-B19D7D7F7B31}"/>
            </ac:spMkLst>
          </pc:spChg>
          <pc:spChg chg="add mod">
            <ac:chgData name="Remi de Vogel" userId="5948360e-7b9c-4a22-9ada-df5e8b901c82" providerId="ADAL" clId="{CE3612A8-BCDA-4797-9FD2-28FA85BD9EE9}" dt="2023-02-01T12:11:43.035" v="253"/>
            <ac:spMkLst>
              <pc:docMk/>
              <pc:sldMasterMk cId="259861064" sldId="2147483648"/>
              <pc:sldLayoutMk cId="36604280" sldId="2147483656"/>
              <ac:spMk id="6" creationId="{2D03171B-64B9-B5AF-FF8C-981032E1B4CB}"/>
            </ac:spMkLst>
          </pc:spChg>
          <pc:spChg chg="add mod">
            <ac:chgData name="Remi de Vogel" userId="5948360e-7b9c-4a22-9ada-df5e8b901c82" providerId="ADAL" clId="{CE3612A8-BCDA-4797-9FD2-28FA85BD9EE9}" dt="2023-02-01T12:11:43.035" v="253"/>
            <ac:spMkLst>
              <pc:docMk/>
              <pc:sldMasterMk cId="259861064" sldId="2147483648"/>
              <pc:sldLayoutMk cId="36604280" sldId="2147483656"/>
              <ac:spMk id="7" creationId="{0AC5BD1B-4A6F-35B4-3B9E-18B5A0C593B6}"/>
            </ac:spMkLst>
          </pc:spChg>
        </pc:sldLayoutChg>
        <pc:sldLayoutChg chg="addSp delSp modSp">
          <pc:chgData name="Remi de Vogel" userId="5948360e-7b9c-4a22-9ada-df5e8b901c82" providerId="ADAL" clId="{CE3612A8-BCDA-4797-9FD2-28FA85BD9EE9}" dt="2023-02-01T12:11:50.596" v="263"/>
          <pc:sldLayoutMkLst>
            <pc:docMk/>
            <pc:sldMasterMk cId="259861064" sldId="2147483648"/>
            <pc:sldLayoutMk cId="1622635753" sldId="2147483658"/>
          </pc:sldLayoutMkLst>
          <pc:spChg chg="add mod">
            <ac:chgData name="Remi de Vogel" userId="5948360e-7b9c-4a22-9ada-df5e8b901c82" providerId="ADAL" clId="{CE3612A8-BCDA-4797-9FD2-28FA85BD9EE9}" dt="2023-02-01T12:11:50.596" v="263"/>
            <ac:spMkLst>
              <pc:docMk/>
              <pc:sldMasterMk cId="259861064" sldId="2147483648"/>
              <pc:sldLayoutMk cId="1622635753" sldId="2147483658"/>
              <ac:spMk id="2" creationId="{2942BE73-4AA1-D37E-0D06-A0E883B1599B}"/>
            </ac:spMkLst>
          </pc:spChg>
          <pc:spChg chg="del">
            <ac:chgData name="Remi de Vogel" userId="5948360e-7b9c-4a22-9ada-df5e8b901c82" providerId="ADAL" clId="{CE3612A8-BCDA-4797-9FD2-28FA85BD9EE9}" dt="2023-02-01T12:11:50.467" v="262"/>
            <ac:spMkLst>
              <pc:docMk/>
              <pc:sldMasterMk cId="259861064" sldId="2147483648"/>
              <pc:sldLayoutMk cId="1622635753" sldId="2147483658"/>
              <ac:spMk id="3" creationId="{CD396895-7F30-ACE6-D525-5F203C3EFE61}"/>
            </ac:spMkLst>
          </pc:spChg>
          <pc:spChg chg="del">
            <ac:chgData name="Remi de Vogel" userId="5948360e-7b9c-4a22-9ada-df5e8b901c82" providerId="ADAL" clId="{CE3612A8-BCDA-4797-9FD2-28FA85BD9EE9}" dt="2023-02-01T12:11:50.467" v="262"/>
            <ac:spMkLst>
              <pc:docMk/>
              <pc:sldMasterMk cId="259861064" sldId="2147483648"/>
              <pc:sldLayoutMk cId="1622635753" sldId="2147483658"/>
              <ac:spMk id="4" creationId="{438F0718-9E8E-9B35-B9C9-D47637EA9FFB}"/>
            </ac:spMkLst>
          </pc:spChg>
          <pc:spChg chg="add mod">
            <ac:chgData name="Remi de Vogel" userId="5948360e-7b9c-4a22-9ada-df5e8b901c82" providerId="ADAL" clId="{CE3612A8-BCDA-4797-9FD2-28FA85BD9EE9}" dt="2023-02-01T12:11:50.596" v="263"/>
            <ac:spMkLst>
              <pc:docMk/>
              <pc:sldMasterMk cId="259861064" sldId="2147483648"/>
              <pc:sldLayoutMk cId="1622635753" sldId="2147483658"/>
              <ac:spMk id="7" creationId="{420606C7-922F-FFA6-1E2D-634FF12CFDB0}"/>
            </ac:spMkLst>
          </pc:spChg>
          <pc:spChg chg="add mod">
            <ac:chgData name="Remi de Vogel" userId="5948360e-7b9c-4a22-9ada-df5e8b901c82" providerId="ADAL" clId="{CE3612A8-BCDA-4797-9FD2-28FA85BD9EE9}" dt="2023-02-01T12:11:50.596" v="263"/>
            <ac:spMkLst>
              <pc:docMk/>
              <pc:sldMasterMk cId="259861064" sldId="2147483648"/>
              <pc:sldLayoutMk cId="1622635753" sldId="2147483658"/>
              <ac:spMk id="9" creationId="{A78C6B79-AA30-D6FD-ABB6-F0ACC5D60968}"/>
            </ac:spMkLst>
          </pc:spChg>
          <pc:spChg chg="del">
            <ac:chgData name="Remi de Vogel" userId="5948360e-7b9c-4a22-9ada-df5e8b901c82" providerId="ADAL" clId="{CE3612A8-BCDA-4797-9FD2-28FA85BD9EE9}" dt="2023-02-01T12:11:50.467" v="262"/>
            <ac:spMkLst>
              <pc:docMk/>
              <pc:sldMasterMk cId="259861064" sldId="2147483648"/>
              <pc:sldLayoutMk cId="1622635753" sldId="2147483658"/>
              <ac:spMk id="10" creationId="{A22DE2DB-2A38-56EB-C903-7DEF3377550F}"/>
            </ac:spMkLst>
          </pc:spChg>
        </pc:sldLayoutChg>
        <pc:sldLayoutChg chg="addSp delSp modSp">
          <pc:chgData name="Remi de Vogel" userId="5948360e-7b9c-4a22-9ada-df5e8b901c82" providerId="ADAL" clId="{CE3612A8-BCDA-4797-9FD2-28FA85BD9EE9}" dt="2023-02-01T12:11:48.075" v="259"/>
          <pc:sldLayoutMkLst>
            <pc:docMk/>
            <pc:sldMasterMk cId="259861064" sldId="2147483648"/>
            <pc:sldLayoutMk cId="1181860749" sldId="2147483660"/>
          </pc:sldLayoutMkLst>
          <pc:spChg chg="del">
            <ac:chgData name="Remi de Vogel" userId="5948360e-7b9c-4a22-9ada-df5e8b901c82" providerId="ADAL" clId="{CE3612A8-BCDA-4797-9FD2-28FA85BD9EE9}" dt="2023-02-01T12:11:47.962" v="258"/>
            <ac:spMkLst>
              <pc:docMk/>
              <pc:sldMasterMk cId="259861064" sldId="2147483648"/>
              <pc:sldLayoutMk cId="1181860749" sldId="2147483660"/>
              <ac:spMk id="2" creationId="{4A896467-8CDD-5955-E022-D1026B6BB462}"/>
            </ac:spMkLst>
          </pc:spChg>
          <pc:spChg chg="del">
            <ac:chgData name="Remi de Vogel" userId="5948360e-7b9c-4a22-9ada-df5e8b901c82" providerId="ADAL" clId="{CE3612A8-BCDA-4797-9FD2-28FA85BD9EE9}" dt="2023-02-01T12:11:47.962" v="258"/>
            <ac:spMkLst>
              <pc:docMk/>
              <pc:sldMasterMk cId="259861064" sldId="2147483648"/>
              <pc:sldLayoutMk cId="1181860749" sldId="2147483660"/>
              <ac:spMk id="3" creationId="{1AF9269B-1D5B-D99F-0B40-B48CDF8879B8}"/>
            </ac:spMkLst>
          </pc:spChg>
          <pc:spChg chg="add mod">
            <ac:chgData name="Remi de Vogel" userId="5948360e-7b9c-4a22-9ada-df5e8b901c82" providerId="ADAL" clId="{CE3612A8-BCDA-4797-9FD2-28FA85BD9EE9}" dt="2023-02-01T12:11:48.075" v="259"/>
            <ac:spMkLst>
              <pc:docMk/>
              <pc:sldMasterMk cId="259861064" sldId="2147483648"/>
              <pc:sldLayoutMk cId="1181860749" sldId="2147483660"/>
              <ac:spMk id="4" creationId="{070E979D-9454-FB8C-B199-5F6876AB5F5E}"/>
            </ac:spMkLst>
          </pc:spChg>
          <pc:spChg chg="del">
            <ac:chgData name="Remi de Vogel" userId="5948360e-7b9c-4a22-9ada-df5e8b901c82" providerId="ADAL" clId="{CE3612A8-BCDA-4797-9FD2-28FA85BD9EE9}" dt="2023-02-01T12:11:47.962" v="258"/>
            <ac:spMkLst>
              <pc:docMk/>
              <pc:sldMasterMk cId="259861064" sldId="2147483648"/>
              <pc:sldLayoutMk cId="1181860749" sldId="2147483660"/>
              <ac:spMk id="5" creationId="{49EC44DB-B581-13BA-6D7E-E3354266A6D0}"/>
            </ac:spMkLst>
          </pc:spChg>
          <pc:spChg chg="add mod">
            <ac:chgData name="Remi de Vogel" userId="5948360e-7b9c-4a22-9ada-df5e8b901c82" providerId="ADAL" clId="{CE3612A8-BCDA-4797-9FD2-28FA85BD9EE9}" dt="2023-02-01T12:11:48.075" v="259"/>
            <ac:spMkLst>
              <pc:docMk/>
              <pc:sldMasterMk cId="259861064" sldId="2147483648"/>
              <pc:sldLayoutMk cId="1181860749" sldId="2147483660"/>
              <ac:spMk id="6" creationId="{75A0E174-4A07-5336-604B-2853774A23CA}"/>
            </ac:spMkLst>
          </pc:spChg>
          <pc:spChg chg="add mod">
            <ac:chgData name="Remi de Vogel" userId="5948360e-7b9c-4a22-9ada-df5e8b901c82" providerId="ADAL" clId="{CE3612A8-BCDA-4797-9FD2-28FA85BD9EE9}" dt="2023-02-01T12:11:48.075" v="259"/>
            <ac:spMkLst>
              <pc:docMk/>
              <pc:sldMasterMk cId="259861064" sldId="2147483648"/>
              <pc:sldLayoutMk cId="1181860749" sldId="2147483660"/>
              <ac:spMk id="7" creationId="{853D9C14-FA0C-1C44-A7BA-BD06D521ED67}"/>
            </ac:spMkLst>
          </pc:spChg>
        </pc:sldLayoutChg>
        <pc:sldLayoutChg chg="addSp delSp modSp mod">
          <pc:chgData name="Remi de Vogel" userId="5948360e-7b9c-4a22-9ada-df5e8b901c82" providerId="ADAL" clId="{CE3612A8-BCDA-4797-9FD2-28FA85BD9EE9}" dt="2023-02-01T13:20:14.856" v="678"/>
          <pc:sldLayoutMkLst>
            <pc:docMk/>
            <pc:sldMasterMk cId="259861064" sldId="2147483648"/>
            <pc:sldLayoutMk cId="1494416066" sldId="2147483662"/>
          </pc:sldLayoutMkLst>
          <pc:spChg chg="add mod">
            <ac:chgData name="Remi de Vogel" userId="5948360e-7b9c-4a22-9ada-df5e8b901c82" providerId="ADAL" clId="{CE3612A8-BCDA-4797-9FD2-28FA85BD9EE9}" dt="2023-02-01T12:14:00.747" v="282"/>
            <ac:spMkLst>
              <pc:docMk/>
              <pc:sldMasterMk cId="259861064" sldId="2147483648"/>
              <pc:sldLayoutMk cId="1494416066" sldId="2147483662"/>
              <ac:spMk id="3" creationId="{D7353F65-3946-7781-2E0B-18672FB94A9E}"/>
            </ac:spMkLst>
          </pc:spChg>
          <pc:spChg chg="add mod">
            <ac:chgData name="Remi de Vogel" userId="5948360e-7b9c-4a22-9ada-df5e8b901c82" providerId="ADAL" clId="{CE3612A8-BCDA-4797-9FD2-28FA85BD9EE9}" dt="2023-02-01T13:20:14.856" v="678"/>
            <ac:spMkLst>
              <pc:docMk/>
              <pc:sldMasterMk cId="259861064" sldId="2147483648"/>
              <pc:sldLayoutMk cId="1494416066" sldId="2147483662"/>
              <ac:spMk id="4" creationId="{60A17DF3-0647-2957-255B-2671FE7FCD4B}"/>
            </ac:spMkLst>
          </pc:spChg>
          <pc:spChg chg="del">
            <ac:chgData name="Remi de Vogel" userId="5948360e-7b9c-4a22-9ada-df5e8b901c82" providerId="ADAL" clId="{CE3612A8-BCDA-4797-9FD2-28FA85BD9EE9}" dt="2023-02-01T12:14:00.619" v="281"/>
            <ac:spMkLst>
              <pc:docMk/>
              <pc:sldMasterMk cId="259861064" sldId="2147483648"/>
              <pc:sldLayoutMk cId="1494416066" sldId="2147483662"/>
              <ac:spMk id="4" creationId="{CE79B167-205A-513D-0662-BDCCF4AA0238}"/>
            </ac:spMkLst>
          </pc:spChg>
          <pc:spChg chg="del">
            <ac:chgData name="Remi de Vogel" userId="5948360e-7b9c-4a22-9ada-df5e8b901c82" providerId="ADAL" clId="{CE3612A8-BCDA-4797-9FD2-28FA85BD9EE9}" dt="2023-02-01T12:14:00.619" v="281"/>
            <ac:spMkLst>
              <pc:docMk/>
              <pc:sldMasterMk cId="259861064" sldId="2147483648"/>
              <pc:sldLayoutMk cId="1494416066" sldId="2147483662"/>
              <ac:spMk id="5" creationId="{061EB5C7-8EFB-0DD0-1DD1-D9F80EEF2F02}"/>
            </ac:spMkLst>
          </pc:spChg>
          <pc:spChg chg="del">
            <ac:chgData name="Remi de Vogel" userId="5948360e-7b9c-4a22-9ada-df5e8b901c82" providerId="ADAL" clId="{CE3612A8-BCDA-4797-9FD2-28FA85BD9EE9}" dt="2023-02-01T12:14:00.619" v="281"/>
            <ac:spMkLst>
              <pc:docMk/>
              <pc:sldMasterMk cId="259861064" sldId="2147483648"/>
              <pc:sldLayoutMk cId="1494416066" sldId="2147483662"/>
              <ac:spMk id="6" creationId="{5423617B-C64F-CB72-9F15-492376F0F690}"/>
            </ac:spMkLst>
          </pc:spChg>
          <pc:spChg chg="add mod">
            <ac:chgData name="Remi de Vogel" userId="5948360e-7b9c-4a22-9ada-df5e8b901c82" providerId="ADAL" clId="{CE3612A8-BCDA-4797-9FD2-28FA85BD9EE9}" dt="2023-02-01T12:14:00.747" v="282"/>
            <ac:spMkLst>
              <pc:docMk/>
              <pc:sldMasterMk cId="259861064" sldId="2147483648"/>
              <pc:sldLayoutMk cId="1494416066" sldId="2147483662"/>
              <ac:spMk id="7" creationId="{73456ACD-D5BB-332F-FF74-F941FB11412B}"/>
            </ac:spMkLst>
          </pc:spChg>
          <pc:spChg chg="add mod">
            <ac:chgData name="Remi de Vogel" userId="5948360e-7b9c-4a22-9ada-df5e8b901c82" providerId="ADAL" clId="{CE3612A8-BCDA-4797-9FD2-28FA85BD9EE9}" dt="2023-02-01T12:14:00.747" v="282"/>
            <ac:spMkLst>
              <pc:docMk/>
              <pc:sldMasterMk cId="259861064" sldId="2147483648"/>
              <pc:sldLayoutMk cId="1494416066" sldId="2147483662"/>
              <ac:spMk id="8" creationId="{04543654-9211-E830-2516-CEDD6FDF5046}"/>
            </ac:spMkLst>
          </pc:spChg>
          <pc:spChg chg="add del mod">
            <ac:chgData name="Remi de Vogel" userId="5948360e-7b9c-4a22-9ada-df5e8b901c82" providerId="ADAL" clId="{CE3612A8-BCDA-4797-9FD2-28FA85BD9EE9}" dt="2023-02-01T13:20:14.580" v="677" actId="478"/>
            <ac:spMkLst>
              <pc:docMk/>
              <pc:sldMasterMk cId="259861064" sldId="2147483648"/>
              <pc:sldLayoutMk cId="1494416066" sldId="2147483662"/>
              <ac:spMk id="9" creationId="{90E55A9B-AF5D-B056-8528-4B2326AB3647}"/>
            </ac:spMkLst>
          </pc:spChg>
          <pc:spChg chg="add mod">
            <ac:chgData name="Remi de Vogel" userId="5948360e-7b9c-4a22-9ada-df5e8b901c82" providerId="ADAL" clId="{CE3612A8-BCDA-4797-9FD2-28FA85BD9EE9}" dt="2023-02-01T13:10:58.834" v="558" actId="20577"/>
            <ac:spMkLst>
              <pc:docMk/>
              <pc:sldMasterMk cId="259861064" sldId="2147483648"/>
              <pc:sldLayoutMk cId="1494416066" sldId="2147483662"/>
              <ac:spMk id="10" creationId="{E1D34F92-940C-2B6C-5F29-5E129DDA2C98}"/>
            </ac:spMkLst>
          </pc:spChg>
          <pc:spChg chg="add del mod">
            <ac:chgData name="Remi de Vogel" userId="5948360e-7b9c-4a22-9ada-df5e8b901c82" providerId="ADAL" clId="{CE3612A8-BCDA-4797-9FD2-28FA85BD9EE9}" dt="2023-02-01T12:21:38.788" v="333"/>
            <ac:spMkLst>
              <pc:docMk/>
              <pc:sldMasterMk cId="259861064" sldId="2147483648"/>
              <pc:sldLayoutMk cId="1494416066" sldId="2147483662"/>
              <ac:spMk id="11" creationId="{8C005F76-9316-D580-529B-84AD4531B0F9}"/>
            </ac:spMkLst>
          </pc:spChg>
          <pc:spChg chg="add mod">
            <ac:chgData name="Remi de Vogel" userId="5948360e-7b9c-4a22-9ada-df5e8b901c82" providerId="ADAL" clId="{CE3612A8-BCDA-4797-9FD2-28FA85BD9EE9}" dt="2023-02-01T12:21:46.467" v="335" actId="207"/>
            <ac:spMkLst>
              <pc:docMk/>
              <pc:sldMasterMk cId="259861064" sldId="2147483648"/>
              <pc:sldLayoutMk cId="1494416066" sldId="2147483662"/>
              <ac:spMk id="12" creationId="{EFB70F8D-C57B-B384-F1E2-3CD3AD348A72}"/>
            </ac:spMkLst>
          </pc:spChg>
          <pc:spChg chg="del">
            <ac:chgData name="Remi de Vogel" userId="5948360e-7b9c-4a22-9ada-df5e8b901c82" providerId="ADAL" clId="{CE3612A8-BCDA-4797-9FD2-28FA85BD9EE9}" dt="2023-02-01T12:14:30.508" v="286" actId="478"/>
            <ac:spMkLst>
              <pc:docMk/>
              <pc:sldMasterMk cId="259861064" sldId="2147483648"/>
              <pc:sldLayoutMk cId="1494416066" sldId="2147483662"/>
              <ac:spMk id="13" creationId="{C72689CE-450E-10BE-ABFB-11705FCE363D}"/>
            </ac:spMkLst>
          </pc:spChg>
          <pc:spChg chg="del">
            <ac:chgData name="Remi de Vogel" userId="5948360e-7b9c-4a22-9ada-df5e8b901c82" providerId="ADAL" clId="{CE3612A8-BCDA-4797-9FD2-28FA85BD9EE9}" dt="2023-02-01T12:14:30.508" v="286" actId="478"/>
            <ac:spMkLst>
              <pc:docMk/>
              <pc:sldMasterMk cId="259861064" sldId="2147483648"/>
              <pc:sldLayoutMk cId="1494416066" sldId="2147483662"/>
              <ac:spMk id="14" creationId="{3D768EEE-7FA1-1229-B3B5-FB3B29742F8B}"/>
            </ac:spMkLst>
          </pc:spChg>
        </pc:sldLayoutChg>
        <pc:sldLayoutChg chg="addSp delSp modSp mod">
          <pc:chgData name="Remi de Vogel" userId="5948360e-7b9c-4a22-9ada-df5e8b901c82" providerId="ADAL" clId="{CE3612A8-BCDA-4797-9FD2-28FA85BD9EE9}" dt="2023-02-01T13:47:49.306" v="759" actId="139"/>
          <pc:sldLayoutMkLst>
            <pc:docMk/>
            <pc:sldMasterMk cId="259861064" sldId="2147483648"/>
            <pc:sldLayoutMk cId="2755087783" sldId="2147483663"/>
          </pc:sldLayoutMkLst>
          <pc:spChg chg="del">
            <ac:chgData name="Remi de Vogel" userId="5948360e-7b9c-4a22-9ada-df5e8b901c82" providerId="ADAL" clId="{CE3612A8-BCDA-4797-9FD2-28FA85BD9EE9}" dt="2023-02-01T12:13:36.866" v="272"/>
            <ac:spMkLst>
              <pc:docMk/>
              <pc:sldMasterMk cId="259861064" sldId="2147483648"/>
              <pc:sldLayoutMk cId="2755087783" sldId="2147483663"/>
              <ac:spMk id="2" creationId="{A4544A3E-057C-7811-3955-9664BDCE261D}"/>
            </ac:spMkLst>
          </pc:spChg>
          <pc:spChg chg="del">
            <ac:chgData name="Remi de Vogel" userId="5948360e-7b9c-4a22-9ada-df5e8b901c82" providerId="ADAL" clId="{CE3612A8-BCDA-4797-9FD2-28FA85BD9EE9}" dt="2023-02-01T12:13:36.866" v="272"/>
            <ac:spMkLst>
              <pc:docMk/>
              <pc:sldMasterMk cId="259861064" sldId="2147483648"/>
              <pc:sldLayoutMk cId="2755087783" sldId="2147483663"/>
              <ac:spMk id="3" creationId="{51FE95A9-66A1-D551-6857-92D3970278A7}"/>
            </ac:spMkLst>
          </pc:spChg>
          <pc:spChg chg="del">
            <ac:chgData name="Remi de Vogel" userId="5948360e-7b9c-4a22-9ada-df5e8b901c82" providerId="ADAL" clId="{CE3612A8-BCDA-4797-9FD2-28FA85BD9EE9}" dt="2023-02-01T12:13:36.866" v="272"/>
            <ac:spMkLst>
              <pc:docMk/>
              <pc:sldMasterMk cId="259861064" sldId="2147483648"/>
              <pc:sldLayoutMk cId="2755087783" sldId="2147483663"/>
              <ac:spMk id="4" creationId="{D697E786-CDA6-C183-F953-6D692EEA58E9}"/>
            </ac:spMkLst>
          </pc:spChg>
          <pc:spChg chg="add mod">
            <ac:chgData name="Remi de Vogel" userId="5948360e-7b9c-4a22-9ada-df5e8b901c82" providerId="ADAL" clId="{CE3612A8-BCDA-4797-9FD2-28FA85BD9EE9}" dt="2023-02-01T13:44:50.305" v="724" actId="1076"/>
            <ac:spMkLst>
              <pc:docMk/>
              <pc:sldMasterMk cId="259861064" sldId="2147483648"/>
              <pc:sldLayoutMk cId="2755087783" sldId="2147483663"/>
              <ac:spMk id="5" creationId="{4546502A-302D-4673-92F6-29C085740BA9}"/>
            </ac:spMkLst>
          </pc:spChg>
          <pc:spChg chg="add mod">
            <ac:chgData name="Remi de Vogel" userId="5948360e-7b9c-4a22-9ada-df5e8b901c82" providerId="ADAL" clId="{CE3612A8-BCDA-4797-9FD2-28FA85BD9EE9}" dt="2023-02-01T12:13:37.003" v="273"/>
            <ac:spMkLst>
              <pc:docMk/>
              <pc:sldMasterMk cId="259861064" sldId="2147483648"/>
              <pc:sldLayoutMk cId="2755087783" sldId="2147483663"/>
              <ac:spMk id="6" creationId="{9085399D-CA65-890F-872D-EA18F3F0FFDC}"/>
            </ac:spMkLst>
          </pc:spChg>
          <pc:spChg chg="add mod">
            <ac:chgData name="Remi de Vogel" userId="5948360e-7b9c-4a22-9ada-df5e8b901c82" providerId="ADAL" clId="{CE3612A8-BCDA-4797-9FD2-28FA85BD9EE9}" dt="2023-02-01T12:13:41.389" v="274" actId="207"/>
            <ac:spMkLst>
              <pc:docMk/>
              <pc:sldMasterMk cId="259861064" sldId="2147483648"/>
              <pc:sldLayoutMk cId="2755087783" sldId="2147483663"/>
              <ac:spMk id="7" creationId="{42791B60-E6DA-08D5-D7C8-B456AEA7CC54}"/>
            </ac:spMkLst>
          </pc:spChg>
          <pc:spChg chg="mod">
            <ac:chgData name="Remi de Vogel" userId="5948360e-7b9c-4a22-9ada-df5e8b901c82" providerId="ADAL" clId="{CE3612A8-BCDA-4797-9FD2-28FA85BD9EE9}" dt="2023-02-01T13:47:49.296" v="753" actId="139"/>
            <ac:spMkLst>
              <pc:docMk/>
              <pc:sldMasterMk cId="259861064" sldId="2147483648"/>
              <pc:sldLayoutMk cId="2755087783" sldId="2147483663"/>
              <ac:spMk id="8" creationId="{E02A060C-053E-D862-35FF-299067B3407D}"/>
            </ac:spMkLst>
          </pc:spChg>
          <pc:spChg chg="mod">
            <ac:chgData name="Remi de Vogel" userId="5948360e-7b9c-4a22-9ada-df5e8b901c82" providerId="ADAL" clId="{CE3612A8-BCDA-4797-9FD2-28FA85BD9EE9}" dt="2023-02-01T13:47:49.299" v="755" actId="139"/>
            <ac:spMkLst>
              <pc:docMk/>
              <pc:sldMasterMk cId="259861064" sldId="2147483648"/>
              <pc:sldLayoutMk cId="2755087783" sldId="2147483663"/>
              <ac:spMk id="9" creationId="{A98BE92A-9755-AE15-B4A4-1FDC0DBC7C86}"/>
            </ac:spMkLst>
          </pc:spChg>
          <pc:spChg chg="mod">
            <ac:chgData name="Remi de Vogel" userId="5948360e-7b9c-4a22-9ada-df5e8b901c82" providerId="ADAL" clId="{CE3612A8-BCDA-4797-9FD2-28FA85BD9EE9}" dt="2023-02-01T13:47:49.303" v="757" actId="139"/>
            <ac:spMkLst>
              <pc:docMk/>
              <pc:sldMasterMk cId="259861064" sldId="2147483648"/>
              <pc:sldLayoutMk cId="2755087783" sldId="2147483663"/>
              <ac:spMk id="10" creationId="{81990056-6B89-CFA7-4E7C-45F24B4D7E7B}"/>
            </ac:spMkLst>
          </pc:spChg>
          <pc:spChg chg="mod">
            <ac:chgData name="Remi de Vogel" userId="5948360e-7b9c-4a22-9ada-df5e8b901c82" providerId="ADAL" clId="{CE3612A8-BCDA-4797-9FD2-28FA85BD9EE9}" dt="2023-02-01T13:47:49.306" v="759" actId="139"/>
            <ac:spMkLst>
              <pc:docMk/>
              <pc:sldMasterMk cId="259861064" sldId="2147483648"/>
              <pc:sldLayoutMk cId="2755087783" sldId="2147483663"/>
              <ac:spMk id="13" creationId="{51583ABD-977D-1686-D80C-B218197E49E9}"/>
            </ac:spMkLst>
          </pc:spChg>
          <pc:spChg chg="add del">
            <ac:chgData name="Remi de Vogel" userId="5948360e-7b9c-4a22-9ada-df5e8b901c82" providerId="ADAL" clId="{CE3612A8-BCDA-4797-9FD2-28FA85BD9EE9}" dt="2023-02-01T12:14:26.941" v="285" actId="21"/>
            <ac:spMkLst>
              <pc:docMk/>
              <pc:sldMasterMk cId="259861064" sldId="2147483648"/>
              <pc:sldLayoutMk cId="2755087783" sldId="2147483663"/>
              <ac:spMk id="16" creationId="{9824D569-5E31-3E7A-5589-F7AD67FD8551}"/>
            </ac:spMkLst>
          </pc:spChg>
          <pc:spChg chg="add del">
            <ac:chgData name="Remi de Vogel" userId="5948360e-7b9c-4a22-9ada-df5e8b901c82" providerId="ADAL" clId="{CE3612A8-BCDA-4797-9FD2-28FA85BD9EE9}" dt="2023-02-01T12:14:26.941" v="285" actId="21"/>
            <ac:spMkLst>
              <pc:docMk/>
              <pc:sldMasterMk cId="259861064" sldId="2147483648"/>
              <pc:sldLayoutMk cId="2755087783" sldId="2147483663"/>
              <ac:spMk id="17" creationId="{0C0B2FD8-6124-17CD-DE8A-184F47122759}"/>
            </ac:spMkLst>
          </pc:spChg>
          <pc:spChg chg="mod">
            <ac:chgData name="Remi de Vogel" userId="5948360e-7b9c-4a22-9ada-df5e8b901c82" providerId="ADAL" clId="{CE3612A8-BCDA-4797-9FD2-28FA85BD9EE9}" dt="2023-02-01T13:06:58.250" v="486"/>
            <ac:spMkLst>
              <pc:docMk/>
              <pc:sldMasterMk cId="259861064" sldId="2147483648"/>
              <pc:sldLayoutMk cId="2755087783" sldId="2147483663"/>
              <ac:spMk id="18" creationId="{11D5CA7E-9DD0-F0FD-25DA-21D8C5C6AF8C}"/>
            </ac:spMkLst>
          </pc:spChg>
          <pc:spChg chg="del mod">
            <ac:chgData name="Remi de Vogel" userId="5948360e-7b9c-4a22-9ada-df5e8b901c82" providerId="ADAL" clId="{CE3612A8-BCDA-4797-9FD2-28FA85BD9EE9}" dt="2023-02-01T13:44:56.064" v="725" actId="478"/>
            <ac:spMkLst>
              <pc:docMk/>
              <pc:sldMasterMk cId="259861064" sldId="2147483648"/>
              <pc:sldLayoutMk cId="2755087783" sldId="2147483663"/>
              <ac:spMk id="19" creationId="{F20FB51F-1B63-2498-DC8C-AF698E750CC1}"/>
            </ac:spMkLst>
          </pc:spChg>
          <pc:spChg chg="del">
            <ac:chgData name="Remi de Vogel" userId="5948360e-7b9c-4a22-9ada-df5e8b901c82" providerId="ADAL" clId="{CE3612A8-BCDA-4797-9FD2-28FA85BD9EE9}" dt="2023-02-01T13:16:55.562" v="611" actId="478"/>
            <ac:spMkLst>
              <pc:docMk/>
              <pc:sldMasterMk cId="259861064" sldId="2147483648"/>
              <pc:sldLayoutMk cId="2755087783" sldId="2147483663"/>
              <ac:spMk id="20" creationId="{2683F7C6-6413-C5A6-CE63-50E1DC91F274}"/>
            </ac:spMkLst>
          </pc:spChg>
        </pc:sldLayoutChg>
        <pc:sldLayoutChg chg="addSp delSp modSp mod">
          <pc:chgData name="Remi de Vogel" userId="5948360e-7b9c-4a22-9ada-df5e8b901c82" providerId="ADAL" clId="{CE3612A8-BCDA-4797-9FD2-28FA85BD9EE9}" dt="2023-02-01T12:22:43.425" v="349" actId="1076"/>
          <pc:sldLayoutMkLst>
            <pc:docMk/>
            <pc:sldMasterMk cId="259861064" sldId="2147483648"/>
            <pc:sldLayoutMk cId="2882847530" sldId="2147483728"/>
          </pc:sldLayoutMkLst>
          <pc:spChg chg="add del mod">
            <ac:chgData name="Remi de Vogel" userId="5948360e-7b9c-4a22-9ada-df5e8b901c82" providerId="ADAL" clId="{CE3612A8-BCDA-4797-9FD2-28FA85BD9EE9}" dt="2023-02-01T12:10:14.238" v="210"/>
            <ac:spMkLst>
              <pc:docMk/>
              <pc:sldMasterMk cId="259861064" sldId="2147483648"/>
              <pc:sldLayoutMk cId="2882847530" sldId="2147483728"/>
              <ac:spMk id="2" creationId="{659FFE5A-6838-A079-0A7A-D49B76687FE4}"/>
            </ac:spMkLst>
          </pc:spChg>
          <pc:spChg chg="add del mod">
            <ac:chgData name="Remi de Vogel" userId="5948360e-7b9c-4a22-9ada-df5e8b901c82" providerId="ADAL" clId="{CE3612A8-BCDA-4797-9FD2-28FA85BD9EE9}" dt="2023-02-01T12:10:13.651" v="208"/>
            <ac:spMkLst>
              <pc:docMk/>
              <pc:sldMasterMk cId="259861064" sldId="2147483648"/>
              <pc:sldLayoutMk cId="2882847530" sldId="2147483728"/>
              <ac:spMk id="3" creationId="{662D0E58-7EEB-4BD3-6BE2-BB259B47C1AE}"/>
            </ac:spMkLst>
          </pc:spChg>
          <pc:spChg chg="add del mod">
            <ac:chgData name="Remi de Vogel" userId="5948360e-7b9c-4a22-9ada-df5e8b901c82" providerId="ADAL" clId="{CE3612A8-BCDA-4797-9FD2-28FA85BD9EE9}" dt="2023-02-01T12:10:13.651" v="208"/>
            <ac:spMkLst>
              <pc:docMk/>
              <pc:sldMasterMk cId="259861064" sldId="2147483648"/>
              <pc:sldLayoutMk cId="2882847530" sldId="2147483728"/>
              <ac:spMk id="4" creationId="{710DBA5F-F67A-925D-73AD-BF09864B16EF}"/>
            </ac:spMkLst>
          </pc:spChg>
          <pc:spChg chg="add del mod">
            <ac:chgData name="Remi de Vogel" userId="5948360e-7b9c-4a22-9ada-df5e8b901c82" providerId="ADAL" clId="{CE3612A8-BCDA-4797-9FD2-28FA85BD9EE9}" dt="2023-02-01T12:10:13.651" v="208"/>
            <ac:spMkLst>
              <pc:docMk/>
              <pc:sldMasterMk cId="259861064" sldId="2147483648"/>
              <pc:sldLayoutMk cId="2882847530" sldId="2147483728"/>
              <ac:spMk id="5" creationId="{4FB18DE8-40B5-704C-550A-188FD9E8ED59}"/>
            </ac:spMkLst>
          </pc:spChg>
          <pc:spChg chg="add del mod">
            <ac:chgData name="Remi de Vogel" userId="5948360e-7b9c-4a22-9ada-df5e8b901c82" providerId="ADAL" clId="{CE3612A8-BCDA-4797-9FD2-28FA85BD9EE9}" dt="2023-02-01T12:10:15.779" v="212"/>
            <ac:spMkLst>
              <pc:docMk/>
              <pc:sldMasterMk cId="259861064" sldId="2147483648"/>
              <pc:sldLayoutMk cId="2882847530" sldId="2147483728"/>
              <ac:spMk id="6" creationId="{92BD5B71-E040-17F6-CF3B-2B7EC11501D1}"/>
            </ac:spMkLst>
          </pc:spChg>
          <pc:spChg chg="add del">
            <ac:chgData name="Remi de Vogel" userId="5948360e-7b9c-4a22-9ada-df5e8b901c82" providerId="ADAL" clId="{CE3612A8-BCDA-4797-9FD2-28FA85BD9EE9}" dt="2023-02-01T12:10:15.779" v="212"/>
            <ac:spMkLst>
              <pc:docMk/>
              <pc:sldMasterMk cId="259861064" sldId="2147483648"/>
              <pc:sldLayoutMk cId="2882847530" sldId="2147483728"/>
              <ac:spMk id="7" creationId="{02F8741F-59EA-13F5-0DE4-B32DD9F9463A}"/>
            </ac:spMkLst>
          </pc:spChg>
          <pc:spChg chg="add del">
            <ac:chgData name="Remi de Vogel" userId="5948360e-7b9c-4a22-9ada-df5e8b901c82" providerId="ADAL" clId="{CE3612A8-BCDA-4797-9FD2-28FA85BD9EE9}" dt="2023-02-01T12:10:15.779" v="212"/>
            <ac:spMkLst>
              <pc:docMk/>
              <pc:sldMasterMk cId="259861064" sldId="2147483648"/>
              <pc:sldLayoutMk cId="2882847530" sldId="2147483728"/>
              <ac:spMk id="13" creationId="{0F31288B-358A-4E1C-DD16-FE030624C9D7}"/>
            </ac:spMkLst>
          </pc:spChg>
          <pc:spChg chg="add del mod">
            <ac:chgData name="Remi de Vogel" userId="5948360e-7b9c-4a22-9ada-df5e8b901c82" providerId="ADAL" clId="{CE3612A8-BCDA-4797-9FD2-28FA85BD9EE9}" dt="2023-02-01T12:10:16.426" v="214"/>
            <ac:spMkLst>
              <pc:docMk/>
              <pc:sldMasterMk cId="259861064" sldId="2147483648"/>
              <pc:sldLayoutMk cId="2882847530" sldId="2147483728"/>
              <ac:spMk id="14" creationId="{3CAE76EB-8963-D92C-E6FC-52670515A6D3}"/>
            </ac:spMkLst>
          </pc:spChg>
          <pc:spChg chg="add del mod">
            <ac:chgData name="Remi de Vogel" userId="5948360e-7b9c-4a22-9ada-df5e8b901c82" providerId="ADAL" clId="{CE3612A8-BCDA-4797-9FD2-28FA85BD9EE9}" dt="2023-02-01T12:10:16.426" v="214"/>
            <ac:spMkLst>
              <pc:docMk/>
              <pc:sldMasterMk cId="259861064" sldId="2147483648"/>
              <pc:sldLayoutMk cId="2882847530" sldId="2147483728"/>
              <ac:spMk id="15" creationId="{397E5AA8-892F-FD29-A415-4E7B6B07C59A}"/>
            </ac:spMkLst>
          </pc:spChg>
          <pc:spChg chg="add del mod">
            <ac:chgData name="Remi de Vogel" userId="5948360e-7b9c-4a22-9ada-df5e8b901c82" providerId="ADAL" clId="{CE3612A8-BCDA-4797-9FD2-28FA85BD9EE9}" dt="2023-02-01T12:10:16.426" v="214"/>
            <ac:spMkLst>
              <pc:docMk/>
              <pc:sldMasterMk cId="259861064" sldId="2147483648"/>
              <pc:sldLayoutMk cId="2882847530" sldId="2147483728"/>
              <ac:spMk id="16" creationId="{53FD54C2-36F3-C0ED-5E45-CFFE365997C7}"/>
            </ac:spMkLst>
          </pc:spChg>
          <pc:spChg chg="add mod">
            <ac:chgData name="Remi de Vogel" userId="5948360e-7b9c-4a22-9ada-df5e8b901c82" providerId="ADAL" clId="{CE3612A8-BCDA-4797-9FD2-28FA85BD9EE9}" dt="2023-02-01T12:22:43.425" v="349" actId="1076"/>
            <ac:spMkLst>
              <pc:docMk/>
              <pc:sldMasterMk cId="259861064" sldId="2147483648"/>
              <pc:sldLayoutMk cId="2882847530" sldId="2147483728"/>
              <ac:spMk id="17" creationId="{FB93366F-D42E-BEF7-7FC1-5ED772D7AABD}"/>
            </ac:spMkLst>
          </pc:spChg>
          <pc:spChg chg="add mod">
            <ac:chgData name="Remi de Vogel" userId="5948360e-7b9c-4a22-9ada-df5e8b901c82" providerId="ADAL" clId="{CE3612A8-BCDA-4797-9FD2-28FA85BD9EE9}" dt="2023-02-01T12:22:43.425" v="349" actId="1076"/>
            <ac:spMkLst>
              <pc:docMk/>
              <pc:sldMasterMk cId="259861064" sldId="2147483648"/>
              <pc:sldLayoutMk cId="2882847530" sldId="2147483728"/>
              <ac:spMk id="18" creationId="{F6E1F025-683C-65A4-355D-316B89D4A038}"/>
            </ac:spMkLst>
          </pc:spChg>
          <pc:spChg chg="add mod">
            <ac:chgData name="Remi de Vogel" userId="5948360e-7b9c-4a22-9ada-df5e8b901c82" providerId="ADAL" clId="{CE3612A8-BCDA-4797-9FD2-28FA85BD9EE9}" dt="2023-02-01T12:22:43.425" v="349" actId="1076"/>
            <ac:spMkLst>
              <pc:docMk/>
              <pc:sldMasterMk cId="259861064" sldId="2147483648"/>
              <pc:sldLayoutMk cId="2882847530" sldId="2147483728"/>
              <ac:spMk id="19" creationId="{CB58EACD-F96D-6DD7-D76F-154478C777C5}"/>
            </ac:spMkLst>
          </pc:spChg>
        </pc:sldLayoutChg>
        <pc:sldLayoutChg chg="addSp delSp modSp mod">
          <pc:chgData name="Remi de Vogel" userId="5948360e-7b9c-4a22-9ada-df5e8b901c82" providerId="ADAL" clId="{CE3612A8-BCDA-4797-9FD2-28FA85BD9EE9}" dt="2023-02-01T13:47:49.236" v="743" actId="139"/>
          <pc:sldLayoutMkLst>
            <pc:docMk/>
            <pc:sldMasterMk cId="259861064" sldId="2147483648"/>
            <pc:sldLayoutMk cId="2387091362" sldId="2147483730"/>
          </pc:sldLayoutMkLst>
          <pc:spChg chg="del mod">
            <ac:chgData name="Remi de Vogel" userId="5948360e-7b9c-4a22-9ada-df5e8b901c82" providerId="ADAL" clId="{CE3612A8-BCDA-4797-9FD2-28FA85BD9EE9}" dt="2023-02-01T12:18:02.043" v="312" actId="478"/>
            <ac:spMkLst>
              <pc:docMk/>
              <pc:sldMasterMk cId="259861064" sldId="2147483648"/>
              <pc:sldLayoutMk cId="2387091362" sldId="2147483730"/>
              <ac:spMk id="2" creationId="{24804BCE-D695-2D40-FEB4-3A21E91998C3}"/>
            </ac:spMkLst>
          </pc:spChg>
          <pc:spChg chg="add del mod">
            <ac:chgData name="Remi de Vogel" userId="5948360e-7b9c-4a22-9ada-df5e8b901c82" providerId="ADAL" clId="{CE3612A8-BCDA-4797-9FD2-28FA85BD9EE9}" dt="2023-02-01T12:10:37.141" v="226"/>
            <ac:spMkLst>
              <pc:docMk/>
              <pc:sldMasterMk cId="259861064" sldId="2147483648"/>
              <pc:sldLayoutMk cId="2387091362" sldId="2147483730"/>
              <ac:spMk id="3" creationId="{9B336D7E-A18C-BBEE-12E8-63D09A6B2AFD}"/>
            </ac:spMkLst>
          </pc:spChg>
          <pc:spChg chg="mod">
            <ac:chgData name="Remi de Vogel" userId="5948360e-7b9c-4a22-9ada-df5e8b901c82" providerId="ADAL" clId="{CE3612A8-BCDA-4797-9FD2-28FA85BD9EE9}" dt="2023-02-01T12:10:50.996" v="235" actId="1076"/>
            <ac:spMkLst>
              <pc:docMk/>
              <pc:sldMasterMk cId="259861064" sldId="2147483648"/>
              <pc:sldLayoutMk cId="2387091362" sldId="2147483730"/>
              <ac:spMk id="4" creationId="{5C7DBF4E-E388-4A03-BA36-CC88D4908638}"/>
            </ac:spMkLst>
          </pc:spChg>
          <pc:spChg chg="add del">
            <ac:chgData name="Remi de Vogel" userId="5948360e-7b9c-4a22-9ada-df5e8b901c82" providerId="ADAL" clId="{CE3612A8-BCDA-4797-9FD2-28FA85BD9EE9}" dt="2023-02-01T12:10:40.114" v="228"/>
            <ac:spMkLst>
              <pc:docMk/>
              <pc:sldMasterMk cId="259861064" sldId="2147483648"/>
              <pc:sldLayoutMk cId="2387091362" sldId="2147483730"/>
              <ac:spMk id="5" creationId="{2D677C4A-158A-EEA3-FCC3-054976FBC658}"/>
            </ac:spMkLst>
          </pc:spChg>
          <pc:spChg chg="add del">
            <ac:chgData name="Remi de Vogel" userId="5948360e-7b9c-4a22-9ada-df5e8b901c82" providerId="ADAL" clId="{CE3612A8-BCDA-4797-9FD2-28FA85BD9EE9}" dt="2023-02-01T12:10:40.114" v="228"/>
            <ac:spMkLst>
              <pc:docMk/>
              <pc:sldMasterMk cId="259861064" sldId="2147483648"/>
              <pc:sldLayoutMk cId="2387091362" sldId="2147483730"/>
              <ac:spMk id="6" creationId="{D0A7C3D6-2B3E-16E2-E0AE-0932162F50D4}"/>
            </ac:spMkLst>
          </pc:spChg>
          <pc:spChg chg="add del">
            <ac:chgData name="Remi de Vogel" userId="5948360e-7b9c-4a22-9ada-df5e8b901c82" providerId="ADAL" clId="{CE3612A8-BCDA-4797-9FD2-28FA85BD9EE9}" dt="2023-02-01T12:10:40.114" v="228"/>
            <ac:spMkLst>
              <pc:docMk/>
              <pc:sldMasterMk cId="259861064" sldId="2147483648"/>
              <pc:sldLayoutMk cId="2387091362" sldId="2147483730"/>
              <ac:spMk id="7" creationId="{14C5535B-619E-7DFF-3614-9027A1C3683C}"/>
            </ac:spMkLst>
          </pc:spChg>
          <pc:spChg chg="add del mod">
            <ac:chgData name="Remi de Vogel" userId="5948360e-7b9c-4a22-9ada-df5e8b901c82" providerId="ADAL" clId="{CE3612A8-BCDA-4797-9FD2-28FA85BD9EE9}" dt="2023-02-01T12:10:37.141" v="226"/>
            <ac:spMkLst>
              <pc:docMk/>
              <pc:sldMasterMk cId="259861064" sldId="2147483648"/>
              <pc:sldLayoutMk cId="2387091362" sldId="2147483730"/>
              <ac:spMk id="8" creationId="{C692C5EF-3F9C-D5A2-44C3-16BBCD94339C}"/>
            </ac:spMkLst>
          </pc:spChg>
          <pc:spChg chg="add del mod">
            <ac:chgData name="Remi de Vogel" userId="5948360e-7b9c-4a22-9ada-df5e8b901c82" providerId="ADAL" clId="{CE3612A8-BCDA-4797-9FD2-28FA85BD9EE9}" dt="2023-02-01T12:10:37.141" v="226"/>
            <ac:spMkLst>
              <pc:docMk/>
              <pc:sldMasterMk cId="259861064" sldId="2147483648"/>
              <pc:sldLayoutMk cId="2387091362" sldId="2147483730"/>
              <ac:spMk id="10" creationId="{1B91F370-11F1-3977-2ADF-6BF5AB081B2D}"/>
            </ac:spMkLst>
          </pc:spChg>
          <pc:spChg chg="add del mod">
            <ac:chgData name="Remi de Vogel" userId="5948360e-7b9c-4a22-9ada-df5e8b901c82" providerId="ADAL" clId="{CE3612A8-BCDA-4797-9FD2-28FA85BD9EE9}" dt="2023-02-01T12:10:36.844" v="224"/>
            <ac:spMkLst>
              <pc:docMk/>
              <pc:sldMasterMk cId="259861064" sldId="2147483648"/>
              <pc:sldLayoutMk cId="2387091362" sldId="2147483730"/>
              <ac:spMk id="12" creationId="{E30FE240-6A26-672A-3901-0C1313125A4B}"/>
            </ac:spMkLst>
          </pc:spChg>
          <pc:spChg chg="del mod">
            <ac:chgData name="Remi de Vogel" userId="5948360e-7b9c-4a22-9ada-df5e8b901c82" providerId="ADAL" clId="{CE3612A8-BCDA-4797-9FD2-28FA85BD9EE9}" dt="2023-02-01T12:17:55.510" v="299" actId="478"/>
            <ac:spMkLst>
              <pc:docMk/>
              <pc:sldMasterMk cId="259861064" sldId="2147483648"/>
              <pc:sldLayoutMk cId="2387091362" sldId="2147483730"/>
              <ac:spMk id="13" creationId="{55328B23-AFB2-3D6B-E577-9E3D4F984124}"/>
            </ac:spMkLst>
          </pc:spChg>
          <pc:spChg chg="mod">
            <ac:chgData name="Remi de Vogel" userId="5948360e-7b9c-4a22-9ada-df5e8b901c82" providerId="ADAL" clId="{CE3612A8-BCDA-4797-9FD2-28FA85BD9EE9}" dt="2023-02-01T12:18:16.121" v="326" actId="14100"/>
            <ac:spMkLst>
              <pc:docMk/>
              <pc:sldMasterMk cId="259861064" sldId="2147483648"/>
              <pc:sldLayoutMk cId="2387091362" sldId="2147483730"/>
              <ac:spMk id="14" creationId="{0385F304-A428-A018-1977-FEFA6A2486EE}"/>
            </ac:spMkLst>
          </pc:spChg>
          <pc:spChg chg="mod">
            <ac:chgData name="Remi de Vogel" userId="5948360e-7b9c-4a22-9ada-df5e8b901c82" providerId="ADAL" clId="{CE3612A8-BCDA-4797-9FD2-28FA85BD9EE9}" dt="2023-02-01T13:47:49.230" v="737" actId="139"/>
            <ac:spMkLst>
              <pc:docMk/>
              <pc:sldMasterMk cId="259861064" sldId="2147483648"/>
              <pc:sldLayoutMk cId="2387091362" sldId="2147483730"/>
              <ac:spMk id="15" creationId="{C6606F6C-3DBD-CA47-F135-B3D39D613F5C}"/>
            </ac:spMkLst>
          </pc:spChg>
          <pc:spChg chg="mod">
            <ac:chgData name="Remi de Vogel" userId="5948360e-7b9c-4a22-9ada-df5e8b901c82" providerId="ADAL" clId="{CE3612A8-BCDA-4797-9FD2-28FA85BD9EE9}" dt="2023-02-01T13:47:49.232" v="739" actId="139"/>
            <ac:spMkLst>
              <pc:docMk/>
              <pc:sldMasterMk cId="259861064" sldId="2147483648"/>
              <pc:sldLayoutMk cId="2387091362" sldId="2147483730"/>
              <ac:spMk id="16" creationId="{47855D95-75E2-B652-4C23-1E40E9EBC676}"/>
            </ac:spMkLst>
          </pc:spChg>
          <pc:spChg chg="mod">
            <ac:chgData name="Remi de Vogel" userId="5948360e-7b9c-4a22-9ada-df5e8b901c82" providerId="ADAL" clId="{CE3612A8-BCDA-4797-9FD2-28FA85BD9EE9}" dt="2023-02-01T13:47:49.235" v="741" actId="139"/>
            <ac:spMkLst>
              <pc:docMk/>
              <pc:sldMasterMk cId="259861064" sldId="2147483648"/>
              <pc:sldLayoutMk cId="2387091362" sldId="2147483730"/>
              <ac:spMk id="17" creationId="{A2AEBE57-64BB-7F9A-2474-6F715A4BE2D0}"/>
            </ac:spMkLst>
          </pc:spChg>
          <pc:spChg chg="mod">
            <ac:chgData name="Remi de Vogel" userId="5948360e-7b9c-4a22-9ada-df5e8b901c82" providerId="ADAL" clId="{CE3612A8-BCDA-4797-9FD2-28FA85BD9EE9}" dt="2023-02-01T13:47:49.236" v="743" actId="139"/>
            <ac:spMkLst>
              <pc:docMk/>
              <pc:sldMasterMk cId="259861064" sldId="2147483648"/>
              <pc:sldLayoutMk cId="2387091362" sldId="2147483730"/>
              <ac:spMk id="18" creationId="{05AE037A-D980-59A9-69B8-1E18685AC95F}"/>
            </ac:spMkLst>
          </pc:spChg>
          <pc:spChg chg="add del mod">
            <ac:chgData name="Remi de Vogel" userId="5948360e-7b9c-4a22-9ada-df5e8b901c82" providerId="ADAL" clId="{CE3612A8-BCDA-4797-9FD2-28FA85BD9EE9}" dt="2023-02-01T12:10:36.844" v="224"/>
            <ac:spMkLst>
              <pc:docMk/>
              <pc:sldMasterMk cId="259861064" sldId="2147483648"/>
              <pc:sldLayoutMk cId="2387091362" sldId="2147483730"/>
              <ac:spMk id="20" creationId="{7327F050-3A9E-0D3D-29B0-3DAF83AA1B96}"/>
            </ac:spMkLst>
          </pc:spChg>
          <pc:spChg chg="add del mod">
            <ac:chgData name="Remi de Vogel" userId="5948360e-7b9c-4a22-9ada-df5e8b901c82" providerId="ADAL" clId="{CE3612A8-BCDA-4797-9FD2-28FA85BD9EE9}" dt="2023-02-01T12:10:36.844" v="224"/>
            <ac:spMkLst>
              <pc:docMk/>
              <pc:sldMasterMk cId="259861064" sldId="2147483648"/>
              <pc:sldLayoutMk cId="2387091362" sldId="2147483730"/>
              <ac:spMk id="21" creationId="{043AB034-5054-B2F1-067D-0156C66DB51C}"/>
            </ac:spMkLst>
          </pc:spChg>
          <pc:spChg chg="add del mod">
            <ac:chgData name="Remi de Vogel" userId="5948360e-7b9c-4a22-9ada-df5e8b901c82" providerId="ADAL" clId="{CE3612A8-BCDA-4797-9FD2-28FA85BD9EE9}" dt="2023-02-01T12:10:41.763" v="230"/>
            <ac:spMkLst>
              <pc:docMk/>
              <pc:sldMasterMk cId="259861064" sldId="2147483648"/>
              <pc:sldLayoutMk cId="2387091362" sldId="2147483730"/>
              <ac:spMk id="22" creationId="{03AB3224-FD0A-96C3-8EF3-F692DCD38C83}"/>
            </ac:spMkLst>
          </pc:spChg>
          <pc:spChg chg="add del mod">
            <ac:chgData name="Remi de Vogel" userId="5948360e-7b9c-4a22-9ada-df5e8b901c82" providerId="ADAL" clId="{CE3612A8-BCDA-4797-9FD2-28FA85BD9EE9}" dt="2023-02-01T12:10:41.763" v="230"/>
            <ac:spMkLst>
              <pc:docMk/>
              <pc:sldMasterMk cId="259861064" sldId="2147483648"/>
              <pc:sldLayoutMk cId="2387091362" sldId="2147483730"/>
              <ac:spMk id="23" creationId="{33DDE63F-98D4-F10B-861D-32FCDB734D5C}"/>
            </ac:spMkLst>
          </pc:spChg>
          <pc:spChg chg="add del mod">
            <ac:chgData name="Remi de Vogel" userId="5948360e-7b9c-4a22-9ada-df5e8b901c82" providerId="ADAL" clId="{CE3612A8-BCDA-4797-9FD2-28FA85BD9EE9}" dt="2023-02-01T12:10:41.763" v="230"/>
            <ac:spMkLst>
              <pc:docMk/>
              <pc:sldMasterMk cId="259861064" sldId="2147483648"/>
              <pc:sldLayoutMk cId="2387091362" sldId="2147483730"/>
              <ac:spMk id="24" creationId="{962B6DD1-58A2-5530-97AC-8023EDEEB218}"/>
            </ac:spMkLst>
          </pc:spChg>
          <pc:spChg chg="add mod">
            <ac:chgData name="Remi de Vogel" userId="5948360e-7b9c-4a22-9ada-df5e8b901c82" providerId="ADAL" clId="{CE3612A8-BCDA-4797-9FD2-28FA85BD9EE9}" dt="2023-02-01T12:10:42.078" v="231"/>
            <ac:spMkLst>
              <pc:docMk/>
              <pc:sldMasterMk cId="259861064" sldId="2147483648"/>
              <pc:sldLayoutMk cId="2387091362" sldId="2147483730"/>
              <ac:spMk id="25" creationId="{03F1F8C1-F6E0-7708-8AE0-2A01E1D6278B}"/>
            </ac:spMkLst>
          </pc:spChg>
          <pc:spChg chg="add mod ord">
            <ac:chgData name="Remi de Vogel" userId="5948360e-7b9c-4a22-9ada-df5e8b901c82" providerId="ADAL" clId="{CE3612A8-BCDA-4797-9FD2-28FA85BD9EE9}" dt="2023-02-01T12:10:46.910" v="233" actId="166"/>
            <ac:spMkLst>
              <pc:docMk/>
              <pc:sldMasterMk cId="259861064" sldId="2147483648"/>
              <pc:sldLayoutMk cId="2387091362" sldId="2147483730"/>
              <ac:spMk id="26" creationId="{B2996B06-FD0A-1179-DB80-119E27D11ED3}"/>
            </ac:spMkLst>
          </pc:spChg>
          <pc:spChg chg="add mod">
            <ac:chgData name="Remi de Vogel" userId="5948360e-7b9c-4a22-9ada-df5e8b901c82" providerId="ADAL" clId="{CE3612A8-BCDA-4797-9FD2-28FA85BD9EE9}" dt="2023-02-01T12:10:42.078" v="231"/>
            <ac:spMkLst>
              <pc:docMk/>
              <pc:sldMasterMk cId="259861064" sldId="2147483648"/>
              <pc:sldLayoutMk cId="2387091362" sldId="2147483730"/>
              <ac:spMk id="27" creationId="{159246FA-9368-79B8-20B2-5DD719B9AD00}"/>
            </ac:spMkLst>
          </pc:spChg>
          <pc:spChg chg="add mod">
            <ac:chgData name="Remi de Vogel" userId="5948360e-7b9c-4a22-9ada-df5e8b901c82" providerId="ADAL" clId="{CE3612A8-BCDA-4797-9FD2-28FA85BD9EE9}" dt="2023-02-01T12:29:57.651" v="470"/>
            <ac:spMkLst>
              <pc:docMk/>
              <pc:sldMasterMk cId="259861064" sldId="2147483648"/>
              <pc:sldLayoutMk cId="2387091362" sldId="2147483730"/>
              <ac:spMk id="28" creationId="{E15EA6A6-ACB5-D954-83F0-A488F5616739}"/>
            </ac:spMkLst>
          </pc:spChg>
          <pc:spChg chg="add mod">
            <ac:chgData name="Remi de Vogel" userId="5948360e-7b9c-4a22-9ada-df5e8b901c82" providerId="ADAL" clId="{CE3612A8-BCDA-4797-9FD2-28FA85BD9EE9}" dt="2023-02-01T12:18:20.418" v="328" actId="14100"/>
            <ac:spMkLst>
              <pc:docMk/>
              <pc:sldMasterMk cId="259861064" sldId="2147483648"/>
              <pc:sldLayoutMk cId="2387091362" sldId="2147483730"/>
              <ac:spMk id="29" creationId="{E44CC23E-4E0C-BF9F-7154-7FD4ACF71FD1}"/>
            </ac:spMkLst>
          </pc:spChg>
        </pc:sldLayoutChg>
        <pc:sldLayoutChg chg="addSp delSp modSp mod">
          <pc:chgData name="Remi de Vogel" userId="5948360e-7b9c-4a22-9ada-df5e8b901c82" providerId="ADAL" clId="{CE3612A8-BCDA-4797-9FD2-28FA85BD9EE9}" dt="2023-02-01T13:47:49.250" v="751" actId="139"/>
          <pc:sldLayoutMkLst>
            <pc:docMk/>
            <pc:sldMasterMk cId="259861064" sldId="2147483648"/>
            <pc:sldLayoutMk cId="3811794794" sldId="2147483731"/>
          </pc:sldLayoutMkLst>
          <pc:spChg chg="add del mod">
            <ac:chgData name="Remi de Vogel" userId="5948360e-7b9c-4a22-9ada-df5e8b901c82" providerId="ADAL" clId="{CE3612A8-BCDA-4797-9FD2-28FA85BD9EE9}" dt="2023-02-01T12:11:01.284" v="238"/>
            <ac:spMkLst>
              <pc:docMk/>
              <pc:sldMasterMk cId="259861064" sldId="2147483648"/>
              <pc:sldLayoutMk cId="3811794794" sldId="2147483731"/>
              <ac:spMk id="2" creationId="{E223BC85-389F-14EE-37ED-CE10D7EC023A}"/>
            </ac:spMkLst>
          </pc:spChg>
          <pc:spChg chg="del">
            <ac:chgData name="Remi de Vogel" userId="5948360e-7b9c-4a22-9ada-df5e8b901c82" providerId="ADAL" clId="{CE3612A8-BCDA-4797-9FD2-28FA85BD9EE9}" dt="2023-02-01T12:11:00.897" v="236"/>
            <ac:spMkLst>
              <pc:docMk/>
              <pc:sldMasterMk cId="259861064" sldId="2147483648"/>
              <pc:sldLayoutMk cId="3811794794" sldId="2147483731"/>
              <ac:spMk id="3" creationId="{25CAE4B3-9BEC-3808-B9D2-052F1DEC609E}"/>
            </ac:spMkLst>
          </pc:spChg>
          <pc:spChg chg="del">
            <ac:chgData name="Remi de Vogel" userId="5948360e-7b9c-4a22-9ada-df5e8b901c82" providerId="ADAL" clId="{CE3612A8-BCDA-4797-9FD2-28FA85BD9EE9}" dt="2023-02-01T13:15:39.372" v="610" actId="478"/>
            <ac:spMkLst>
              <pc:docMk/>
              <pc:sldMasterMk cId="259861064" sldId="2147483648"/>
              <pc:sldLayoutMk cId="3811794794" sldId="2147483731"/>
              <ac:spMk id="4" creationId="{5C7DBF4E-E388-4A03-BA36-CC88D4908638}"/>
            </ac:spMkLst>
          </pc:spChg>
          <pc:spChg chg="del">
            <ac:chgData name="Remi de Vogel" userId="5948360e-7b9c-4a22-9ada-df5e8b901c82" providerId="ADAL" clId="{CE3612A8-BCDA-4797-9FD2-28FA85BD9EE9}" dt="2023-02-01T12:11:00.897" v="236"/>
            <ac:spMkLst>
              <pc:docMk/>
              <pc:sldMasterMk cId="259861064" sldId="2147483648"/>
              <pc:sldLayoutMk cId="3811794794" sldId="2147483731"/>
              <ac:spMk id="5" creationId="{6BEE50B0-D99A-5161-81B4-7B5ACC6DF320}"/>
            </ac:spMkLst>
          </pc:spChg>
          <pc:spChg chg="del">
            <ac:chgData name="Remi de Vogel" userId="5948360e-7b9c-4a22-9ada-df5e8b901c82" providerId="ADAL" clId="{CE3612A8-BCDA-4797-9FD2-28FA85BD9EE9}" dt="2023-02-01T12:11:00.897" v="236"/>
            <ac:spMkLst>
              <pc:docMk/>
              <pc:sldMasterMk cId="259861064" sldId="2147483648"/>
              <pc:sldLayoutMk cId="3811794794" sldId="2147483731"/>
              <ac:spMk id="6" creationId="{47D3C3F1-A2F7-60D4-B859-4EA14DAA88C9}"/>
            </ac:spMkLst>
          </pc:spChg>
          <pc:spChg chg="add del mod">
            <ac:chgData name="Remi de Vogel" userId="5948360e-7b9c-4a22-9ada-df5e8b901c82" providerId="ADAL" clId="{CE3612A8-BCDA-4797-9FD2-28FA85BD9EE9}" dt="2023-02-01T12:11:01.284" v="238"/>
            <ac:spMkLst>
              <pc:docMk/>
              <pc:sldMasterMk cId="259861064" sldId="2147483648"/>
              <pc:sldLayoutMk cId="3811794794" sldId="2147483731"/>
              <ac:spMk id="7" creationId="{8FDBF4A6-181E-B746-22F3-40C8D1B20A46}"/>
            </ac:spMkLst>
          </pc:spChg>
          <pc:spChg chg="add del mod">
            <ac:chgData name="Remi de Vogel" userId="5948360e-7b9c-4a22-9ada-df5e8b901c82" providerId="ADAL" clId="{CE3612A8-BCDA-4797-9FD2-28FA85BD9EE9}" dt="2023-02-01T12:11:01.284" v="238"/>
            <ac:spMkLst>
              <pc:docMk/>
              <pc:sldMasterMk cId="259861064" sldId="2147483648"/>
              <pc:sldLayoutMk cId="3811794794" sldId="2147483731"/>
              <ac:spMk id="8" creationId="{17A75C83-14B3-4410-0100-04751B4F7458}"/>
            </ac:spMkLst>
          </pc:spChg>
          <pc:spChg chg="add mod">
            <ac:chgData name="Remi de Vogel" userId="5948360e-7b9c-4a22-9ada-df5e8b901c82" providerId="ADAL" clId="{CE3612A8-BCDA-4797-9FD2-28FA85BD9EE9}" dt="2023-02-01T12:11:01.700" v="239"/>
            <ac:spMkLst>
              <pc:docMk/>
              <pc:sldMasterMk cId="259861064" sldId="2147483648"/>
              <pc:sldLayoutMk cId="3811794794" sldId="2147483731"/>
              <ac:spMk id="12" creationId="{2F66AEB5-B213-E809-5D8B-8176C24AC56E}"/>
            </ac:spMkLst>
          </pc:spChg>
          <pc:spChg chg="add mod">
            <ac:chgData name="Remi de Vogel" userId="5948360e-7b9c-4a22-9ada-df5e8b901c82" providerId="ADAL" clId="{CE3612A8-BCDA-4797-9FD2-28FA85BD9EE9}" dt="2023-02-01T12:11:01.700" v="239"/>
            <ac:spMkLst>
              <pc:docMk/>
              <pc:sldMasterMk cId="259861064" sldId="2147483648"/>
              <pc:sldLayoutMk cId="3811794794" sldId="2147483731"/>
              <ac:spMk id="13" creationId="{5DED9CF5-AF42-99E7-AF62-6EC3FB8B3A13}"/>
            </ac:spMkLst>
          </pc:spChg>
          <pc:spChg chg="add mod">
            <ac:chgData name="Remi de Vogel" userId="5948360e-7b9c-4a22-9ada-df5e8b901c82" providerId="ADAL" clId="{CE3612A8-BCDA-4797-9FD2-28FA85BD9EE9}" dt="2023-02-01T12:11:01.700" v="239"/>
            <ac:spMkLst>
              <pc:docMk/>
              <pc:sldMasterMk cId="259861064" sldId="2147483648"/>
              <pc:sldLayoutMk cId="3811794794" sldId="2147483731"/>
              <ac:spMk id="14" creationId="{4A8618C1-66B2-0163-BE9C-333B52D8D2EC}"/>
            </ac:spMkLst>
          </pc:spChg>
          <pc:spChg chg="del">
            <ac:chgData name="Remi de Vogel" userId="5948360e-7b9c-4a22-9ada-df5e8b901c82" providerId="ADAL" clId="{CE3612A8-BCDA-4797-9FD2-28FA85BD9EE9}" dt="2023-02-01T12:18:25.227" v="329" actId="478"/>
            <ac:spMkLst>
              <pc:docMk/>
              <pc:sldMasterMk cId="259861064" sldId="2147483648"/>
              <pc:sldLayoutMk cId="3811794794" sldId="2147483731"/>
              <ac:spMk id="16" creationId="{20F2383E-0DB5-C2DD-1058-CA14E97C826E}"/>
            </ac:spMkLst>
          </pc:spChg>
          <pc:spChg chg="del">
            <ac:chgData name="Remi de Vogel" userId="5948360e-7b9c-4a22-9ada-df5e8b901c82" providerId="ADAL" clId="{CE3612A8-BCDA-4797-9FD2-28FA85BD9EE9}" dt="2023-02-01T12:18:25.227" v="329" actId="478"/>
            <ac:spMkLst>
              <pc:docMk/>
              <pc:sldMasterMk cId="259861064" sldId="2147483648"/>
              <pc:sldLayoutMk cId="3811794794" sldId="2147483731"/>
              <ac:spMk id="17" creationId="{561AE1B7-DA07-9D1B-DF48-1F7465D15EB1}"/>
            </ac:spMkLst>
          </pc:spChg>
          <pc:spChg chg="mod">
            <ac:chgData name="Remi de Vogel" userId="5948360e-7b9c-4a22-9ada-df5e8b901c82" providerId="ADAL" clId="{CE3612A8-BCDA-4797-9FD2-28FA85BD9EE9}" dt="2023-02-01T13:47:49.242" v="745" actId="139"/>
            <ac:spMkLst>
              <pc:docMk/>
              <pc:sldMasterMk cId="259861064" sldId="2147483648"/>
              <pc:sldLayoutMk cId="3811794794" sldId="2147483731"/>
              <ac:spMk id="19" creationId="{0A1D6E7A-A09E-2C6A-5B99-74A97CC81479}"/>
            </ac:spMkLst>
          </pc:spChg>
          <pc:spChg chg="mod">
            <ac:chgData name="Remi de Vogel" userId="5948360e-7b9c-4a22-9ada-df5e8b901c82" providerId="ADAL" clId="{CE3612A8-BCDA-4797-9FD2-28FA85BD9EE9}" dt="2023-02-01T13:47:49.245" v="747" actId="139"/>
            <ac:spMkLst>
              <pc:docMk/>
              <pc:sldMasterMk cId="259861064" sldId="2147483648"/>
              <pc:sldLayoutMk cId="3811794794" sldId="2147483731"/>
              <ac:spMk id="20" creationId="{5A783CE9-BCB9-F844-AB8D-7B7A763CC446}"/>
            </ac:spMkLst>
          </pc:spChg>
          <pc:spChg chg="mod">
            <ac:chgData name="Remi de Vogel" userId="5948360e-7b9c-4a22-9ada-df5e8b901c82" providerId="ADAL" clId="{CE3612A8-BCDA-4797-9FD2-28FA85BD9EE9}" dt="2023-02-01T13:47:49.248" v="749" actId="139"/>
            <ac:spMkLst>
              <pc:docMk/>
              <pc:sldMasterMk cId="259861064" sldId="2147483648"/>
              <pc:sldLayoutMk cId="3811794794" sldId="2147483731"/>
              <ac:spMk id="21" creationId="{61D7DB85-DC0E-911C-AFC0-A00FE9FB4218}"/>
            </ac:spMkLst>
          </pc:spChg>
          <pc:spChg chg="mod">
            <ac:chgData name="Remi de Vogel" userId="5948360e-7b9c-4a22-9ada-df5e8b901c82" providerId="ADAL" clId="{CE3612A8-BCDA-4797-9FD2-28FA85BD9EE9}" dt="2023-02-01T13:47:49.250" v="751" actId="139"/>
            <ac:spMkLst>
              <pc:docMk/>
              <pc:sldMasterMk cId="259861064" sldId="2147483648"/>
              <pc:sldLayoutMk cId="3811794794" sldId="2147483731"/>
              <ac:spMk id="22" creationId="{FBC4D1F0-0B8C-F5F7-35AE-8CBBE25F01E4}"/>
            </ac:spMkLst>
          </pc:spChg>
          <pc:spChg chg="add mod">
            <ac:chgData name="Remi de Vogel" userId="5948360e-7b9c-4a22-9ada-df5e8b901c82" providerId="ADAL" clId="{CE3612A8-BCDA-4797-9FD2-28FA85BD9EE9}" dt="2023-02-01T12:29:59.534" v="472"/>
            <ac:spMkLst>
              <pc:docMk/>
              <pc:sldMasterMk cId="259861064" sldId="2147483648"/>
              <pc:sldLayoutMk cId="3811794794" sldId="2147483731"/>
              <ac:spMk id="24" creationId="{26695D76-282B-8F58-C3D0-42E32978511E}"/>
            </ac:spMkLst>
          </pc:spChg>
          <pc:spChg chg="add mod">
            <ac:chgData name="Remi de Vogel" userId="5948360e-7b9c-4a22-9ada-df5e8b901c82" providerId="ADAL" clId="{CE3612A8-BCDA-4797-9FD2-28FA85BD9EE9}" dt="2023-02-01T12:18:28.578" v="331" actId="14100"/>
            <ac:spMkLst>
              <pc:docMk/>
              <pc:sldMasterMk cId="259861064" sldId="2147483648"/>
              <pc:sldLayoutMk cId="3811794794" sldId="2147483731"/>
              <ac:spMk id="25" creationId="{4ADFFA39-1D88-D336-CA75-F9073F637E13}"/>
            </ac:spMkLst>
          </pc:spChg>
        </pc:sldLayoutChg>
        <pc:sldLayoutChg chg="addSp delSp modSp">
          <pc:chgData name="Remi de Vogel" userId="5948360e-7b9c-4a22-9ada-df5e8b901c82" providerId="ADAL" clId="{CE3612A8-BCDA-4797-9FD2-28FA85BD9EE9}" dt="2023-02-01T12:11:30.109" v="241"/>
          <pc:sldLayoutMkLst>
            <pc:docMk/>
            <pc:sldMasterMk cId="259861064" sldId="2147483648"/>
            <pc:sldLayoutMk cId="2864453859" sldId="2147483732"/>
          </pc:sldLayoutMkLst>
          <pc:spChg chg="add mod">
            <ac:chgData name="Remi de Vogel" userId="5948360e-7b9c-4a22-9ada-df5e8b901c82" providerId="ADAL" clId="{CE3612A8-BCDA-4797-9FD2-28FA85BD9EE9}" dt="2023-02-01T12:11:30.109" v="241"/>
            <ac:spMkLst>
              <pc:docMk/>
              <pc:sldMasterMk cId="259861064" sldId="2147483648"/>
              <pc:sldLayoutMk cId="2864453859" sldId="2147483732"/>
              <ac:spMk id="2" creationId="{7D3232C5-6D8B-4F49-9338-9EEE93D08DFF}"/>
            </ac:spMkLst>
          </pc:spChg>
          <pc:spChg chg="add mod">
            <ac:chgData name="Remi de Vogel" userId="5948360e-7b9c-4a22-9ada-df5e8b901c82" providerId="ADAL" clId="{CE3612A8-BCDA-4797-9FD2-28FA85BD9EE9}" dt="2023-02-01T12:11:30.109" v="241"/>
            <ac:spMkLst>
              <pc:docMk/>
              <pc:sldMasterMk cId="259861064" sldId="2147483648"/>
              <pc:sldLayoutMk cId="2864453859" sldId="2147483732"/>
              <ac:spMk id="3" creationId="{28A36857-DD03-69F3-C903-8D430627342A}"/>
            </ac:spMkLst>
          </pc:spChg>
          <pc:spChg chg="add mod">
            <ac:chgData name="Remi de Vogel" userId="5948360e-7b9c-4a22-9ada-df5e8b901c82" providerId="ADAL" clId="{CE3612A8-BCDA-4797-9FD2-28FA85BD9EE9}" dt="2023-02-01T12:11:30.109" v="241"/>
            <ac:spMkLst>
              <pc:docMk/>
              <pc:sldMasterMk cId="259861064" sldId="2147483648"/>
              <pc:sldLayoutMk cId="2864453859" sldId="2147483732"/>
              <ac:spMk id="4" creationId="{20C6C845-A033-CD4B-0F11-8FDD1B3B2E70}"/>
            </ac:spMkLst>
          </pc:spChg>
          <pc:spChg chg="del">
            <ac:chgData name="Remi de Vogel" userId="5948360e-7b9c-4a22-9ada-df5e8b901c82" providerId="ADAL" clId="{CE3612A8-BCDA-4797-9FD2-28FA85BD9EE9}" dt="2023-02-01T12:11:29.962" v="240"/>
            <ac:spMkLst>
              <pc:docMk/>
              <pc:sldMasterMk cId="259861064" sldId="2147483648"/>
              <pc:sldLayoutMk cId="2864453859" sldId="2147483732"/>
              <ac:spMk id="6" creationId="{535B67EF-6856-8417-4B45-0607F20274B9}"/>
            </ac:spMkLst>
          </pc:spChg>
          <pc:spChg chg="del">
            <ac:chgData name="Remi de Vogel" userId="5948360e-7b9c-4a22-9ada-df5e8b901c82" providerId="ADAL" clId="{CE3612A8-BCDA-4797-9FD2-28FA85BD9EE9}" dt="2023-02-01T12:11:29.962" v="240"/>
            <ac:spMkLst>
              <pc:docMk/>
              <pc:sldMasterMk cId="259861064" sldId="2147483648"/>
              <pc:sldLayoutMk cId="2864453859" sldId="2147483732"/>
              <ac:spMk id="7" creationId="{5237AA7F-FE4F-086B-4B3D-133DE7E3601E}"/>
            </ac:spMkLst>
          </pc:spChg>
          <pc:spChg chg="del">
            <ac:chgData name="Remi de Vogel" userId="5948360e-7b9c-4a22-9ada-df5e8b901c82" providerId="ADAL" clId="{CE3612A8-BCDA-4797-9FD2-28FA85BD9EE9}" dt="2023-02-01T12:11:29.962" v="240"/>
            <ac:spMkLst>
              <pc:docMk/>
              <pc:sldMasterMk cId="259861064" sldId="2147483648"/>
              <pc:sldLayoutMk cId="2864453859" sldId="2147483732"/>
              <ac:spMk id="8" creationId="{3F02E782-A732-C6C5-63D0-489DBD2EA858}"/>
            </ac:spMkLst>
          </pc:spChg>
        </pc:sldLayoutChg>
        <pc:sldLayoutChg chg="addSp delSp modSp">
          <pc:chgData name="Remi de Vogel" userId="5948360e-7b9c-4a22-9ada-df5e8b901c82" providerId="ADAL" clId="{CE3612A8-BCDA-4797-9FD2-28FA85BD9EE9}" dt="2023-02-01T12:11:39.460" v="249"/>
          <pc:sldLayoutMkLst>
            <pc:docMk/>
            <pc:sldMasterMk cId="259861064" sldId="2147483648"/>
            <pc:sldLayoutMk cId="3376375726" sldId="2147483733"/>
          </pc:sldLayoutMkLst>
          <pc:spChg chg="add mod">
            <ac:chgData name="Remi de Vogel" userId="5948360e-7b9c-4a22-9ada-df5e8b901c82" providerId="ADAL" clId="{CE3612A8-BCDA-4797-9FD2-28FA85BD9EE9}" dt="2023-02-01T12:11:39.460" v="249"/>
            <ac:spMkLst>
              <pc:docMk/>
              <pc:sldMasterMk cId="259861064" sldId="2147483648"/>
              <pc:sldLayoutMk cId="3376375726" sldId="2147483733"/>
              <ac:spMk id="2" creationId="{EAD9E24B-71D8-7156-2298-1A0AF0B30657}"/>
            </ac:spMkLst>
          </pc:spChg>
          <pc:spChg chg="del">
            <ac:chgData name="Remi de Vogel" userId="5948360e-7b9c-4a22-9ada-df5e8b901c82" providerId="ADAL" clId="{CE3612A8-BCDA-4797-9FD2-28FA85BD9EE9}" dt="2023-02-01T12:11:39.330" v="248"/>
            <ac:spMkLst>
              <pc:docMk/>
              <pc:sldMasterMk cId="259861064" sldId="2147483648"/>
              <pc:sldLayoutMk cId="3376375726" sldId="2147483733"/>
              <ac:spMk id="3" creationId="{0C65D0DF-2E28-0703-6C1C-294E31BE57D1}"/>
            </ac:spMkLst>
          </pc:spChg>
          <pc:spChg chg="del">
            <ac:chgData name="Remi de Vogel" userId="5948360e-7b9c-4a22-9ada-df5e8b901c82" providerId="ADAL" clId="{CE3612A8-BCDA-4797-9FD2-28FA85BD9EE9}" dt="2023-02-01T12:11:39.330" v="248"/>
            <ac:spMkLst>
              <pc:docMk/>
              <pc:sldMasterMk cId="259861064" sldId="2147483648"/>
              <pc:sldLayoutMk cId="3376375726" sldId="2147483733"/>
              <ac:spMk id="4" creationId="{98561BA9-6334-19DB-C8BE-D9FED54A635D}"/>
            </ac:spMkLst>
          </pc:spChg>
          <pc:spChg chg="del">
            <ac:chgData name="Remi de Vogel" userId="5948360e-7b9c-4a22-9ada-df5e8b901c82" providerId="ADAL" clId="{CE3612A8-BCDA-4797-9FD2-28FA85BD9EE9}" dt="2023-02-01T12:11:39.330" v="248"/>
            <ac:spMkLst>
              <pc:docMk/>
              <pc:sldMasterMk cId="259861064" sldId="2147483648"/>
              <pc:sldLayoutMk cId="3376375726" sldId="2147483733"/>
              <ac:spMk id="5" creationId="{688B0F38-5302-4FE4-83FF-4CCCEEFB3AAC}"/>
            </ac:spMkLst>
          </pc:spChg>
          <pc:spChg chg="add mod">
            <ac:chgData name="Remi de Vogel" userId="5948360e-7b9c-4a22-9ada-df5e8b901c82" providerId="ADAL" clId="{CE3612A8-BCDA-4797-9FD2-28FA85BD9EE9}" dt="2023-02-01T12:11:39.460" v="249"/>
            <ac:spMkLst>
              <pc:docMk/>
              <pc:sldMasterMk cId="259861064" sldId="2147483648"/>
              <pc:sldLayoutMk cId="3376375726" sldId="2147483733"/>
              <ac:spMk id="6" creationId="{F3EFC3F8-E326-9397-9699-EC18B2E07BC3}"/>
            </ac:spMkLst>
          </pc:spChg>
          <pc:spChg chg="add mod">
            <ac:chgData name="Remi de Vogel" userId="5948360e-7b9c-4a22-9ada-df5e8b901c82" providerId="ADAL" clId="{CE3612A8-BCDA-4797-9FD2-28FA85BD9EE9}" dt="2023-02-01T12:11:39.460" v="249"/>
            <ac:spMkLst>
              <pc:docMk/>
              <pc:sldMasterMk cId="259861064" sldId="2147483648"/>
              <pc:sldLayoutMk cId="3376375726" sldId="2147483733"/>
              <ac:spMk id="7" creationId="{F8AFBA8A-ADA3-BB5A-C2AB-A0A149B84417}"/>
            </ac:spMkLst>
          </pc:spChg>
        </pc:sldLayoutChg>
        <pc:sldLayoutChg chg="addSp delSp modSp">
          <pc:chgData name="Remi de Vogel" userId="5948360e-7b9c-4a22-9ada-df5e8b901c82" providerId="ADAL" clId="{CE3612A8-BCDA-4797-9FD2-28FA85BD9EE9}" dt="2023-02-01T12:11:41.324" v="251"/>
          <pc:sldLayoutMkLst>
            <pc:docMk/>
            <pc:sldMasterMk cId="259861064" sldId="2147483648"/>
            <pc:sldLayoutMk cId="2079071838" sldId="2147483734"/>
          </pc:sldLayoutMkLst>
          <pc:spChg chg="add mod">
            <ac:chgData name="Remi de Vogel" userId="5948360e-7b9c-4a22-9ada-df5e8b901c82" providerId="ADAL" clId="{CE3612A8-BCDA-4797-9FD2-28FA85BD9EE9}" dt="2023-02-01T12:11:41.324" v="251"/>
            <ac:spMkLst>
              <pc:docMk/>
              <pc:sldMasterMk cId="259861064" sldId="2147483648"/>
              <pc:sldLayoutMk cId="2079071838" sldId="2147483734"/>
              <ac:spMk id="2" creationId="{F9FE426F-16BC-0B48-6533-9FA719C62AE6}"/>
            </ac:spMkLst>
          </pc:spChg>
          <pc:spChg chg="del">
            <ac:chgData name="Remi de Vogel" userId="5948360e-7b9c-4a22-9ada-df5e8b901c82" providerId="ADAL" clId="{CE3612A8-BCDA-4797-9FD2-28FA85BD9EE9}" dt="2023-02-01T12:11:41.202" v="250"/>
            <ac:spMkLst>
              <pc:docMk/>
              <pc:sldMasterMk cId="259861064" sldId="2147483648"/>
              <pc:sldLayoutMk cId="2079071838" sldId="2147483734"/>
              <ac:spMk id="3" creationId="{EA314F1F-5DC0-798D-1024-E6CB6B0A5428}"/>
            </ac:spMkLst>
          </pc:spChg>
          <pc:spChg chg="del">
            <ac:chgData name="Remi de Vogel" userId="5948360e-7b9c-4a22-9ada-df5e8b901c82" providerId="ADAL" clId="{CE3612A8-BCDA-4797-9FD2-28FA85BD9EE9}" dt="2023-02-01T12:11:41.202" v="250"/>
            <ac:spMkLst>
              <pc:docMk/>
              <pc:sldMasterMk cId="259861064" sldId="2147483648"/>
              <pc:sldLayoutMk cId="2079071838" sldId="2147483734"/>
              <ac:spMk id="4" creationId="{354FFD5A-C787-75DA-20CF-702E70FF3075}"/>
            </ac:spMkLst>
          </pc:spChg>
          <pc:spChg chg="del">
            <ac:chgData name="Remi de Vogel" userId="5948360e-7b9c-4a22-9ada-df5e8b901c82" providerId="ADAL" clId="{CE3612A8-BCDA-4797-9FD2-28FA85BD9EE9}" dt="2023-02-01T12:11:41.202" v="250"/>
            <ac:spMkLst>
              <pc:docMk/>
              <pc:sldMasterMk cId="259861064" sldId="2147483648"/>
              <pc:sldLayoutMk cId="2079071838" sldId="2147483734"/>
              <ac:spMk id="5" creationId="{A906CE3E-478A-ACDF-A57D-F33D925A36F4}"/>
            </ac:spMkLst>
          </pc:spChg>
          <pc:spChg chg="add mod">
            <ac:chgData name="Remi de Vogel" userId="5948360e-7b9c-4a22-9ada-df5e8b901c82" providerId="ADAL" clId="{CE3612A8-BCDA-4797-9FD2-28FA85BD9EE9}" dt="2023-02-01T12:11:41.324" v="251"/>
            <ac:spMkLst>
              <pc:docMk/>
              <pc:sldMasterMk cId="259861064" sldId="2147483648"/>
              <pc:sldLayoutMk cId="2079071838" sldId="2147483734"/>
              <ac:spMk id="6" creationId="{E2A7850A-B39D-8CE1-177C-A24A47507B47}"/>
            </ac:spMkLst>
          </pc:spChg>
          <pc:spChg chg="add mod">
            <ac:chgData name="Remi de Vogel" userId="5948360e-7b9c-4a22-9ada-df5e8b901c82" providerId="ADAL" clId="{CE3612A8-BCDA-4797-9FD2-28FA85BD9EE9}" dt="2023-02-01T12:11:41.324" v="251"/>
            <ac:spMkLst>
              <pc:docMk/>
              <pc:sldMasterMk cId="259861064" sldId="2147483648"/>
              <pc:sldLayoutMk cId="2079071838" sldId="2147483734"/>
              <ac:spMk id="7" creationId="{2D0E3974-B6A4-FFBD-57BA-74E946E974C7}"/>
            </ac:spMkLst>
          </pc:spChg>
        </pc:sldLayoutChg>
        <pc:sldLayoutChg chg="addSp delSp modSp">
          <pc:chgData name="Remi de Vogel" userId="5948360e-7b9c-4a22-9ada-df5e8b901c82" providerId="ADAL" clId="{CE3612A8-BCDA-4797-9FD2-28FA85BD9EE9}" dt="2023-02-01T12:11:45.076" v="255"/>
          <pc:sldLayoutMkLst>
            <pc:docMk/>
            <pc:sldMasterMk cId="259861064" sldId="2147483648"/>
            <pc:sldLayoutMk cId="2400735421" sldId="2147483735"/>
          </pc:sldLayoutMkLst>
          <pc:spChg chg="del">
            <ac:chgData name="Remi de Vogel" userId="5948360e-7b9c-4a22-9ada-df5e8b901c82" providerId="ADAL" clId="{CE3612A8-BCDA-4797-9FD2-28FA85BD9EE9}" dt="2023-02-01T12:11:44.962" v="254"/>
            <ac:spMkLst>
              <pc:docMk/>
              <pc:sldMasterMk cId="259861064" sldId="2147483648"/>
              <pc:sldLayoutMk cId="2400735421" sldId="2147483735"/>
              <ac:spMk id="2" creationId="{ED956B58-5617-D3B8-C22D-D370273EA083}"/>
            </ac:spMkLst>
          </pc:spChg>
          <pc:spChg chg="del">
            <ac:chgData name="Remi de Vogel" userId="5948360e-7b9c-4a22-9ada-df5e8b901c82" providerId="ADAL" clId="{CE3612A8-BCDA-4797-9FD2-28FA85BD9EE9}" dt="2023-02-01T12:11:44.962" v="254"/>
            <ac:spMkLst>
              <pc:docMk/>
              <pc:sldMasterMk cId="259861064" sldId="2147483648"/>
              <pc:sldLayoutMk cId="2400735421" sldId="2147483735"/>
              <ac:spMk id="3" creationId="{DA02D120-AAAF-5E6A-9856-F9350DAF3DF0}"/>
            </ac:spMkLst>
          </pc:spChg>
          <pc:spChg chg="add mod">
            <ac:chgData name="Remi de Vogel" userId="5948360e-7b9c-4a22-9ada-df5e8b901c82" providerId="ADAL" clId="{CE3612A8-BCDA-4797-9FD2-28FA85BD9EE9}" dt="2023-02-01T12:11:45.076" v="255"/>
            <ac:spMkLst>
              <pc:docMk/>
              <pc:sldMasterMk cId="259861064" sldId="2147483648"/>
              <pc:sldLayoutMk cId="2400735421" sldId="2147483735"/>
              <ac:spMk id="4" creationId="{EDCE6B12-2F68-69AA-4BDE-06821A5FA9A4}"/>
            </ac:spMkLst>
          </pc:spChg>
          <pc:spChg chg="del">
            <ac:chgData name="Remi de Vogel" userId="5948360e-7b9c-4a22-9ada-df5e8b901c82" providerId="ADAL" clId="{CE3612A8-BCDA-4797-9FD2-28FA85BD9EE9}" dt="2023-02-01T12:11:44.962" v="254"/>
            <ac:spMkLst>
              <pc:docMk/>
              <pc:sldMasterMk cId="259861064" sldId="2147483648"/>
              <pc:sldLayoutMk cId="2400735421" sldId="2147483735"/>
              <ac:spMk id="5" creationId="{24FC5D07-268A-8521-4BA1-08979B63C7CD}"/>
            </ac:spMkLst>
          </pc:spChg>
          <pc:spChg chg="add mod">
            <ac:chgData name="Remi de Vogel" userId="5948360e-7b9c-4a22-9ada-df5e8b901c82" providerId="ADAL" clId="{CE3612A8-BCDA-4797-9FD2-28FA85BD9EE9}" dt="2023-02-01T12:11:45.076" v="255"/>
            <ac:spMkLst>
              <pc:docMk/>
              <pc:sldMasterMk cId="259861064" sldId="2147483648"/>
              <pc:sldLayoutMk cId="2400735421" sldId="2147483735"/>
              <ac:spMk id="6" creationId="{BC4297CB-0B71-F645-7D64-5275A718054C}"/>
            </ac:spMkLst>
          </pc:spChg>
          <pc:spChg chg="add mod">
            <ac:chgData name="Remi de Vogel" userId="5948360e-7b9c-4a22-9ada-df5e8b901c82" providerId="ADAL" clId="{CE3612A8-BCDA-4797-9FD2-28FA85BD9EE9}" dt="2023-02-01T12:11:45.076" v="255"/>
            <ac:spMkLst>
              <pc:docMk/>
              <pc:sldMasterMk cId="259861064" sldId="2147483648"/>
              <pc:sldLayoutMk cId="2400735421" sldId="2147483735"/>
              <ac:spMk id="7" creationId="{DB63E056-F69D-C7CD-403E-8BE6622C5B98}"/>
            </ac:spMkLst>
          </pc:spChg>
        </pc:sldLayoutChg>
        <pc:sldLayoutChg chg="addSp delSp modSp">
          <pc:chgData name="Remi de Vogel" userId="5948360e-7b9c-4a22-9ada-df5e8b901c82" providerId="ADAL" clId="{CE3612A8-BCDA-4797-9FD2-28FA85BD9EE9}" dt="2023-02-01T12:11:37.404" v="247"/>
          <pc:sldLayoutMkLst>
            <pc:docMk/>
            <pc:sldMasterMk cId="259861064" sldId="2147483648"/>
            <pc:sldLayoutMk cId="101923619" sldId="2147483736"/>
          </pc:sldLayoutMkLst>
          <pc:spChg chg="del">
            <ac:chgData name="Remi de Vogel" userId="5948360e-7b9c-4a22-9ada-df5e8b901c82" providerId="ADAL" clId="{CE3612A8-BCDA-4797-9FD2-28FA85BD9EE9}" dt="2023-02-01T12:11:37.266" v="246"/>
            <ac:spMkLst>
              <pc:docMk/>
              <pc:sldMasterMk cId="259861064" sldId="2147483648"/>
              <pc:sldLayoutMk cId="101923619" sldId="2147483736"/>
              <ac:spMk id="2" creationId="{1459C21D-B668-BD7A-2CCA-4932627281FB}"/>
            </ac:spMkLst>
          </pc:spChg>
          <pc:spChg chg="del">
            <ac:chgData name="Remi de Vogel" userId="5948360e-7b9c-4a22-9ada-df5e8b901c82" providerId="ADAL" clId="{CE3612A8-BCDA-4797-9FD2-28FA85BD9EE9}" dt="2023-02-01T12:11:37.266" v="246"/>
            <ac:spMkLst>
              <pc:docMk/>
              <pc:sldMasterMk cId="259861064" sldId="2147483648"/>
              <pc:sldLayoutMk cId="101923619" sldId="2147483736"/>
              <ac:spMk id="3" creationId="{0795BA8B-11B3-B9B9-1C2C-6132B1AE9BC1}"/>
            </ac:spMkLst>
          </pc:spChg>
          <pc:spChg chg="del">
            <ac:chgData name="Remi de Vogel" userId="5948360e-7b9c-4a22-9ada-df5e8b901c82" providerId="ADAL" clId="{CE3612A8-BCDA-4797-9FD2-28FA85BD9EE9}" dt="2023-02-01T12:11:37.266" v="246"/>
            <ac:spMkLst>
              <pc:docMk/>
              <pc:sldMasterMk cId="259861064" sldId="2147483648"/>
              <pc:sldLayoutMk cId="101923619" sldId="2147483736"/>
              <ac:spMk id="4" creationId="{A3A89C0C-EBFF-C0D0-99C7-FB7FBC06BB2C}"/>
            </ac:spMkLst>
          </pc:spChg>
          <pc:spChg chg="add mod">
            <ac:chgData name="Remi de Vogel" userId="5948360e-7b9c-4a22-9ada-df5e8b901c82" providerId="ADAL" clId="{CE3612A8-BCDA-4797-9FD2-28FA85BD9EE9}" dt="2023-02-01T12:11:37.404" v="247"/>
            <ac:spMkLst>
              <pc:docMk/>
              <pc:sldMasterMk cId="259861064" sldId="2147483648"/>
              <pc:sldLayoutMk cId="101923619" sldId="2147483736"/>
              <ac:spMk id="5" creationId="{CF3DD555-C0C0-8C82-66A2-9D13FB020A8E}"/>
            </ac:spMkLst>
          </pc:spChg>
          <pc:spChg chg="add mod">
            <ac:chgData name="Remi de Vogel" userId="5948360e-7b9c-4a22-9ada-df5e8b901c82" providerId="ADAL" clId="{CE3612A8-BCDA-4797-9FD2-28FA85BD9EE9}" dt="2023-02-01T12:11:37.404" v="247"/>
            <ac:spMkLst>
              <pc:docMk/>
              <pc:sldMasterMk cId="259861064" sldId="2147483648"/>
              <pc:sldLayoutMk cId="101923619" sldId="2147483736"/>
              <ac:spMk id="6" creationId="{E5B862BC-A204-E819-9D8B-58F90052FF57}"/>
            </ac:spMkLst>
          </pc:spChg>
          <pc:spChg chg="add mod">
            <ac:chgData name="Remi de Vogel" userId="5948360e-7b9c-4a22-9ada-df5e8b901c82" providerId="ADAL" clId="{CE3612A8-BCDA-4797-9FD2-28FA85BD9EE9}" dt="2023-02-01T12:11:37.404" v="247"/>
            <ac:spMkLst>
              <pc:docMk/>
              <pc:sldMasterMk cId="259861064" sldId="2147483648"/>
              <pc:sldLayoutMk cId="101923619" sldId="2147483736"/>
              <ac:spMk id="7" creationId="{1C785522-9014-FE5A-8A7E-BFC6F76E5643}"/>
            </ac:spMkLst>
          </pc:spChg>
        </pc:sldLayoutChg>
        <pc:sldLayoutChg chg="addSp delSp modSp mod">
          <pc:chgData name="Remi de Vogel" userId="5948360e-7b9c-4a22-9ada-df5e8b901c82" providerId="ADAL" clId="{CE3612A8-BCDA-4797-9FD2-28FA85BD9EE9}" dt="2023-02-01T13:47:49.323" v="767" actId="139"/>
          <pc:sldLayoutMkLst>
            <pc:docMk/>
            <pc:sldMasterMk cId="259861064" sldId="2147483648"/>
            <pc:sldLayoutMk cId="3277208104" sldId="2147483737"/>
          </pc:sldLayoutMkLst>
          <pc:spChg chg="del">
            <ac:chgData name="Remi de Vogel" userId="5948360e-7b9c-4a22-9ada-df5e8b901c82" providerId="ADAL" clId="{CE3612A8-BCDA-4797-9FD2-28FA85BD9EE9}" dt="2023-02-01T12:13:44.745" v="275"/>
            <ac:spMkLst>
              <pc:docMk/>
              <pc:sldMasterMk cId="259861064" sldId="2147483648"/>
              <pc:sldLayoutMk cId="3277208104" sldId="2147483737"/>
              <ac:spMk id="2" creationId="{BA97C245-FFE7-A0BA-8335-79C4A7A06809}"/>
            </ac:spMkLst>
          </pc:spChg>
          <pc:spChg chg="add mod">
            <ac:chgData name="Remi de Vogel" userId="5948360e-7b9c-4a22-9ada-df5e8b901c82" providerId="ADAL" clId="{CE3612A8-BCDA-4797-9FD2-28FA85BD9EE9}" dt="2023-02-01T13:20:03.400" v="673"/>
            <ac:spMkLst>
              <pc:docMk/>
              <pc:sldMasterMk cId="259861064" sldId="2147483648"/>
              <pc:sldLayoutMk cId="3277208104" sldId="2147483737"/>
              <ac:spMk id="2" creationId="{DE82E1BD-FC96-EF97-4626-229F15E33345}"/>
            </ac:spMkLst>
          </pc:spChg>
          <pc:spChg chg="del">
            <ac:chgData name="Remi de Vogel" userId="5948360e-7b9c-4a22-9ada-df5e8b901c82" providerId="ADAL" clId="{CE3612A8-BCDA-4797-9FD2-28FA85BD9EE9}" dt="2023-02-01T12:13:44.745" v="275"/>
            <ac:spMkLst>
              <pc:docMk/>
              <pc:sldMasterMk cId="259861064" sldId="2147483648"/>
              <pc:sldLayoutMk cId="3277208104" sldId="2147483737"/>
              <ac:spMk id="3" creationId="{469A2FC6-0C24-23CF-C943-72756B291A08}"/>
            </ac:spMkLst>
          </pc:spChg>
          <pc:spChg chg="del">
            <ac:chgData name="Remi de Vogel" userId="5948360e-7b9c-4a22-9ada-df5e8b901c82" providerId="ADAL" clId="{CE3612A8-BCDA-4797-9FD2-28FA85BD9EE9}" dt="2023-02-01T12:13:44.745" v="275"/>
            <ac:spMkLst>
              <pc:docMk/>
              <pc:sldMasterMk cId="259861064" sldId="2147483648"/>
              <pc:sldLayoutMk cId="3277208104" sldId="2147483737"/>
              <ac:spMk id="4" creationId="{E764A80B-6C02-FEBD-2A52-A660AC396E03}"/>
            </ac:spMkLst>
          </pc:spChg>
          <pc:spChg chg="add mod">
            <ac:chgData name="Remi de Vogel" userId="5948360e-7b9c-4a22-9ada-df5e8b901c82" providerId="ADAL" clId="{CE3612A8-BCDA-4797-9FD2-28FA85BD9EE9}" dt="2023-02-01T12:13:49.566" v="277" actId="207"/>
            <ac:spMkLst>
              <pc:docMk/>
              <pc:sldMasterMk cId="259861064" sldId="2147483648"/>
              <pc:sldLayoutMk cId="3277208104" sldId="2147483737"/>
              <ac:spMk id="5" creationId="{1DF19C37-F2AC-F897-8812-3E8B0C85EC90}"/>
            </ac:spMkLst>
          </pc:spChg>
          <pc:spChg chg="add mod">
            <ac:chgData name="Remi de Vogel" userId="5948360e-7b9c-4a22-9ada-df5e8b901c82" providerId="ADAL" clId="{CE3612A8-BCDA-4797-9FD2-28FA85BD9EE9}" dt="2023-02-01T12:13:49.566" v="277" actId="207"/>
            <ac:spMkLst>
              <pc:docMk/>
              <pc:sldMasterMk cId="259861064" sldId="2147483648"/>
              <pc:sldLayoutMk cId="3277208104" sldId="2147483737"/>
              <ac:spMk id="6" creationId="{D99588E7-DB3D-84A0-FAD4-46E9BED3C4D3}"/>
            </ac:spMkLst>
          </pc:spChg>
          <pc:spChg chg="add mod">
            <ac:chgData name="Remi de Vogel" userId="5948360e-7b9c-4a22-9ada-df5e8b901c82" providerId="ADAL" clId="{CE3612A8-BCDA-4797-9FD2-28FA85BD9EE9}" dt="2023-02-01T12:13:49.566" v="277" actId="207"/>
            <ac:spMkLst>
              <pc:docMk/>
              <pc:sldMasterMk cId="259861064" sldId="2147483648"/>
              <pc:sldLayoutMk cId="3277208104" sldId="2147483737"/>
              <ac:spMk id="7" creationId="{CBC53028-A7BF-14D5-8EBE-365700BC7A73}"/>
            </ac:spMkLst>
          </pc:spChg>
          <pc:spChg chg="add del mod">
            <ac:chgData name="Remi de Vogel" userId="5948360e-7b9c-4a22-9ada-df5e8b901c82" providerId="ADAL" clId="{CE3612A8-BCDA-4797-9FD2-28FA85BD9EE9}" dt="2023-02-01T12:21:59.239" v="344"/>
            <ac:spMkLst>
              <pc:docMk/>
              <pc:sldMasterMk cId="259861064" sldId="2147483648"/>
              <pc:sldLayoutMk cId="3277208104" sldId="2147483737"/>
              <ac:spMk id="8" creationId="{F20CEF85-DCAC-189B-CBDF-8183029271EC}"/>
            </ac:spMkLst>
          </pc:spChg>
          <pc:spChg chg="del">
            <ac:chgData name="Remi de Vogel" userId="5948360e-7b9c-4a22-9ada-df5e8b901c82" providerId="ADAL" clId="{CE3612A8-BCDA-4797-9FD2-28FA85BD9EE9}" dt="2023-02-01T13:20:03.018" v="672" actId="478"/>
            <ac:spMkLst>
              <pc:docMk/>
              <pc:sldMasterMk cId="259861064" sldId="2147483648"/>
              <pc:sldLayoutMk cId="3277208104" sldId="2147483737"/>
              <ac:spMk id="10" creationId="{5B70325F-275A-3794-6623-7711F7F9DD80}"/>
            </ac:spMkLst>
          </pc:spChg>
          <pc:spChg chg="mod">
            <ac:chgData name="Remi de Vogel" userId="5948360e-7b9c-4a22-9ada-df5e8b901c82" providerId="ADAL" clId="{CE3612A8-BCDA-4797-9FD2-28FA85BD9EE9}" dt="2023-02-01T13:10:50.335" v="552" actId="20577"/>
            <ac:spMkLst>
              <pc:docMk/>
              <pc:sldMasterMk cId="259861064" sldId="2147483648"/>
              <pc:sldLayoutMk cId="3277208104" sldId="2147483737"/>
              <ac:spMk id="11" creationId="{7C3D10E2-AE17-CA71-DC90-8A5F1BDC83F7}"/>
            </ac:spMkLst>
          </pc:spChg>
          <pc:spChg chg="mod">
            <ac:chgData name="Remi de Vogel" userId="5948360e-7b9c-4a22-9ada-df5e8b901c82" providerId="ADAL" clId="{CE3612A8-BCDA-4797-9FD2-28FA85BD9EE9}" dt="2023-02-01T12:30:17.502" v="474"/>
            <ac:spMkLst>
              <pc:docMk/>
              <pc:sldMasterMk cId="259861064" sldId="2147483648"/>
              <pc:sldLayoutMk cId="3277208104" sldId="2147483737"/>
              <ac:spMk id="12" creationId="{923F0AE6-64A0-48D3-2F58-26CEF71B34E0}"/>
            </ac:spMkLst>
          </pc:spChg>
          <pc:spChg chg="mod">
            <ac:chgData name="Remi de Vogel" userId="5948360e-7b9c-4a22-9ada-df5e8b901c82" providerId="ADAL" clId="{CE3612A8-BCDA-4797-9FD2-28FA85BD9EE9}" dt="2023-02-01T13:07:04.302" v="488"/>
            <ac:spMkLst>
              <pc:docMk/>
              <pc:sldMasterMk cId="259861064" sldId="2147483648"/>
              <pc:sldLayoutMk cId="3277208104" sldId="2147483737"/>
              <ac:spMk id="13" creationId="{0B297783-3573-2902-4B98-10768A4D38EF}"/>
            </ac:spMkLst>
          </pc:spChg>
          <pc:spChg chg="mod">
            <ac:chgData name="Remi de Vogel" userId="5948360e-7b9c-4a22-9ada-df5e8b901c82" providerId="ADAL" clId="{CE3612A8-BCDA-4797-9FD2-28FA85BD9EE9}" dt="2023-02-01T13:47:49.313" v="761" actId="139"/>
            <ac:spMkLst>
              <pc:docMk/>
              <pc:sldMasterMk cId="259861064" sldId="2147483648"/>
              <pc:sldLayoutMk cId="3277208104" sldId="2147483737"/>
              <ac:spMk id="14" creationId="{EB7A1E92-C009-56EC-F987-1EBB6B064052}"/>
            </ac:spMkLst>
          </pc:spChg>
          <pc:spChg chg="add mod">
            <ac:chgData name="Remi de Vogel" userId="5948360e-7b9c-4a22-9ada-df5e8b901c82" providerId="ADAL" clId="{CE3612A8-BCDA-4797-9FD2-28FA85BD9EE9}" dt="2023-02-01T12:22:04.626" v="346" actId="207"/>
            <ac:spMkLst>
              <pc:docMk/>
              <pc:sldMasterMk cId="259861064" sldId="2147483648"/>
              <pc:sldLayoutMk cId="3277208104" sldId="2147483737"/>
              <ac:spMk id="15" creationId="{5953DC72-C0F5-D909-0950-92A3A6FBCB07}"/>
            </ac:spMkLst>
          </pc:spChg>
          <pc:spChg chg="mod">
            <ac:chgData name="Remi de Vogel" userId="5948360e-7b9c-4a22-9ada-df5e8b901c82" providerId="ADAL" clId="{CE3612A8-BCDA-4797-9FD2-28FA85BD9EE9}" dt="2023-02-01T13:47:49.316" v="763" actId="139"/>
            <ac:spMkLst>
              <pc:docMk/>
              <pc:sldMasterMk cId="259861064" sldId="2147483648"/>
              <pc:sldLayoutMk cId="3277208104" sldId="2147483737"/>
              <ac:spMk id="16" creationId="{78304E2C-D76F-2456-8633-314BD726A32B}"/>
            </ac:spMkLst>
          </pc:spChg>
          <pc:spChg chg="mod">
            <ac:chgData name="Remi de Vogel" userId="5948360e-7b9c-4a22-9ada-df5e8b901c82" providerId="ADAL" clId="{CE3612A8-BCDA-4797-9FD2-28FA85BD9EE9}" dt="2023-02-01T13:47:49.319" v="765" actId="139"/>
            <ac:spMkLst>
              <pc:docMk/>
              <pc:sldMasterMk cId="259861064" sldId="2147483648"/>
              <pc:sldLayoutMk cId="3277208104" sldId="2147483737"/>
              <ac:spMk id="17" creationId="{591C8154-62BF-6BE3-97D9-C7E7789158C8}"/>
            </ac:spMkLst>
          </pc:spChg>
          <pc:spChg chg="mod">
            <ac:chgData name="Remi de Vogel" userId="5948360e-7b9c-4a22-9ada-df5e8b901c82" providerId="ADAL" clId="{CE3612A8-BCDA-4797-9FD2-28FA85BD9EE9}" dt="2023-02-01T13:47:49.323" v="767" actId="139"/>
            <ac:spMkLst>
              <pc:docMk/>
              <pc:sldMasterMk cId="259861064" sldId="2147483648"/>
              <pc:sldLayoutMk cId="3277208104" sldId="2147483737"/>
              <ac:spMk id="18" creationId="{120D845B-9A3F-D30F-FE80-F4F4A749CB5E}"/>
            </ac:spMkLst>
          </pc:spChg>
        </pc:sldLayoutChg>
        <pc:sldLayoutChg chg="addSp delSp modSp">
          <pc:chgData name="Remi de Vogel" userId="5948360e-7b9c-4a22-9ada-df5e8b901c82" providerId="ADAL" clId="{CE3612A8-BCDA-4797-9FD2-28FA85BD9EE9}" dt="2023-02-01T12:11:49.140" v="261"/>
          <pc:sldLayoutMkLst>
            <pc:docMk/>
            <pc:sldMasterMk cId="259861064" sldId="2147483648"/>
            <pc:sldLayoutMk cId="353535495" sldId="2147483738"/>
          </pc:sldLayoutMkLst>
          <pc:spChg chg="add mod">
            <ac:chgData name="Remi de Vogel" userId="5948360e-7b9c-4a22-9ada-df5e8b901c82" providerId="ADAL" clId="{CE3612A8-BCDA-4797-9FD2-28FA85BD9EE9}" dt="2023-02-01T12:11:49.140" v="261"/>
            <ac:spMkLst>
              <pc:docMk/>
              <pc:sldMasterMk cId="259861064" sldId="2147483648"/>
              <pc:sldLayoutMk cId="353535495" sldId="2147483738"/>
              <ac:spMk id="2" creationId="{61D76F7F-9BC8-1DF3-705F-813DA533D843}"/>
            </ac:spMkLst>
          </pc:spChg>
          <pc:spChg chg="del">
            <ac:chgData name="Remi de Vogel" userId="5948360e-7b9c-4a22-9ada-df5e8b901c82" providerId="ADAL" clId="{CE3612A8-BCDA-4797-9FD2-28FA85BD9EE9}" dt="2023-02-01T12:11:49.010" v="260"/>
            <ac:spMkLst>
              <pc:docMk/>
              <pc:sldMasterMk cId="259861064" sldId="2147483648"/>
              <pc:sldLayoutMk cId="353535495" sldId="2147483738"/>
              <ac:spMk id="3" creationId="{6C0E64F1-24B5-B50A-A09E-A42828A2E4F2}"/>
            </ac:spMkLst>
          </pc:spChg>
          <pc:spChg chg="del">
            <ac:chgData name="Remi de Vogel" userId="5948360e-7b9c-4a22-9ada-df5e8b901c82" providerId="ADAL" clId="{CE3612A8-BCDA-4797-9FD2-28FA85BD9EE9}" dt="2023-02-01T12:11:49.010" v="260"/>
            <ac:spMkLst>
              <pc:docMk/>
              <pc:sldMasterMk cId="259861064" sldId="2147483648"/>
              <pc:sldLayoutMk cId="353535495" sldId="2147483738"/>
              <ac:spMk id="4" creationId="{63F396F7-E045-30A0-EDC3-BDF39E0FB479}"/>
            </ac:spMkLst>
          </pc:spChg>
          <pc:spChg chg="del">
            <ac:chgData name="Remi de Vogel" userId="5948360e-7b9c-4a22-9ada-df5e8b901c82" providerId="ADAL" clId="{CE3612A8-BCDA-4797-9FD2-28FA85BD9EE9}" dt="2023-02-01T12:11:49.010" v="260"/>
            <ac:spMkLst>
              <pc:docMk/>
              <pc:sldMasterMk cId="259861064" sldId="2147483648"/>
              <pc:sldLayoutMk cId="353535495" sldId="2147483738"/>
              <ac:spMk id="5" creationId="{202F7206-7AA5-5CEF-A63C-030B2DF451E6}"/>
            </ac:spMkLst>
          </pc:spChg>
          <pc:spChg chg="add mod">
            <ac:chgData name="Remi de Vogel" userId="5948360e-7b9c-4a22-9ada-df5e8b901c82" providerId="ADAL" clId="{CE3612A8-BCDA-4797-9FD2-28FA85BD9EE9}" dt="2023-02-01T12:11:49.140" v="261"/>
            <ac:spMkLst>
              <pc:docMk/>
              <pc:sldMasterMk cId="259861064" sldId="2147483648"/>
              <pc:sldLayoutMk cId="353535495" sldId="2147483738"/>
              <ac:spMk id="6" creationId="{754CA73F-F4DB-C69D-3692-87CAF354B3E9}"/>
            </ac:spMkLst>
          </pc:spChg>
          <pc:spChg chg="add mod">
            <ac:chgData name="Remi de Vogel" userId="5948360e-7b9c-4a22-9ada-df5e8b901c82" providerId="ADAL" clId="{CE3612A8-BCDA-4797-9FD2-28FA85BD9EE9}" dt="2023-02-01T12:11:49.140" v="261"/>
            <ac:spMkLst>
              <pc:docMk/>
              <pc:sldMasterMk cId="259861064" sldId="2147483648"/>
              <pc:sldLayoutMk cId="353535495" sldId="2147483738"/>
              <ac:spMk id="7" creationId="{8A88B06B-C1EA-B9F8-5151-31D3A4F89FDE}"/>
            </ac:spMkLst>
          </pc:spChg>
        </pc:sldLayoutChg>
        <pc:sldLayoutChg chg="addSp delSp modSp">
          <pc:chgData name="Remi de Vogel" userId="5948360e-7b9c-4a22-9ada-df5e8b901c82" providerId="ADAL" clId="{CE3612A8-BCDA-4797-9FD2-28FA85BD9EE9}" dt="2023-02-01T12:11:46.308" v="257"/>
          <pc:sldLayoutMkLst>
            <pc:docMk/>
            <pc:sldMasterMk cId="259861064" sldId="2147483648"/>
            <pc:sldLayoutMk cId="2842284886" sldId="2147483740"/>
          </pc:sldLayoutMkLst>
          <pc:spChg chg="del">
            <ac:chgData name="Remi de Vogel" userId="5948360e-7b9c-4a22-9ada-df5e8b901c82" providerId="ADAL" clId="{CE3612A8-BCDA-4797-9FD2-28FA85BD9EE9}" dt="2023-02-01T12:11:46.178" v="256"/>
            <ac:spMkLst>
              <pc:docMk/>
              <pc:sldMasterMk cId="259861064" sldId="2147483648"/>
              <pc:sldLayoutMk cId="2842284886" sldId="2147483740"/>
              <ac:spMk id="2" creationId="{9231AC4F-A9CB-F84E-DA4A-9EB2CBFF2994}"/>
            </ac:spMkLst>
          </pc:spChg>
          <pc:spChg chg="del">
            <ac:chgData name="Remi de Vogel" userId="5948360e-7b9c-4a22-9ada-df5e8b901c82" providerId="ADAL" clId="{CE3612A8-BCDA-4797-9FD2-28FA85BD9EE9}" dt="2023-02-01T12:11:46.178" v="256"/>
            <ac:spMkLst>
              <pc:docMk/>
              <pc:sldMasterMk cId="259861064" sldId="2147483648"/>
              <pc:sldLayoutMk cId="2842284886" sldId="2147483740"/>
              <ac:spMk id="3" creationId="{DAAC68C0-D463-FA41-A24D-DA691F52E7DA}"/>
            </ac:spMkLst>
          </pc:spChg>
          <pc:spChg chg="add mod">
            <ac:chgData name="Remi de Vogel" userId="5948360e-7b9c-4a22-9ada-df5e8b901c82" providerId="ADAL" clId="{CE3612A8-BCDA-4797-9FD2-28FA85BD9EE9}" dt="2023-02-01T12:11:46.308" v="257"/>
            <ac:spMkLst>
              <pc:docMk/>
              <pc:sldMasterMk cId="259861064" sldId="2147483648"/>
              <pc:sldLayoutMk cId="2842284886" sldId="2147483740"/>
              <ac:spMk id="4" creationId="{0AD83EC8-EF43-3CB6-8321-BE6B61C604EE}"/>
            </ac:spMkLst>
          </pc:spChg>
          <pc:spChg chg="del">
            <ac:chgData name="Remi de Vogel" userId="5948360e-7b9c-4a22-9ada-df5e8b901c82" providerId="ADAL" clId="{CE3612A8-BCDA-4797-9FD2-28FA85BD9EE9}" dt="2023-02-01T12:11:46.178" v="256"/>
            <ac:spMkLst>
              <pc:docMk/>
              <pc:sldMasterMk cId="259861064" sldId="2147483648"/>
              <pc:sldLayoutMk cId="2842284886" sldId="2147483740"/>
              <ac:spMk id="5" creationId="{D9D1876B-AEFE-9A07-6EDF-75A877B8FD80}"/>
            </ac:spMkLst>
          </pc:spChg>
          <pc:spChg chg="add mod">
            <ac:chgData name="Remi de Vogel" userId="5948360e-7b9c-4a22-9ada-df5e8b901c82" providerId="ADAL" clId="{CE3612A8-BCDA-4797-9FD2-28FA85BD9EE9}" dt="2023-02-01T12:11:46.308" v="257"/>
            <ac:spMkLst>
              <pc:docMk/>
              <pc:sldMasterMk cId="259861064" sldId="2147483648"/>
              <pc:sldLayoutMk cId="2842284886" sldId="2147483740"/>
              <ac:spMk id="6" creationId="{DCD10B61-C828-BB2B-F385-8B9DFAB33119}"/>
            </ac:spMkLst>
          </pc:spChg>
          <pc:spChg chg="add mod">
            <ac:chgData name="Remi de Vogel" userId="5948360e-7b9c-4a22-9ada-df5e8b901c82" providerId="ADAL" clId="{CE3612A8-BCDA-4797-9FD2-28FA85BD9EE9}" dt="2023-02-01T12:11:46.308" v="257"/>
            <ac:spMkLst>
              <pc:docMk/>
              <pc:sldMasterMk cId="259861064" sldId="2147483648"/>
              <pc:sldLayoutMk cId="2842284886" sldId="2147483740"/>
              <ac:spMk id="7" creationId="{5C1886AA-4A72-64BC-1AF5-D227CB6280C0}"/>
            </ac:spMkLst>
          </pc:spChg>
        </pc:sldLayoutChg>
        <pc:sldLayoutChg chg="addSp delSp modSp">
          <pc:chgData name="Remi de Vogel" userId="5948360e-7b9c-4a22-9ada-df5e8b901c82" providerId="ADAL" clId="{CE3612A8-BCDA-4797-9FD2-28FA85BD9EE9}" dt="2023-02-01T12:13:28.517" v="265"/>
          <pc:sldLayoutMkLst>
            <pc:docMk/>
            <pc:sldMasterMk cId="259861064" sldId="2147483648"/>
            <pc:sldLayoutMk cId="2227878697" sldId="2147483741"/>
          </pc:sldLayoutMkLst>
          <pc:spChg chg="add mod">
            <ac:chgData name="Remi de Vogel" userId="5948360e-7b9c-4a22-9ada-df5e8b901c82" providerId="ADAL" clId="{CE3612A8-BCDA-4797-9FD2-28FA85BD9EE9}" dt="2023-02-01T12:13:28.517" v="265"/>
            <ac:spMkLst>
              <pc:docMk/>
              <pc:sldMasterMk cId="259861064" sldId="2147483648"/>
              <pc:sldLayoutMk cId="2227878697" sldId="2147483741"/>
              <ac:spMk id="2" creationId="{3322C972-CD61-6A31-531A-649CF203A5FE}"/>
            </ac:spMkLst>
          </pc:spChg>
          <pc:spChg chg="del">
            <ac:chgData name="Remi de Vogel" userId="5948360e-7b9c-4a22-9ada-df5e8b901c82" providerId="ADAL" clId="{CE3612A8-BCDA-4797-9FD2-28FA85BD9EE9}" dt="2023-02-01T12:13:28.363" v="264"/>
            <ac:spMkLst>
              <pc:docMk/>
              <pc:sldMasterMk cId="259861064" sldId="2147483648"/>
              <pc:sldLayoutMk cId="2227878697" sldId="2147483741"/>
              <ac:spMk id="3" creationId="{51900EFF-2D07-ED86-EC13-AA159AF2AD62}"/>
            </ac:spMkLst>
          </pc:spChg>
          <pc:spChg chg="del">
            <ac:chgData name="Remi de Vogel" userId="5948360e-7b9c-4a22-9ada-df5e8b901c82" providerId="ADAL" clId="{CE3612A8-BCDA-4797-9FD2-28FA85BD9EE9}" dt="2023-02-01T12:13:28.363" v="264"/>
            <ac:spMkLst>
              <pc:docMk/>
              <pc:sldMasterMk cId="259861064" sldId="2147483648"/>
              <pc:sldLayoutMk cId="2227878697" sldId="2147483741"/>
              <ac:spMk id="4" creationId="{0A18972B-6B5D-57F8-DCA6-60B636D5C18D}"/>
            </ac:spMkLst>
          </pc:spChg>
          <pc:spChg chg="del">
            <ac:chgData name="Remi de Vogel" userId="5948360e-7b9c-4a22-9ada-df5e8b901c82" providerId="ADAL" clId="{CE3612A8-BCDA-4797-9FD2-28FA85BD9EE9}" dt="2023-02-01T12:13:28.363" v="264"/>
            <ac:spMkLst>
              <pc:docMk/>
              <pc:sldMasterMk cId="259861064" sldId="2147483648"/>
              <pc:sldLayoutMk cId="2227878697" sldId="2147483741"/>
              <ac:spMk id="5" creationId="{D4F2D9FC-6346-FE36-8DD5-6513515021BB}"/>
            </ac:spMkLst>
          </pc:spChg>
          <pc:spChg chg="add mod">
            <ac:chgData name="Remi de Vogel" userId="5948360e-7b9c-4a22-9ada-df5e8b901c82" providerId="ADAL" clId="{CE3612A8-BCDA-4797-9FD2-28FA85BD9EE9}" dt="2023-02-01T12:13:28.517" v="265"/>
            <ac:spMkLst>
              <pc:docMk/>
              <pc:sldMasterMk cId="259861064" sldId="2147483648"/>
              <pc:sldLayoutMk cId="2227878697" sldId="2147483741"/>
              <ac:spMk id="9" creationId="{23E29EF2-F798-EA83-46AB-72A88C24EB62}"/>
            </ac:spMkLst>
          </pc:spChg>
          <pc:spChg chg="add mod">
            <ac:chgData name="Remi de Vogel" userId="5948360e-7b9c-4a22-9ada-df5e8b901c82" providerId="ADAL" clId="{CE3612A8-BCDA-4797-9FD2-28FA85BD9EE9}" dt="2023-02-01T12:13:28.517" v="265"/>
            <ac:spMkLst>
              <pc:docMk/>
              <pc:sldMasterMk cId="259861064" sldId="2147483648"/>
              <pc:sldLayoutMk cId="2227878697" sldId="2147483741"/>
              <ac:spMk id="10" creationId="{71C41C69-942B-C972-FF4B-E0B54914E055}"/>
            </ac:spMkLst>
          </pc:spChg>
        </pc:sldLayoutChg>
        <pc:sldLayoutChg chg="addSp delSp modSp">
          <pc:chgData name="Remi de Vogel" userId="5948360e-7b9c-4a22-9ada-df5e8b901c82" providerId="ADAL" clId="{CE3612A8-BCDA-4797-9FD2-28FA85BD9EE9}" dt="2023-02-01T12:13:30.771" v="267"/>
          <pc:sldLayoutMkLst>
            <pc:docMk/>
            <pc:sldMasterMk cId="259861064" sldId="2147483648"/>
            <pc:sldLayoutMk cId="3523900727" sldId="2147483742"/>
          </pc:sldLayoutMkLst>
          <pc:spChg chg="add mod">
            <ac:chgData name="Remi de Vogel" userId="5948360e-7b9c-4a22-9ada-df5e8b901c82" providerId="ADAL" clId="{CE3612A8-BCDA-4797-9FD2-28FA85BD9EE9}" dt="2023-02-01T12:13:30.771" v="267"/>
            <ac:spMkLst>
              <pc:docMk/>
              <pc:sldMasterMk cId="259861064" sldId="2147483648"/>
              <pc:sldLayoutMk cId="3523900727" sldId="2147483742"/>
              <ac:spMk id="2" creationId="{2E91F31F-E193-9B2E-D4B8-29840E9F9E11}"/>
            </ac:spMkLst>
          </pc:spChg>
          <pc:spChg chg="del">
            <ac:chgData name="Remi de Vogel" userId="5948360e-7b9c-4a22-9ada-df5e8b901c82" providerId="ADAL" clId="{CE3612A8-BCDA-4797-9FD2-28FA85BD9EE9}" dt="2023-02-01T12:13:30.658" v="266"/>
            <ac:spMkLst>
              <pc:docMk/>
              <pc:sldMasterMk cId="259861064" sldId="2147483648"/>
              <pc:sldLayoutMk cId="3523900727" sldId="2147483742"/>
              <ac:spMk id="3" creationId="{BE15D75B-4B94-0C7E-9D2C-82D9A801B6B5}"/>
            </ac:spMkLst>
          </pc:spChg>
          <pc:spChg chg="del">
            <ac:chgData name="Remi de Vogel" userId="5948360e-7b9c-4a22-9ada-df5e8b901c82" providerId="ADAL" clId="{CE3612A8-BCDA-4797-9FD2-28FA85BD9EE9}" dt="2023-02-01T12:13:30.658" v="266"/>
            <ac:spMkLst>
              <pc:docMk/>
              <pc:sldMasterMk cId="259861064" sldId="2147483648"/>
              <pc:sldLayoutMk cId="3523900727" sldId="2147483742"/>
              <ac:spMk id="4" creationId="{0A7101A4-CEB6-1CA7-E681-6A73FC8801C8}"/>
            </ac:spMkLst>
          </pc:spChg>
          <pc:spChg chg="del">
            <ac:chgData name="Remi de Vogel" userId="5948360e-7b9c-4a22-9ada-df5e8b901c82" providerId="ADAL" clId="{CE3612A8-BCDA-4797-9FD2-28FA85BD9EE9}" dt="2023-02-01T12:13:30.658" v="266"/>
            <ac:spMkLst>
              <pc:docMk/>
              <pc:sldMasterMk cId="259861064" sldId="2147483648"/>
              <pc:sldLayoutMk cId="3523900727" sldId="2147483742"/>
              <ac:spMk id="5" creationId="{FB66A773-1E1A-85F3-0243-AC027EEB8BBB}"/>
            </ac:spMkLst>
          </pc:spChg>
          <pc:spChg chg="add mod">
            <ac:chgData name="Remi de Vogel" userId="5948360e-7b9c-4a22-9ada-df5e8b901c82" providerId="ADAL" clId="{CE3612A8-BCDA-4797-9FD2-28FA85BD9EE9}" dt="2023-02-01T12:13:30.771" v="267"/>
            <ac:spMkLst>
              <pc:docMk/>
              <pc:sldMasterMk cId="259861064" sldId="2147483648"/>
              <pc:sldLayoutMk cId="3523900727" sldId="2147483742"/>
              <ac:spMk id="9" creationId="{54AC03D6-4F2D-9943-332F-147D10B2461D}"/>
            </ac:spMkLst>
          </pc:spChg>
          <pc:spChg chg="add mod">
            <ac:chgData name="Remi de Vogel" userId="5948360e-7b9c-4a22-9ada-df5e8b901c82" providerId="ADAL" clId="{CE3612A8-BCDA-4797-9FD2-28FA85BD9EE9}" dt="2023-02-01T12:13:30.771" v="267"/>
            <ac:spMkLst>
              <pc:docMk/>
              <pc:sldMasterMk cId="259861064" sldId="2147483648"/>
              <pc:sldLayoutMk cId="3523900727" sldId="2147483742"/>
              <ac:spMk id="10" creationId="{9274EB98-68FF-3BA4-5E75-09F7992E89CA}"/>
            </ac:spMkLst>
          </pc:spChg>
        </pc:sldLayoutChg>
        <pc:sldLayoutChg chg="addSp delSp modSp mod">
          <pc:chgData name="Remi de Vogel" userId="5948360e-7b9c-4a22-9ada-df5e8b901c82" providerId="ADAL" clId="{CE3612A8-BCDA-4797-9FD2-28FA85BD9EE9}" dt="2023-02-01T13:20:10.815" v="676" actId="207"/>
          <pc:sldLayoutMkLst>
            <pc:docMk/>
            <pc:sldMasterMk cId="259861064" sldId="2147483648"/>
            <pc:sldLayoutMk cId="3673328579" sldId="2147483743"/>
          </pc:sldLayoutMkLst>
          <pc:spChg chg="add mod">
            <ac:chgData name="Remi de Vogel" userId="5948360e-7b9c-4a22-9ada-df5e8b901c82" providerId="ADAL" clId="{CE3612A8-BCDA-4797-9FD2-28FA85BD9EE9}" dt="2023-02-01T13:20:10.815" v="676" actId="207"/>
            <ac:spMkLst>
              <pc:docMk/>
              <pc:sldMasterMk cId="259861064" sldId="2147483648"/>
              <pc:sldLayoutMk cId="3673328579" sldId="2147483743"/>
              <ac:spMk id="2" creationId="{DA99007C-F134-2E19-B26C-CC065ECA241B}"/>
            </ac:spMkLst>
          </pc:spChg>
          <pc:spChg chg="del">
            <ac:chgData name="Remi de Vogel" userId="5948360e-7b9c-4a22-9ada-df5e8b901c82" providerId="ADAL" clId="{CE3612A8-BCDA-4797-9FD2-28FA85BD9EE9}" dt="2023-02-01T12:13:53.139" v="278"/>
            <ac:spMkLst>
              <pc:docMk/>
              <pc:sldMasterMk cId="259861064" sldId="2147483648"/>
              <pc:sldLayoutMk cId="3673328579" sldId="2147483743"/>
              <ac:spMk id="2" creationId="{E30AD8D1-F574-F566-C414-DB167693086C}"/>
            </ac:spMkLst>
          </pc:spChg>
          <pc:spChg chg="del">
            <ac:chgData name="Remi de Vogel" userId="5948360e-7b9c-4a22-9ada-df5e8b901c82" providerId="ADAL" clId="{CE3612A8-BCDA-4797-9FD2-28FA85BD9EE9}" dt="2023-02-01T12:13:53.139" v="278"/>
            <ac:spMkLst>
              <pc:docMk/>
              <pc:sldMasterMk cId="259861064" sldId="2147483648"/>
              <pc:sldLayoutMk cId="3673328579" sldId="2147483743"/>
              <ac:spMk id="3" creationId="{D6F269D7-A0E4-01F7-1211-917CC260EB58}"/>
            </ac:spMkLst>
          </pc:spChg>
          <pc:spChg chg="del">
            <ac:chgData name="Remi de Vogel" userId="5948360e-7b9c-4a22-9ada-df5e8b901c82" providerId="ADAL" clId="{CE3612A8-BCDA-4797-9FD2-28FA85BD9EE9}" dt="2023-02-01T12:13:53.139" v="278"/>
            <ac:spMkLst>
              <pc:docMk/>
              <pc:sldMasterMk cId="259861064" sldId="2147483648"/>
              <pc:sldLayoutMk cId="3673328579" sldId="2147483743"/>
              <ac:spMk id="4" creationId="{1E3498BE-B053-F62E-A2CD-AB8AA41B3D65}"/>
            </ac:spMkLst>
          </pc:spChg>
          <pc:spChg chg="add mod">
            <ac:chgData name="Remi de Vogel" userId="5948360e-7b9c-4a22-9ada-df5e8b901c82" providerId="ADAL" clId="{CE3612A8-BCDA-4797-9FD2-28FA85BD9EE9}" dt="2023-02-01T12:13:57.373" v="280" actId="207"/>
            <ac:spMkLst>
              <pc:docMk/>
              <pc:sldMasterMk cId="259861064" sldId="2147483648"/>
              <pc:sldLayoutMk cId="3673328579" sldId="2147483743"/>
              <ac:spMk id="6" creationId="{484585A6-2A98-95D5-56EF-145C827ED615}"/>
            </ac:spMkLst>
          </pc:spChg>
          <pc:spChg chg="add mod">
            <ac:chgData name="Remi de Vogel" userId="5948360e-7b9c-4a22-9ada-df5e8b901c82" providerId="ADAL" clId="{CE3612A8-BCDA-4797-9FD2-28FA85BD9EE9}" dt="2023-02-01T12:13:57.373" v="280" actId="207"/>
            <ac:spMkLst>
              <pc:docMk/>
              <pc:sldMasterMk cId="259861064" sldId="2147483648"/>
              <pc:sldLayoutMk cId="3673328579" sldId="2147483743"/>
              <ac:spMk id="7" creationId="{8A7D857D-75B5-033B-4207-C5EA0CE6B96C}"/>
            </ac:spMkLst>
          </pc:spChg>
          <pc:spChg chg="del">
            <ac:chgData name="Remi de Vogel" userId="5948360e-7b9c-4a22-9ada-df5e8b901c82" providerId="ADAL" clId="{CE3612A8-BCDA-4797-9FD2-28FA85BD9EE9}" dt="2023-02-01T13:20:07.474" v="674" actId="478"/>
            <ac:spMkLst>
              <pc:docMk/>
              <pc:sldMasterMk cId="259861064" sldId="2147483648"/>
              <pc:sldLayoutMk cId="3673328579" sldId="2147483743"/>
              <ac:spMk id="8" creationId="{3B44619E-8BFC-0059-3F20-F7ED87507133}"/>
            </ac:spMkLst>
          </pc:spChg>
          <pc:spChg chg="mod">
            <ac:chgData name="Remi de Vogel" userId="5948360e-7b9c-4a22-9ada-df5e8b901c82" providerId="ADAL" clId="{CE3612A8-BCDA-4797-9FD2-28FA85BD9EE9}" dt="2023-02-01T13:10:54.286" v="555" actId="20577"/>
            <ac:spMkLst>
              <pc:docMk/>
              <pc:sldMasterMk cId="259861064" sldId="2147483648"/>
              <pc:sldLayoutMk cId="3673328579" sldId="2147483743"/>
              <ac:spMk id="9" creationId="{D4749403-08B4-4B8E-0EFA-5684DA4BB62B}"/>
            </ac:spMkLst>
          </pc:spChg>
          <pc:spChg chg="mod">
            <ac:chgData name="Remi de Vogel" userId="5948360e-7b9c-4a22-9ada-df5e8b901c82" providerId="ADAL" clId="{CE3612A8-BCDA-4797-9FD2-28FA85BD9EE9}" dt="2023-02-01T13:07:29.422" v="496"/>
            <ac:spMkLst>
              <pc:docMk/>
              <pc:sldMasterMk cId="259861064" sldId="2147483648"/>
              <pc:sldLayoutMk cId="3673328579" sldId="2147483743"/>
              <ac:spMk id="10" creationId="{B2EA15A6-21DB-E648-3969-4AB72CF970E3}"/>
            </ac:spMkLst>
          </pc:spChg>
          <pc:spChg chg="mod">
            <ac:chgData name="Remi de Vogel" userId="5948360e-7b9c-4a22-9ada-df5e8b901c82" providerId="ADAL" clId="{CE3612A8-BCDA-4797-9FD2-28FA85BD9EE9}" dt="2023-02-01T13:07:33.398" v="498"/>
            <ac:spMkLst>
              <pc:docMk/>
              <pc:sldMasterMk cId="259861064" sldId="2147483648"/>
              <pc:sldLayoutMk cId="3673328579" sldId="2147483743"/>
              <ac:spMk id="11" creationId="{E837E1DF-619C-DC4D-9DE3-483718540483}"/>
            </ac:spMkLst>
          </pc:spChg>
          <pc:spChg chg="add mod">
            <ac:chgData name="Remi de Vogel" userId="5948360e-7b9c-4a22-9ada-df5e8b901c82" providerId="ADAL" clId="{CE3612A8-BCDA-4797-9FD2-28FA85BD9EE9}" dt="2023-02-01T12:13:57.373" v="280" actId="207"/>
            <ac:spMkLst>
              <pc:docMk/>
              <pc:sldMasterMk cId="259861064" sldId="2147483648"/>
              <pc:sldLayoutMk cId="3673328579" sldId="2147483743"/>
              <ac:spMk id="13" creationId="{3399C844-4A8E-FF4F-BAA0-8F19AB1FAC57}"/>
            </ac:spMkLst>
          </pc:spChg>
          <pc:spChg chg="add mod">
            <ac:chgData name="Remi de Vogel" userId="5948360e-7b9c-4a22-9ada-df5e8b901c82" providerId="ADAL" clId="{CE3612A8-BCDA-4797-9FD2-28FA85BD9EE9}" dt="2023-02-01T12:21:56.211" v="342" actId="20577"/>
            <ac:spMkLst>
              <pc:docMk/>
              <pc:sldMasterMk cId="259861064" sldId="2147483648"/>
              <pc:sldLayoutMk cId="3673328579" sldId="2147483743"/>
              <ac:spMk id="14" creationId="{E8CDD0A7-DF41-36AA-3F84-79E1D7EC28AC}"/>
            </ac:spMkLst>
          </pc:spChg>
        </pc:sldLayoutChg>
      </pc:sldMasterChg>
    </pc:docChg>
  </pc:docChgLst>
  <pc:docChgLst>
    <pc:chgData name="Remi de Vogel" userId="5948360e-7b9c-4a22-9ada-df5e8b901c82" providerId="ADAL" clId="{662D4042-5D2C-455F-8718-7BADD92E77B3}"/>
    <pc:docChg chg="addSld delSld modSld">
      <pc:chgData name="Remi de Vogel" userId="5948360e-7b9c-4a22-9ada-df5e8b901c82" providerId="ADAL" clId="{662D4042-5D2C-455F-8718-7BADD92E77B3}" dt="2022-05-30T14:58:01.060" v="7" actId="20577"/>
      <pc:docMkLst>
        <pc:docMk/>
      </pc:docMkLst>
      <pc:sldChg chg="modSp mod">
        <pc:chgData name="Remi de Vogel" userId="5948360e-7b9c-4a22-9ada-df5e8b901c82" providerId="ADAL" clId="{662D4042-5D2C-455F-8718-7BADD92E77B3}" dt="2022-05-17T14:19:02.341" v="1" actId="20577"/>
        <pc:sldMkLst>
          <pc:docMk/>
          <pc:sldMk cId="511627541" sldId="258"/>
        </pc:sldMkLst>
        <pc:spChg chg="mod">
          <ac:chgData name="Remi de Vogel" userId="5948360e-7b9c-4a22-9ada-df5e8b901c82" providerId="ADAL" clId="{662D4042-5D2C-455F-8718-7BADD92E77B3}" dt="2022-05-17T14:19:02.341" v="1" actId="20577"/>
          <ac:spMkLst>
            <pc:docMk/>
            <pc:sldMk cId="511627541" sldId="258"/>
            <ac:spMk id="12" creationId="{74966C7F-E7A2-84BC-674A-EB82AEF4455B}"/>
          </ac:spMkLst>
        </pc:spChg>
      </pc:sldChg>
      <pc:sldChg chg="modSp mod">
        <pc:chgData name="Remi de Vogel" userId="5948360e-7b9c-4a22-9ada-df5e8b901c82" providerId="ADAL" clId="{662D4042-5D2C-455F-8718-7BADD92E77B3}" dt="2022-05-30T14:58:01.060" v="7" actId="20577"/>
        <pc:sldMkLst>
          <pc:docMk/>
          <pc:sldMk cId="2684026461" sldId="259"/>
        </pc:sldMkLst>
        <pc:spChg chg="mod">
          <ac:chgData name="Remi de Vogel" userId="5948360e-7b9c-4a22-9ada-df5e8b901c82" providerId="ADAL" clId="{662D4042-5D2C-455F-8718-7BADD92E77B3}" dt="2022-05-30T14:58:01.060" v="7" actId="20577"/>
          <ac:spMkLst>
            <pc:docMk/>
            <pc:sldMk cId="2684026461" sldId="259"/>
            <ac:spMk id="13" creationId="{633C0219-370D-A42B-DBED-40969943B164}"/>
          </ac:spMkLst>
        </pc:spChg>
      </pc:sldChg>
      <pc:sldChg chg="add del">
        <pc:chgData name="Remi de Vogel" userId="5948360e-7b9c-4a22-9ada-df5e8b901c82" providerId="ADAL" clId="{662D4042-5D2C-455F-8718-7BADD92E77B3}" dt="2022-05-30T12:53:07.422" v="3"/>
        <pc:sldMkLst>
          <pc:docMk/>
          <pc:sldMk cId="318149506" sldId="260"/>
        </pc:sldMkLst>
      </pc:sldChg>
      <pc:sldChg chg="add del">
        <pc:chgData name="Remi de Vogel" userId="5948360e-7b9c-4a22-9ada-df5e8b901c82" providerId="ADAL" clId="{662D4042-5D2C-455F-8718-7BADD92E77B3}" dt="2022-05-30T12:53:07.422" v="3"/>
        <pc:sldMkLst>
          <pc:docMk/>
          <pc:sldMk cId="4262156920" sldId="261"/>
        </pc:sldMkLst>
      </pc:sldChg>
      <pc:sldChg chg="modSp add del">
        <pc:chgData name="Remi de Vogel" userId="5948360e-7b9c-4a22-9ada-df5e8b901c82" providerId="ADAL" clId="{662D4042-5D2C-455F-8718-7BADD92E77B3}" dt="2022-05-30T12:53:07.422" v="3"/>
        <pc:sldMkLst>
          <pc:docMk/>
          <pc:sldMk cId="2663600804" sldId="270"/>
        </pc:sldMkLst>
        <pc:spChg chg="mod">
          <ac:chgData name="Remi de Vogel" userId="5948360e-7b9c-4a22-9ada-df5e8b901c82" providerId="ADAL" clId="{662D4042-5D2C-455F-8718-7BADD92E77B3}" dt="2022-05-30T12:53:05.912" v="2"/>
          <ac:spMkLst>
            <pc:docMk/>
            <pc:sldMk cId="2663600804" sldId="270"/>
            <ac:spMk id="2" creationId="{12DC6BAF-B353-4711-10BC-B11D38B91FAC}"/>
          </ac:spMkLst>
        </pc:spChg>
      </pc:sldChg>
      <pc:sldChg chg="modSp add del">
        <pc:chgData name="Remi de Vogel" userId="5948360e-7b9c-4a22-9ada-df5e8b901c82" providerId="ADAL" clId="{662D4042-5D2C-455F-8718-7BADD92E77B3}" dt="2022-05-30T12:53:07.422" v="3"/>
        <pc:sldMkLst>
          <pc:docMk/>
          <pc:sldMk cId="3865300428" sldId="2227"/>
        </pc:sldMkLst>
        <pc:spChg chg="mod">
          <ac:chgData name="Remi de Vogel" userId="5948360e-7b9c-4a22-9ada-df5e8b901c82" providerId="ADAL" clId="{662D4042-5D2C-455F-8718-7BADD92E77B3}" dt="2022-05-30T12:53:05.912" v="2"/>
          <ac:spMkLst>
            <pc:docMk/>
            <pc:sldMk cId="3865300428" sldId="2227"/>
            <ac:spMk id="3" creationId="{31793773-E0FE-0658-F0D7-8E17BB7A5301}"/>
          </ac:spMkLst>
        </pc:spChg>
      </pc:sldChg>
      <pc:sldChg chg="add del">
        <pc:chgData name="Remi de Vogel" userId="5948360e-7b9c-4a22-9ada-df5e8b901c82" providerId="ADAL" clId="{662D4042-5D2C-455F-8718-7BADD92E77B3}" dt="2022-05-30T12:53:07.422" v="3"/>
        <pc:sldMkLst>
          <pc:docMk/>
          <pc:sldMk cId="3408361369" sldId="2433"/>
        </pc:sldMkLst>
      </pc:sldChg>
      <pc:sldChg chg="add del">
        <pc:chgData name="Remi de Vogel" userId="5948360e-7b9c-4a22-9ada-df5e8b901c82" providerId="ADAL" clId="{662D4042-5D2C-455F-8718-7BADD92E77B3}" dt="2022-05-30T12:53:07.422" v="3"/>
        <pc:sldMkLst>
          <pc:docMk/>
          <pc:sldMk cId="2099305468" sldId="2442"/>
        </pc:sldMkLst>
      </pc:sldChg>
      <pc:sldChg chg="modSp add del">
        <pc:chgData name="Remi de Vogel" userId="5948360e-7b9c-4a22-9ada-df5e8b901c82" providerId="ADAL" clId="{662D4042-5D2C-455F-8718-7BADD92E77B3}" dt="2022-05-30T12:53:07.422" v="3"/>
        <pc:sldMkLst>
          <pc:docMk/>
          <pc:sldMk cId="1520137780" sldId="2451"/>
        </pc:sldMkLst>
        <pc:spChg chg="mod">
          <ac:chgData name="Remi de Vogel" userId="5948360e-7b9c-4a22-9ada-df5e8b901c82" providerId="ADAL" clId="{662D4042-5D2C-455F-8718-7BADD92E77B3}" dt="2022-05-30T12:53:05.912" v="2"/>
          <ac:spMkLst>
            <pc:docMk/>
            <pc:sldMk cId="1520137780" sldId="2451"/>
            <ac:spMk id="4" creationId="{A9AF103F-0931-7EA1-08A3-1B87ADA8CC71}"/>
          </ac:spMkLst>
        </pc:spChg>
      </pc:sldChg>
      <pc:sldChg chg="add del">
        <pc:chgData name="Remi de Vogel" userId="5948360e-7b9c-4a22-9ada-df5e8b901c82" providerId="ADAL" clId="{662D4042-5D2C-455F-8718-7BADD92E77B3}" dt="2022-05-30T12:53:07.422" v="3"/>
        <pc:sldMkLst>
          <pc:docMk/>
          <pc:sldMk cId="1454409230" sldId="2558"/>
        </pc:sldMkLst>
      </pc:sldChg>
      <pc:sldChg chg="modSp add del">
        <pc:chgData name="Remi de Vogel" userId="5948360e-7b9c-4a22-9ada-df5e8b901c82" providerId="ADAL" clId="{662D4042-5D2C-455F-8718-7BADD92E77B3}" dt="2022-05-30T12:53:07.422" v="3"/>
        <pc:sldMkLst>
          <pc:docMk/>
          <pc:sldMk cId="3849017147" sldId="2595"/>
        </pc:sldMkLst>
        <pc:spChg chg="mod">
          <ac:chgData name="Remi de Vogel" userId="5948360e-7b9c-4a22-9ada-df5e8b901c82" providerId="ADAL" clId="{662D4042-5D2C-455F-8718-7BADD92E77B3}" dt="2022-05-30T12:53:05.912" v="2"/>
          <ac:spMkLst>
            <pc:docMk/>
            <pc:sldMk cId="3849017147" sldId="2595"/>
            <ac:spMk id="2" creationId="{CB1A63F8-D5D6-09ED-6647-EEFDC409C22E}"/>
          </ac:spMkLst>
        </pc:spChg>
      </pc:sldChg>
      <pc:sldChg chg="modSp add del">
        <pc:chgData name="Remi de Vogel" userId="5948360e-7b9c-4a22-9ada-df5e8b901c82" providerId="ADAL" clId="{662D4042-5D2C-455F-8718-7BADD92E77B3}" dt="2022-05-30T12:53:07.422" v="3"/>
        <pc:sldMkLst>
          <pc:docMk/>
          <pc:sldMk cId="3000248548" sldId="2794"/>
        </pc:sldMkLst>
        <pc:spChg chg="mod">
          <ac:chgData name="Remi de Vogel" userId="5948360e-7b9c-4a22-9ada-df5e8b901c82" providerId="ADAL" clId="{662D4042-5D2C-455F-8718-7BADD92E77B3}" dt="2022-05-30T12:53:05.912" v="2"/>
          <ac:spMkLst>
            <pc:docMk/>
            <pc:sldMk cId="3000248548" sldId="2794"/>
            <ac:spMk id="4" creationId="{9FF0A17E-E00D-4088-E6CE-67E2CBAD6E3F}"/>
          </ac:spMkLst>
        </pc:spChg>
      </pc:sldChg>
      <pc:sldChg chg="modSp add del">
        <pc:chgData name="Remi de Vogel" userId="5948360e-7b9c-4a22-9ada-df5e8b901c82" providerId="ADAL" clId="{662D4042-5D2C-455F-8718-7BADD92E77B3}" dt="2022-05-30T12:53:07.422" v="3"/>
        <pc:sldMkLst>
          <pc:docMk/>
          <pc:sldMk cId="390172150" sldId="2933"/>
        </pc:sldMkLst>
        <pc:spChg chg="mod">
          <ac:chgData name="Remi de Vogel" userId="5948360e-7b9c-4a22-9ada-df5e8b901c82" providerId="ADAL" clId="{662D4042-5D2C-455F-8718-7BADD92E77B3}" dt="2022-05-30T12:53:05.912" v="2"/>
          <ac:spMkLst>
            <pc:docMk/>
            <pc:sldMk cId="390172150" sldId="2933"/>
            <ac:spMk id="4" creationId="{7DA5B7E2-0802-7CE6-23E0-8511EC2CBA8D}"/>
          </ac:spMkLst>
        </pc:spChg>
      </pc:sldChg>
      <pc:sldChg chg="modSp add del">
        <pc:chgData name="Remi de Vogel" userId="5948360e-7b9c-4a22-9ada-df5e8b901c82" providerId="ADAL" clId="{662D4042-5D2C-455F-8718-7BADD92E77B3}" dt="2022-05-30T12:53:07.422" v="3"/>
        <pc:sldMkLst>
          <pc:docMk/>
          <pc:sldMk cId="241193367" sldId="2934"/>
        </pc:sldMkLst>
        <pc:spChg chg="mod">
          <ac:chgData name="Remi de Vogel" userId="5948360e-7b9c-4a22-9ada-df5e8b901c82" providerId="ADAL" clId="{662D4042-5D2C-455F-8718-7BADD92E77B3}" dt="2022-05-30T12:53:05.912" v="2"/>
          <ac:spMkLst>
            <pc:docMk/>
            <pc:sldMk cId="241193367" sldId="2934"/>
            <ac:spMk id="2" creationId="{CB8DFEA0-4356-3B8F-BAE4-EB2790C9B774}"/>
          </ac:spMkLst>
        </pc:spChg>
      </pc:sldChg>
      <pc:sldChg chg="add del">
        <pc:chgData name="Remi de Vogel" userId="5948360e-7b9c-4a22-9ada-df5e8b901c82" providerId="ADAL" clId="{662D4042-5D2C-455F-8718-7BADD92E77B3}" dt="2022-05-30T12:53:07.422" v="3"/>
        <pc:sldMkLst>
          <pc:docMk/>
          <pc:sldMk cId="2506249882" sldId="2937"/>
        </pc:sldMkLst>
      </pc:sldChg>
      <pc:sldChg chg="add del">
        <pc:chgData name="Remi de Vogel" userId="5948360e-7b9c-4a22-9ada-df5e8b901c82" providerId="ADAL" clId="{662D4042-5D2C-455F-8718-7BADD92E77B3}" dt="2022-05-30T12:53:07.422" v="3"/>
        <pc:sldMkLst>
          <pc:docMk/>
          <pc:sldMk cId="396051320" sldId="2939"/>
        </pc:sldMkLst>
      </pc:sldChg>
      <pc:sldChg chg="add del">
        <pc:chgData name="Remi de Vogel" userId="5948360e-7b9c-4a22-9ada-df5e8b901c82" providerId="ADAL" clId="{662D4042-5D2C-455F-8718-7BADD92E77B3}" dt="2022-05-30T12:53:07.422" v="3"/>
        <pc:sldMkLst>
          <pc:docMk/>
          <pc:sldMk cId="3776554645" sldId="2948"/>
        </pc:sldMkLst>
      </pc:sldChg>
      <pc:sldChg chg="modSp add del">
        <pc:chgData name="Remi de Vogel" userId="5948360e-7b9c-4a22-9ada-df5e8b901c82" providerId="ADAL" clId="{662D4042-5D2C-455F-8718-7BADD92E77B3}" dt="2022-05-30T12:53:07.422" v="3"/>
        <pc:sldMkLst>
          <pc:docMk/>
          <pc:sldMk cId="22119692" sldId="2955"/>
        </pc:sldMkLst>
        <pc:spChg chg="mod">
          <ac:chgData name="Remi de Vogel" userId="5948360e-7b9c-4a22-9ada-df5e8b901c82" providerId="ADAL" clId="{662D4042-5D2C-455F-8718-7BADD92E77B3}" dt="2022-05-30T12:53:05.912" v="2"/>
          <ac:spMkLst>
            <pc:docMk/>
            <pc:sldMk cId="22119692" sldId="2955"/>
            <ac:spMk id="2" creationId="{D2252841-4E6A-23D3-223B-96DEE1E76FA8}"/>
          </ac:spMkLst>
        </pc:spChg>
      </pc:sldChg>
      <pc:sldChg chg="modSp add del">
        <pc:chgData name="Remi de Vogel" userId="5948360e-7b9c-4a22-9ada-df5e8b901c82" providerId="ADAL" clId="{662D4042-5D2C-455F-8718-7BADD92E77B3}" dt="2022-05-30T12:53:07.422" v="3"/>
        <pc:sldMkLst>
          <pc:docMk/>
          <pc:sldMk cId="3964615235" sldId="2970"/>
        </pc:sldMkLst>
        <pc:spChg chg="mod">
          <ac:chgData name="Remi de Vogel" userId="5948360e-7b9c-4a22-9ada-df5e8b901c82" providerId="ADAL" clId="{662D4042-5D2C-455F-8718-7BADD92E77B3}" dt="2022-05-30T12:53:05.912" v="2"/>
          <ac:spMkLst>
            <pc:docMk/>
            <pc:sldMk cId="3964615235" sldId="2970"/>
            <ac:spMk id="6" creationId="{BA81B842-F5A2-51C1-C23D-5D995B3B3D20}"/>
          </ac:spMkLst>
        </pc:spChg>
      </pc:sldChg>
      <pc:sldChg chg="modSp add del">
        <pc:chgData name="Remi de Vogel" userId="5948360e-7b9c-4a22-9ada-df5e8b901c82" providerId="ADAL" clId="{662D4042-5D2C-455F-8718-7BADD92E77B3}" dt="2022-05-30T12:53:07.422" v="3"/>
        <pc:sldMkLst>
          <pc:docMk/>
          <pc:sldMk cId="2755333530" sldId="2974"/>
        </pc:sldMkLst>
        <pc:spChg chg="mod">
          <ac:chgData name="Remi de Vogel" userId="5948360e-7b9c-4a22-9ada-df5e8b901c82" providerId="ADAL" clId="{662D4042-5D2C-455F-8718-7BADD92E77B3}" dt="2022-05-30T12:53:05.912" v="2"/>
          <ac:spMkLst>
            <pc:docMk/>
            <pc:sldMk cId="2755333530" sldId="2974"/>
            <ac:spMk id="4" creationId="{67ED370D-804E-CC38-66B2-C6A775B30595}"/>
          </ac:spMkLst>
        </pc:spChg>
      </pc:sldChg>
      <pc:sldChg chg="add del">
        <pc:chgData name="Remi de Vogel" userId="5948360e-7b9c-4a22-9ada-df5e8b901c82" providerId="ADAL" clId="{662D4042-5D2C-455F-8718-7BADD92E77B3}" dt="2022-05-30T12:53:07.422" v="3"/>
        <pc:sldMkLst>
          <pc:docMk/>
          <pc:sldMk cId="3235046630" sldId="3019"/>
        </pc:sldMkLst>
      </pc:sldChg>
      <pc:sldChg chg="modSp add del">
        <pc:chgData name="Remi de Vogel" userId="5948360e-7b9c-4a22-9ada-df5e8b901c82" providerId="ADAL" clId="{662D4042-5D2C-455F-8718-7BADD92E77B3}" dt="2022-05-30T12:53:07.422" v="3"/>
        <pc:sldMkLst>
          <pc:docMk/>
          <pc:sldMk cId="1259782163" sldId="3027"/>
        </pc:sldMkLst>
        <pc:spChg chg="mod">
          <ac:chgData name="Remi de Vogel" userId="5948360e-7b9c-4a22-9ada-df5e8b901c82" providerId="ADAL" clId="{662D4042-5D2C-455F-8718-7BADD92E77B3}" dt="2022-05-30T12:53:05.912" v="2"/>
          <ac:spMkLst>
            <pc:docMk/>
            <pc:sldMk cId="1259782163" sldId="3027"/>
            <ac:spMk id="5" creationId="{44559578-E1A9-DD7B-A80D-74CA91C635FF}"/>
          </ac:spMkLst>
        </pc:spChg>
      </pc:sldChg>
      <pc:sldChg chg="modSp add del">
        <pc:chgData name="Remi de Vogel" userId="5948360e-7b9c-4a22-9ada-df5e8b901c82" providerId="ADAL" clId="{662D4042-5D2C-455F-8718-7BADD92E77B3}" dt="2022-05-30T12:53:07.422" v="3"/>
        <pc:sldMkLst>
          <pc:docMk/>
          <pc:sldMk cId="1112809783" sldId="3030"/>
        </pc:sldMkLst>
        <pc:spChg chg="mod">
          <ac:chgData name="Remi de Vogel" userId="5948360e-7b9c-4a22-9ada-df5e8b901c82" providerId="ADAL" clId="{662D4042-5D2C-455F-8718-7BADD92E77B3}" dt="2022-05-30T12:53:05.912" v="2"/>
          <ac:spMkLst>
            <pc:docMk/>
            <pc:sldMk cId="1112809783" sldId="3030"/>
            <ac:spMk id="4" creationId="{8D2AA798-44AE-2F32-A749-C8A1901117CC}"/>
          </ac:spMkLst>
        </pc:spChg>
      </pc:sldChg>
      <pc:sldChg chg="modSp add del">
        <pc:chgData name="Remi de Vogel" userId="5948360e-7b9c-4a22-9ada-df5e8b901c82" providerId="ADAL" clId="{662D4042-5D2C-455F-8718-7BADD92E77B3}" dt="2022-05-30T12:53:07.422" v="3"/>
        <pc:sldMkLst>
          <pc:docMk/>
          <pc:sldMk cId="2720897888" sldId="3036"/>
        </pc:sldMkLst>
        <pc:spChg chg="mod">
          <ac:chgData name="Remi de Vogel" userId="5948360e-7b9c-4a22-9ada-df5e8b901c82" providerId="ADAL" clId="{662D4042-5D2C-455F-8718-7BADD92E77B3}" dt="2022-05-30T12:53:05.912" v="2"/>
          <ac:spMkLst>
            <pc:docMk/>
            <pc:sldMk cId="2720897888" sldId="3036"/>
            <ac:spMk id="4" creationId="{B5BB23CF-2E50-9B66-5C77-37CD0721C132}"/>
          </ac:spMkLst>
        </pc:spChg>
      </pc:sldChg>
      <pc:sldChg chg="add del">
        <pc:chgData name="Remi de Vogel" userId="5948360e-7b9c-4a22-9ada-df5e8b901c82" providerId="ADAL" clId="{662D4042-5D2C-455F-8718-7BADD92E77B3}" dt="2022-05-30T12:53:07.422" v="3"/>
        <pc:sldMkLst>
          <pc:docMk/>
          <pc:sldMk cId="2304810836" sldId="3038"/>
        </pc:sldMkLst>
      </pc:sldChg>
      <pc:sldChg chg="modSp add del">
        <pc:chgData name="Remi de Vogel" userId="5948360e-7b9c-4a22-9ada-df5e8b901c82" providerId="ADAL" clId="{662D4042-5D2C-455F-8718-7BADD92E77B3}" dt="2022-05-30T12:53:07.422" v="3"/>
        <pc:sldMkLst>
          <pc:docMk/>
          <pc:sldMk cId="4271758893" sldId="3100"/>
        </pc:sldMkLst>
        <pc:spChg chg="mod">
          <ac:chgData name="Remi de Vogel" userId="5948360e-7b9c-4a22-9ada-df5e8b901c82" providerId="ADAL" clId="{662D4042-5D2C-455F-8718-7BADD92E77B3}" dt="2022-05-30T12:53:05.912" v="2"/>
          <ac:spMkLst>
            <pc:docMk/>
            <pc:sldMk cId="4271758893" sldId="3100"/>
            <ac:spMk id="6" creationId="{9B01423A-79B5-8A6E-D0D1-8F5EDDDFA249}"/>
          </ac:spMkLst>
        </pc:spChg>
      </pc:sldChg>
      <pc:sldChg chg="modSp add del">
        <pc:chgData name="Remi de Vogel" userId="5948360e-7b9c-4a22-9ada-df5e8b901c82" providerId="ADAL" clId="{662D4042-5D2C-455F-8718-7BADD92E77B3}" dt="2022-05-30T12:53:07.422" v="3"/>
        <pc:sldMkLst>
          <pc:docMk/>
          <pc:sldMk cId="1447384709" sldId="3104"/>
        </pc:sldMkLst>
        <pc:spChg chg="mod">
          <ac:chgData name="Remi de Vogel" userId="5948360e-7b9c-4a22-9ada-df5e8b901c82" providerId="ADAL" clId="{662D4042-5D2C-455F-8718-7BADD92E77B3}" dt="2022-05-30T12:53:05.912" v="2"/>
          <ac:spMkLst>
            <pc:docMk/>
            <pc:sldMk cId="1447384709" sldId="3104"/>
            <ac:spMk id="2" creationId="{BBA10210-CF21-20E2-1CBB-E29B4A915C62}"/>
          </ac:spMkLst>
        </pc:spChg>
      </pc:sldChg>
      <pc:sldChg chg="modSp add del">
        <pc:chgData name="Remi de Vogel" userId="5948360e-7b9c-4a22-9ada-df5e8b901c82" providerId="ADAL" clId="{662D4042-5D2C-455F-8718-7BADD92E77B3}" dt="2022-05-30T12:53:07.422" v="3"/>
        <pc:sldMkLst>
          <pc:docMk/>
          <pc:sldMk cId="624668475" sldId="3105"/>
        </pc:sldMkLst>
        <pc:spChg chg="mod">
          <ac:chgData name="Remi de Vogel" userId="5948360e-7b9c-4a22-9ada-df5e8b901c82" providerId="ADAL" clId="{662D4042-5D2C-455F-8718-7BADD92E77B3}" dt="2022-05-30T12:53:05.912" v="2"/>
          <ac:spMkLst>
            <pc:docMk/>
            <pc:sldMk cId="624668475" sldId="3105"/>
            <ac:spMk id="4" creationId="{8EAEC0A4-1980-11FE-8427-076F6018BD20}"/>
          </ac:spMkLst>
        </pc:spChg>
      </pc:sldChg>
      <pc:sldChg chg="modSp add del">
        <pc:chgData name="Remi de Vogel" userId="5948360e-7b9c-4a22-9ada-df5e8b901c82" providerId="ADAL" clId="{662D4042-5D2C-455F-8718-7BADD92E77B3}" dt="2022-05-30T12:53:07.422" v="3"/>
        <pc:sldMkLst>
          <pc:docMk/>
          <pc:sldMk cId="3996426437" sldId="3106"/>
        </pc:sldMkLst>
        <pc:spChg chg="mod">
          <ac:chgData name="Remi de Vogel" userId="5948360e-7b9c-4a22-9ada-df5e8b901c82" providerId="ADAL" clId="{662D4042-5D2C-455F-8718-7BADD92E77B3}" dt="2022-05-30T12:53:05.912" v="2"/>
          <ac:spMkLst>
            <pc:docMk/>
            <pc:sldMk cId="3996426437" sldId="3106"/>
            <ac:spMk id="2" creationId="{05CAC58D-9374-8BE6-7813-201B4F9365B4}"/>
          </ac:spMkLst>
        </pc:spChg>
      </pc:sldChg>
      <pc:sldChg chg="add del">
        <pc:chgData name="Remi de Vogel" userId="5948360e-7b9c-4a22-9ada-df5e8b901c82" providerId="ADAL" clId="{662D4042-5D2C-455F-8718-7BADD92E77B3}" dt="2022-05-30T12:53:07.422" v="3"/>
        <pc:sldMkLst>
          <pc:docMk/>
          <pc:sldMk cId="3083007851" sldId="3107"/>
        </pc:sldMkLst>
      </pc:sldChg>
      <pc:sldChg chg="modSp add del">
        <pc:chgData name="Remi de Vogel" userId="5948360e-7b9c-4a22-9ada-df5e8b901c82" providerId="ADAL" clId="{662D4042-5D2C-455F-8718-7BADD92E77B3}" dt="2022-05-30T12:53:07.422" v="3"/>
        <pc:sldMkLst>
          <pc:docMk/>
          <pc:sldMk cId="2950438887" sldId="3137"/>
        </pc:sldMkLst>
        <pc:spChg chg="mod">
          <ac:chgData name="Remi de Vogel" userId="5948360e-7b9c-4a22-9ada-df5e8b901c82" providerId="ADAL" clId="{662D4042-5D2C-455F-8718-7BADD92E77B3}" dt="2022-05-30T12:53:05.912" v="2"/>
          <ac:spMkLst>
            <pc:docMk/>
            <pc:sldMk cId="2950438887" sldId="3137"/>
            <ac:spMk id="5" creationId="{50C81188-CFC2-CB6F-4EC8-FD83AFBFC80A}"/>
          </ac:spMkLst>
        </pc:spChg>
      </pc:sldChg>
      <pc:sldChg chg="modSp add del">
        <pc:chgData name="Remi de Vogel" userId="5948360e-7b9c-4a22-9ada-df5e8b901c82" providerId="ADAL" clId="{662D4042-5D2C-455F-8718-7BADD92E77B3}" dt="2022-05-30T12:53:07.422" v="3"/>
        <pc:sldMkLst>
          <pc:docMk/>
          <pc:sldMk cId="534708183" sldId="3194"/>
        </pc:sldMkLst>
        <pc:spChg chg="mod">
          <ac:chgData name="Remi de Vogel" userId="5948360e-7b9c-4a22-9ada-df5e8b901c82" providerId="ADAL" clId="{662D4042-5D2C-455F-8718-7BADD92E77B3}" dt="2022-05-30T12:53:05.912" v="2"/>
          <ac:spMkLst>
            <pc:docMk/>
            <pc:sldMk cId="534708183" sldId="3194"/>
            <ac:spMk id="3" creationId="{6F910580-9153-EB11-2C5A-C90BB27F072D}"/>
          </ac:spMkLst>
        </pc:spChg>
      </pc:sldChg>
      <pc:sldChg chg="modSp add del">
        <pc:chgData name="Remi de Vogel" userId="5948360e-7b9c-4a22-9ada-df5e8b901c82" providerId="ADAL" clId="{662D4042-5D2C-455F-8718-7BADD92E77B3}" dt="2022-05-30T12:53:07.422" v="3"/>
        <pc:sldMkLst>
          <pc:docMk/>
          <pc:sldMk cId="3881246796" sldId="3204"/>
        </pc:sldMkLst>
        <pc:spChg chg="mod">
          <ac:chgData name="Remi de Vogel" userId="5948360e-7b9c-4a22-9ada-df5e8b901c82" providerId="ADAL" clId="{662D4042-5D2C-455F-8718-7BADD92E77B3}" dt="2022-05-30T12:53:05.912" v="2"/>
          <ac:spMkLst>
            <pc:docMk/>
            <pc:sldMk cId="3881246796" sldId="3204"/>
            <ac:spMk id="3" creationId="{B7B591E4-DB15-7F1D-E746-F4A83628D249}"/>
          </ac:spMkLst>
        </pc:spChg>
      </pc:sldChg>
      <pc:sldChg chg="modSp add del">
        <pc:chgData name="Remi de Vogel" userId="5948360e-7b9c-4a22-9ada-df5e8b901c82" providerId="ADAL" clId="{662D4042-5D2C-455F-8718-7BADD92E77B3}" dt="2022-05-30T12:53:07.422" v="3"/>
        <pc:sldMkLst>
          <pc:docMk/>
          <pc:sldMk cId="469698976" sldId="3213"/>
        </pc:sldMkLst>
        <pc:spChg chg="mod">
          <ac:chgData name="Remi de Vogel" userId="5948360e-7b9c-4a22-9ada-df5e8b901c82" providerId="ADAL" clId="{662D4042-5D2C-455F-8718-7BADD92E77B3}" dt="2022-05-30T12:53:05.912" v="2"/>
          <ac:spMkLst>
            <pc:docMk/>
            <pc:sldMk cId="469698976" sldId="3213"/>
            <ac:spMk id="5" creationId="{D8C57038-7223-D3AD-5E27-9025FF56D15B}"/>
          </ac:spMkLst>
        </pc:spChg>
      </pc:sldChg>
      <pc:sldChg chg="modSp add del">
        <pc:chgData name="Remi de Vogel" userId="5948360e-7b9c-4a22-9ada-df5e8b901c82" providerId="ADAL" clId="{662D4042-5D2C-455F-8718-7BADD92E77B3}" dt="2022-05-30T12:53:07.422" v="3"/>
        <pc:sldMkLst>
          <pc:docMk/>
          <pc:sldMk cId="505028935" sldId="3215"/>
        </pc:sldMkLst>
        <pc:spChg chg="mod">
          <ac:chgData name="Remi de Vogel" userId="5948360e-7b9c-4a22-9ada-df5e8b901c82" providerId="ADAL" clId="{662D4042-5D2C-455F-8718-7BADD92E77B3}" dt="2022-05-30T12:53:05.912" v="2"/>
          <ac:spMkLst>
            <pc:docMk/>
            <pc:sldMk cId="505028935" sldId="3215"/>
            <ac:spMk id="3" creationId="{7BE76B6E-DD07-0E02-603B-D0960B925DBE}"/>
          </ac:spMkLst>
        </pc:spChg>
      </pc:sldChg>
      <pc:sldChg chg="modSp add del">
        <pc:chgData name="Remi de Vogel" userId="5948360e-7b9c-4a22-9ada-df5e8b901c82" providerId="ADAL" clId="{662D4042-5D2C-455F-8718-7BADD92E77B3}" dt="2022-05-30T12:53:07.422" v="3"/>
        <pc:sldMkLst>
          <pc:docMk/>
          <pc:sldMk cId="864866864" sldId="3248"/>
        </pc:sldMkLst>
        <pc:spChg chg="mod">
          <ac:chgData name="Remi de Vogel" userId="5948360e-7b9c-4a22-9ada-df5e8b901c82" providerId="ADAL" clId="{662D4042-5D2C-455F-8718-7BADD92E77B3}" dt="2022-05-30T12:53:05.912" v="2"/>
          <ac:spMkLst>
            <pc:docMk/>
            <pc:sldMk cId="864866864" sldId="3248"/>
            <ac:spMk id="2" creationId="{0885D11D-A4A2-42DC-D477-02A9A83B9428}"/>
          </ac:spMkLst>
        </pc:spChg>
      </pc:sldChg>
      <pc:sldChg chg="modSp add del">
        <pc:chgData name="Remi de Vogel" userId="5948360e-7b9c-4a22-9ada-df5e8b901c82" providerId="ADAL" clId="{662D4042-5D2C-455F-8718-7BADD92E77B3}" dt="2022-05-30T12:53:07.422" v="3"/>
        <pc:sldMkLst>
          <pc:docMk/>
          <pc:sldMk cId="889705940" sldId="3258"/>
        </pc:sldMkLst>
        <pc:spChg chg="mod">
          <ac:chgData name="Remi de Vogel" userId="5948360e-7b9c-4a22-9ada-df5e8b901c82" providerId="ADAL" clId="{662D4042-5D2C-455F-8718-7BADD92E77B3}" dt="2022-05-30T12:53:05.912" v="2"/>
          <ac:spMkLst>
            <pc:docMk/>
            <pc:sldMk cId="889705940" sldId="3258"/>
            <ac:spMk id="6" creationId="{6948C772-A261-4A4E-8CB1-283D01554E18}"/>
          </ac:spMkLst>
        </pc:spChg>
      </pc:sldChg>
      <pc:sldChg chg="modSp add del">
        <pc:chgData name="Remi de Vogel" userId="5948360e-7b9c-4a22-9ada-df5e8b901c82" providerId="ADAL" clId="{662D4042-5D2C-455F-8718-7BADD92E77B3}" dt="2022-05-30T12:53:07.422" v="3"/>
        <pc:sldMkLst>
          <pc:docMk/>
          <pc:sldMk cId="3779531850" sldId="3259"/>
        </pc:sldMkLst>
        <pc:spChg chg="mod">
          <ac:chgData name="Remi de Vogel" userId="5948360e-7b9c-4a22-9ada-df5e8b901c82" providerId="ADAL" clId="{662D4042-5D2C-455F-8718-7BADD92E77B3}" dt="2022-05-30T12:53:05.912" v="2"/>
          <ac:spMkLst>
            <pc:docMk/>
            <pc:sldMk cId="3779531850" sldId="3259"/>
            <ac:spMk id="5" creationId="{193A248B-0158-B6A0-C43F-9247D3CEAA1D}"/>
          </ac:spMkLst>
        </pc:spChg>
      </pc:sldChg>
      <pc:sldChg chg="modSp add del">
        <pc:chgData name="Remi de Vogel" userId="5948360e-7b9c-4a22-9ada-df5e8b901c82" providerId="ADAL" clId="{662D4042-5D2C-455F-8718-7BADD92E77B3}" dt="2022-05-30T12:53:07.422" v="3"/>
        <pc:sldMkLst>
          <pc:docMk/>
          <pc:sldMk cId="494241059" sldId="3260"/>
        </pc:sldMkLst>
        <pc:spChg chg="mod">
          <ac:chgData name="Remi de Vogel" userId="5948360e-7b9c-4a22-9ada-df5e8b901c82" providerId="ADAL" clId="{662D4042-5D2C-455F-8718-7BADD92E77B3}" dt="2022-05-30T12:53:05.912" v="2"/>
          <ac:spMkLst>
            <pc:docMk/>
            <pc:sldMk cId="494241059" sldId="3260"/>
            <ac:spMk id="3" creationId="{496CAF0E-335D-369F-9233-5932FB8FE841}"/>
          </ac:spMkLst>
        </pc:spChg>
      </pc:sldChg>
      <pc:sldChg chg="modSp add del">
        <pc:chgData name="Remi de Vogel" userId="5948360e-7b9c-4a22-9ada-df5e8b901c82" providerId="ADAL" clId="{662D4042-5D2C-455F-8718-7BADD92E77B3}" dt="2022-05-30T12:53:07.422" v="3"/>
        <pc:sldMkLst>
          <pc:docMk/>
          <pc:sldMk cId="3879551415" sldId="3264"/>
        </pc:sldMkLst>
        <pc:spChg chg="mod">
          <ac:chgData name="Remi de Vogel" userId="5948360e-7b9c-4a22-9ada-df5e8b901c82" providerId="ADAL" clId="{662D4042-5D2C-455F-8718-7BADD92E77B3}" dt="2022-05-30T12:53:05.912" v="2"/>
          <ac:spMkLst>
            <pc:docMk/>
            <pc:sldMk cId="3879551415" sldId="3264"/>
            <ac:spMk id="2" creationId="{41FC75E8-3A59-BD45-91AB-01B2DE835D57}"/>
          </ac:spMkLst>
        </pc:spChg>
      </pc:sldChg>
      <pc:sldChg chg="modSp add del">
        <pc:chgData name="Remi de Vogel" userId="5948360e-7b9c-4a22-9ada-df5e8b901c82" providerId="ADAL" clId="{662D4042-5D2C-455F-8718-7BADD92E77B3}" dt="2022-05-30T12:53:07.422" v="3"/>
        <pc:sldMkLst>
          <pc:docMk/>
          <pc:sldMk cId="3594324799" sldId="3265"/>
        </pc:sldMkLst>
        <pc:spChg chg="mod">
          <ac:chgData name="Remi de Vogel" userId="5948360e-7b9c-4a22-9ada-df5e8b901c82" providerId="ADAL" clId="{662D4042-5D2C-455F-8718-7BADD92E77B3}" dt="2022-05-30T12:53:05.912" v="2"/>
          <ac:spMkLst>
            <pc:docMk/>
            <pc:sldMk cId="3594324799" sldId="3265"/>
            <ac:spMk id="2" creationId="{8FF4EDB2-C798-BC34-DEC2-0A2F6272872E}"/>
          </ac:spMkLst>
        </pc:spChg>
      </pc:sldChg>
      <pc:sldChg chg="modSp add del">
        <pc:chgData name="Remi de Vogel" userId="5948360e-7b9c-4a22-9ada-df5e8b901c82" providerId="ADAL" clId="{662D4042-5D2C-455F-8718-7BADD92E77B3}" dt="2022-05-30T12:53:07.422" v="3"/>
        <pc:sldMkLst>
          <pc:docMk/>
          <pc:sldMk cId="3097487593" sldId="3266"/>
        </pc:sldMkLst>
        <pc:spChg chg="mod">
          <ac:chgData name="Remi de Vogel" userId="5948360e-7b9c-4a22-9ada-df5e8b901c82" providerId="ADAL" clId="{662D4042-5D2C-455F-8718-7BADD92E77B3}" dt="2022-05-30T12:53:05.912" v="2"/>
          <ac:spMkLst>
            <pc:docMk/>
            <pc:sldMk cId="3097487593" sldId="3266"/>
            <ac:spMk id="5" creationId="{A852DFF6-DB05-CD82-297F-875D997AF2D7}"/>
          </ac:spMkLst>
        </pc:spChg>
      </pc:sldChg>
      <pc:sldChg chg="modSp add del">
        <pc:chgData name="Remi de Vogel" userId="5948360e-7b9c-4a22-9ada-df5e8b901c82" providerId="ADAL" clId="{662D4042-5D2C-455F-8718-7BADD92E77B3}" dt="2022-05-30T12:53:07.422" v="3"/>
        <pc:sldMkLst>
          <pc:docMk/>
          <pc:sldMk cId="1620188902" sldId="3274"/>
        </pc:sldMkLst>
        <pc:spChg chg="mod">
          <ac:chgData name="Remi de Vogel" userId="5948360e-7b9c-4a22-9ada-df5e8b901c82" providerId="ADAL" clId="{662D4042-5D2C-455F-8718-7BADD92E77B3}" dt="2022-05-30T12:53:05.912" v="2"/>
          <ac:spMkLst>
            <pc:docMk/>
            <pc:sldMk cId="1620188902" sldId="3274"/>
            <ac:spMk id="3" creationId="{A6C6986A-4F67-A28B-5CAB-7F4721464A37}"/>
          </ac:spMkLst>
        </pc:spChg>
      </pc:sldChg>
      <pc:sldChg chg="modSp add del">
        <pc:chgData name="Remi de Vogel" userId="5948360e-7b9c-4a22-9ada-df5e8b901c82" providerId="ADAL" clId="{662D4042-5D2C-455F-8718-7BADD92E77B3}" dt="2022-05-30T12:53:07.422" v="3"/>
        <pc:sldMkLst>
          <pc:docMk/>
          <pc:sldMk cId="718841013" sldId="3279"/>
        </pc:sldMkLst>
        <pc:spChg chg="mod">
          <ac:chgData name="Remi de Vogel" userId="5948360e-7b9c-4a22-9ada-df5e8b901c82" providerId="ADAL" clId="{662D4042-5D2C-455F-8718-7BADD92E77B3}" dt="2022-05-30T12:53:05.912" v="2"/>
          <ac:spMkLst>
            <pc:docMk/>
            <pc:sldMk cId="718841013" sldId="3279"/>
            <ac:spMk id="3" creationId="{F3C4EA7B-3EDF-F8E7-9DF8-5B325797749A}"/>
          </ac:spMkLst>
        </pc:spChg>
      </pc:sldChg>
      <pc:sldChg chg="modSp add del">
        <pc:chgData name="Remi de Vogel" userId="5948360e-7b9c-4a22-9ada-df5e8b901c82" providerId="ADAL" clId="{662D4042-5D2C-455F-8718-7BADD92E77B3}" dt="2022-05-30T12:53:07.422" v="3"/>
        <pc:sldMkLst>
          <pc:docMk/>
          <pc:sldMk cId="1170635335" sldId="3282"/>
        </pc:sldMkLst>
        <pc:spChg chg="mod">
          <ac:chgData name="Remi de Vogel" userId="5948360e-7b9c-4a22-9ada-df5e8b901c82" providerId="ADAL" clId="{662D4042-5D2C-455F-8718-7BADD92E77B3}" dt="2022-05-30T12:53:05.912" v="2"/>
          <ac:spMkLst>
            <pc:docMk/>
            <pc:sldMk cId="1170635335" sldId="3282"/>
            <ac:spMk id="2" creationId="{54BC8101-577C-462D-C3B6-0303843A8614}"/>
          </ac:spMkLst>
        </pc:spChg>
      </pc:sldChg>
      <pc:sldChg chg="modSp add del">
        <pc:chgData name="Remi de Vogel" userId="5948360e-7b9c-4a22-9ada-df5e8b901c82" providerId="ADAL" clId="{662D4042-5D2C-455F-8718-7BADD92E77B3}" dt="2022-05-30T12:53:07.422" v="3"/>
        <pc:sldMkLst>
          <pc:docMk/>
          <pc:sldMk cId="4192896799" sldId="3283"/>
        </pc:sldMkLst>
        <pc:spChg chg="mod">
          <ac:chgData name="Remi de Vogel" userId="5948360e-7b9c-4a22-9ada-df5e8b901c82" providerId="ADAL" clId="{662D4042-5D2C-455F-8718-7BADD92E77B3}" dt="2022-05-30T12:53:05.912" v="2"/>
          <ac:spMkLst>
            <pc:docMk/>
            <pc:sldMk cId="4192896799" sldId="3283"/>
            <ac:spMk id="3" creationId="{D1259672-3536-9D29-6B8A-0529955E544D}"/>
          </ac:spMkLst>
        </pc:spChg>
      </pc:sldChg>
      <pc:sldChg chg="add del">
        <pc:chgData name="Remi de Vogel" userId="5948360e-7b9c-4a22-9ada-df5e8b901c82" providerId="ADAL" clId="{662D4042-5D2C-455F-8718-7BADD92E77B3}" dt="2022-05-30T12:53:07.422" v="3"/>
        <pc:sldMkLst>
          <pc:docMk/>
          <pc:sldMk cId="2697482736" sldId="3288"/>
        </pc:sldMkLst>
      </pc:sldChg>
      <pc:sldChg chg="add del">
        <pc:chgData name="Remi de Vogel" userId="5948360e-7b9c-4a22-9ada-df5e8b901c82" providerId="ADAL" clId="{662D4042-5D2C-455F-8718-7BADD92E77B3}" dt="2022-05-30T12:53:07.422" v="3"/>
        <pc:sldMkLst>
          <pc:docMk/>
          <pc:sldMk cId="1921297198" sldId="3290"/>
        </pc:sldMkLst>
      </pc:sldChg>
      <pc:sldChg chg="modSp add del">
        <pc:chgData name="Remi de Vogel" userId="5948360e-7b9c-4a22-9ada-df5e8b901c82" providerId="ADAL" clId="{662D4042-5D2C-455F-8718-7BADD92E77B3}" dt="2022-05-30T12:53:07.422" v="3"/>
        <pc:sldMkLst>
          <pc:docMk/>
          <pc:sldMk cId="2194852166" sldId="3298"/>
        </pc:sldMkLst>
        <pc:spChg chg="mod">
          <ac:chgData name="Remi de Vogel" userId="5948360e-7b9c-4a22-9ada-df5e8b901c82" providerId="ADAL" clId="{662D4042-5D2C-455F-8718-7BADD92E77B3}" dt="2022-05-30T12:53:05.912" v="2"/>
          <ac:spMkLst>
            <pc:docMk/>
            <pc:sldMk cId="2194852166" sldId="3298"/>
            <ac:spMk id="5" creationId="{7907190D-E75C-EB1B-F9A7-96B5DAB50F3C}"/>
          </ac:spMkLst>
        </pc:spChg>
      </pc:sldChg>
      <pc:sldChg chg="modSp add del">
        <pc:chgData name="Remi de Vogel" userId="5948360e-7b9c-4a22-9ada-df5e8b901c82" providerId="ADAL" clId="{662D4042-5D2C-455F-8718-7BADD92E77B3}" dt="2022-05-30T12:53:07.422" v="3"/>
        <pc:sldMkLst>
          <pc:docMk/>
          <pc:sldMk cId="3912589455" sldId="3300"/>
        </pc:sldMkLst>
        <pc:spChg chg="mod">
          <ac:chgData name="Remi de Vogel" userId="5948360e-7b9c-4a22-9ada-df5e8b901c82" providerId="ADAL" clId="{662D4042-5D2C-455F-8718-7BADD92E77B3}" dt="2022-05-30T12:53:05.912" v="2"/>
          <ac:spMkLst>
            <pc:docMk/>
            <pc:sldMk cId="3912589455" sldId="3300"/>
            <ac:spMk id="3" creationId="{72EB0FC6-9883-6E98-617D-D2F5CD84321A}"/>
          </ac:spMkLst>
        </pc:spChg>
      </pc:sldChg>
      <pc:sldChg chg="modSp add del">
        <pc:chgData name="Remi de Vogel" userId="5948360e-7b9c-4a22-9ada-df5e8b901c82" providerId="ADAL" clId="{662D4042-5D2C-455F-8718-7BADD92E77B3}" dt="2022-05-30T12:53:07.422" v="3"/>
        <pc:sldMkLst>
          <pc:docMk/>
          <pc:sldMk cId="2066331870" sldId="3301"/>
        </pc:sldMkLst>
        <pc:spChg chg="mod">
          <ac:chgData name="Remi de Vogel" userId="5948360e-7b9c-4a22-9ada-df5e8b901c82" providerId="ADAL" clId="{662D4042-5D2C-455F-8718-7BADD92E77B3}" dt="2022-05-30T12:53:05.912" v="2"/>
          <ac:spMkLst>
            <pc:docMk/>
            <pc:sldMk cId="2066331870" sldId="3301"/>
            <ac:spMk id="2" creationId="{5370FEDC-B0B9-AA5A-14A6-D0A31920A0F9}"/>
          </ac:spMkLst>
        </pc:spChg>
      </pc:sldChg>
      <pc:sldChg chg="modSp add del">
        <pc:chgData name="Remi de Vogel" userId="5948360e-7b9c-4a22-9ada-df5e8b901c82" providerId="ADAL" clId="{662D4042-5D2C-455F-8718-7BADD92E77B3}" dt="2022-05-30T12:53:07.422" v="3"/>
        <pc:sldMkLst>
          <pc:docMk/>
          <pc:sldMk cId="3343711196" sldId="3304"/>
        </pc:sldMkLst>
        <pc:spChg chg="mod">
          <ac:chgData name="Remi de Vogel" userId="5948360e-7b9c-4a22-9ada-df5e8b901c82" providerId="ADAL" clId="{662D4042-5D2C-455F-8718-7BADD92E77B3}" dt="2022-05-30T12:53:05.912" v="2"/>
          <ac:spMkLst>
            <pc:docMk/>
            <pc:sldMk cId="3343711196" sldId="3304"/>
            <ac:spMk id="3" creationId="{68BB3F42-C7BD-82BC-50C2-DA1DAA60A41F}"/>
          </ac:spMkLst>
        </pc:spChg>
      </pc:sldChg>
      <pc:sldChg chg="add del">
        <pc:chgData name="Remi de Vogel" userId="5948360e-7b9c-4a22-9ada-df5e8b901c82" providerId="ADAL" clId="{662D4042-5D2C-455F-8718-7BADD92E77B3}" dt="2022-05-30T12:53:07.422" v="3"/>
        <pc:sldMkLst>
          <pc:docMk/>
          <pc:sldMk cId="1472354284" sldId="3312"/>
        </pc:sldMkLst>
      </pc:sldChg>
      <pc:sldChg chg="modSp add del">
        <pc:chgData name="Remi de Vogel" userId="5948360e-7b9c-4a22-9ada-df5e8b901c82" providerId="ADAL" clId="{662D4042-5D2C-455F-8718-7BADD92E77B3}" dt="2022-05-30T12:53:07.422" v="3"/>
        <pc:sldMkLst>
          <pc:docMk/>
          <pc:sldMk cId="2899552799" sldId="3338"/>
        </pc:sldMkLst>
        <pc:spChg chg="mod">
          <ac:chgData name="Remi de Vogel" userId="5948360e-7b9c-4a22-9ada-df5e8b901c82" providerId="ADAL" clId="{662D4042-5D2C-455F-8718-7BADD92E77B3}" dt="2022-05-30T12:53:05.912" v="2"/>
          <ac:spMkLst>
            <pc:docMk/>
            <pc:sldMk cId="2899552799" sldId="3338"/>
            <ac:spMk id="4" creationId="{FF682794-1DB7-A75F-FAC0-7505F01BC791}"/>
          </ac:spMkLst>
        </pc:spChg>
      </pc:sldChg>
      <pc:sldChg chg="modSp add del">
        <pc:chgData name="Remi de Vogel" userId="5948360e-7b9c-4a22-9ada-df5e8b901c82" providerId="ADAL" clId="{662D4042-5D2C-455F-8718-7BADD92E77B3}" dt="2022-05-30T12:53:07.422" v="3"/>
        <pc:sldMkLst>
          <pc:docMk/>
          <pc:sldMk cId="2398090761" sldId="3341"/>
        </pc:sldMkLst>
        <pc:spChg chg="mod">
          <ac:chgData name="Remi de Vogel" userId="5948360e-7b9c-4a22-9ada-df5e8b901c82" providerId="ADAL" clId="{662D4042-5D2C-455F-8718-7BADD92E77B3}" dt="2022-05-30T12:53:05.912" v="2"/>
          <ac:spMkLst>
            <pc:docMk/>
            <pc:sldMk cId="2398090761" sldId="3341"/>
            <ac:spMk id="4" creationId="{FBC5DF10-D640-9C23-303C-06D4CE5E7ED9}"/>
          </ac:spMkLst>
        </pc:spChg>
      </pc:sldChg>
      <pc:sldChg chg="add del">
        <pc:chgData name="Remi de Vogel" userId="5948360e-7b9c-4a22-9ada-df5e8b901c82" providerId="ADAL" clId="{662D4042-5D2C-455F-8718-7BADD92E77B3}" dt="2022-05-30T12:53:07.422" v="3"/>
        <pc:sldMkLst>
          <pc:docMk/>
          <pc:sldMk cId="3126572166" sldId="3345"/>
        </pc:sldMkLst>
      </pc:sldChg>
      <pc:sldChg chg="modSp add del">
        <pc:chgData name="Remi de Vogel" userId="5948360e-7b9c-4a22-9ada-df5e8b901c82" providerId="ADAL" clId="{662D4042-5D2C-455F-8718-7BADD92E77B3}" dt="2022-05-30T12:53:07.422" v="3"/>
        <pc:sldMkLst>
          <pc:docMk/>
          <pc:sldMk cId="2520599578" sldId="3348"/>
        </pc:sldMkLst>
        <pc:spChg chg="mod">
          <ac:chgData name="Remi de Vogel" userId="5948360e-7b9c-4a22-9ada-df5e8b901c82" providerId="ADAL" clId="{662D4042-5D2C-455F-8718-7BADD92E77B3}" dt="2022-05-30T12:53:05.912" v="2"/>
          <ac:spMkLst>
            <pc:docMk/>
            <pc:sldMk cId="2520599578" sldId="3348"/>
            <ac:spMk id="4" creationId="{B6607C09-B0D8-3574-4101-B883774A0F3D}"/>
          </ac:spMkLst>
        </pc:spChg>
      </pc:sldChg>
      <pc:sldChg chg="modSp add del">
        <pc:chgData name="Remi de Vogel" userId="5948360e-7b9c-4a22-9ada-df5e8b901c82" providerId="ADAL" clId="{662D4042-5D2C-455F-8718-7BADD92E77B3}" dt="2022-05-30T12:53:07.422" v="3"/>
        <pc:sldMkLst>
          <pc:docMk/>
          <pc:sldMk cId="1006099179" sldId="3349"/>
        </pc:sldMkLst>
        <pc:spChg chg="mod">
          <ac:chgData name="Remi de Vogel" userId="5948360e-7b9c-4a22-9ada-df5e8b901c82" providerId="ADAL" clId="{662D4042-5D2C-455F-8718-7BADD92E77B3}" dt="2022-05-30T12:53:05.912" v="2"/>
          <ac:spMkLst>
            <pc:docMk/>
            <pc:sldMk cId="1006099179" sldId="3349"/>
            <ac:spMk id="4" creationId="{1C4CE385-FD60-9F6B-411C-BEFC125AA7B3}"/>
          </ac:spMkLst>
        </pc:spChg>
      </pc:sldChg>
      <pc:sldChg chg="add del">
        <pc:chgData name="Remi de Vogel" userId="5948360e-7b9c-4a22-9ada-df5e8b901c82" providerId="ADAL" clId="{662D4042-5D2C-455F-8718-7BADD92E77B3}" dt="2022-05-30T12:53:07.422" v="3"/>
        <pc:sldMkLst>
          <pc:docMk/>
          <pc:sldMk cId="1455400394" sldId="3354"/>
        </pc:sldMkLst>
      </pc:sldChg>
      <pc:sldChg chg="modSp add del">
        <pc:chgData name="Remi de Vogel" userId="5948360e-7b9c-4a22-9ada-df5e8b901c82" providerId="ADAL" clId="{662D4042-5D2C-455F-8718-7BADD92E77B3}" dt="2022-05-30T12:53:07.422" v="3"/>
        <pc:sldMkLst>
          <pc:docMk/>
          <pc:sldMk cId="3042663647" sldId="3368"/>
        </pc:sldMkLst>
        <pc:spChg chg="mod">
          <ac:chgData name="Remi de Vogel" userId="5948360e-7b9c-4a22-9ada-df5e8b901c82" providerId="ADAL" clId="{662D4042-5D2C-455F-8718-7BADD92E77B3}" dt="2022-05-30T12:53:05.912" v="2"/>
          <ac:spMkLst>
            <pc:docMk/>
            <pc:sldMk cId="3042663647" sldId="3368"/>
            <ac:spMk id="3" creationId="{CA581542-CB79-538A-D090-2B179AB0C472}"/>
          </ac:spMkLst>
        </pc:spChg>
      </pc:sldChg>
      <pc:sldChg chg="add del">
        <pc:chgData name="Remi de Vogel" userId="5948360e-7b9c-4a22-9ada-df5e8b901c82" providerId="ADAL" clId="{662D4042-5D2C-455F-8718-7BADD92E77B3}" dt="2022-05-30T12:53:07.422" v="3"/>
        <pc:sldMkLst>
          <pc:docMk/>
          <pc:sldMk cId="3165234546" sldId="3374"/>
        </pc:sldMkLst>
      </pc:sldChg>
      <pc:sldChg chg="modSp add del">
        <pc:chgData name="Remi de Vogel" userId="5948360e-7b9c-4a22-9ada-df5e8b901c82" providerId="ADAL" clId="{662D4042-5D2C-455F-8718-7BADD92E77B3}" dt="2022-05-30T12:53:07.422" v="3"/>
        <pc:sldMkLst>
          <pc:docMk/>
          <pc:sldMk cId="1203410125" sldId="3375"/>
        </pc:sldMkLst>
        <pc:spChg chg="mod">
          <ac:chgData name="Remi de Vogel" userId="5948360e-7b9c-4a22-9ada-df5e8b901c82" providerId="ADAL" clId="{662D4042-5D2C-455F-8718-7BADD92E77B3}" dt="2022-05-30T12:53:05.912" v="2"/>
          <ac:spMkLst>
            <pc:docMk/>
            <pc:sldMk cId="1203410125" sldId="3375"/>
            <ac:spMk id="3" creationId="{9CE35017-8210-1C0C-415C-638F54504B76}"/>
          </ac:spMkLst>
        </pc:spChg>
      </pc:sldChg>
      <pc:sldChg chg="add del">
        <pc:chgData name="Remi de Vogel" userId="5948360e-7b9c-4a22-9ada-df5e8b901c82" providerId="ADAL" clId="{662D4042-5D2C-455F-8718-7BADD92E77B3}" dt="2022-05-30T12:53:07.422" v="3"/>
        <pc:sldMkLst>
          <pc:docMk/>
          <pc:sldMk cId="3781992183" sldId="3394"/>
        </pc:sldMkLst>
      </pc:sldChg>
      <pc:sldChg chg="add del">
        <pc:chgData name="Remi de Vogel" userId="5948360e-7b9c-4a22-9ada-df5e8b901c82" providerId="ADAL" clId="{662D4042-5D2C-455F-8718-7BADD92E77B3}" dt="2022-05-30T12:53:07.422" v="3"/>
        <pc:sldMkLst>
          <pc:docMk/>
          <pc:sldMk cId="2845286037" sldId="3401"/>
        </pc:sldMkLst>
      </pc:sldChg>
      <pc:sldChg chg="add del">
        <pc:chgData name="Remi de Vogel" userId="5948360e-7b9c-4a22-9ada-df5e8b901c82" providerId="ADAL" clId="{662D4042-5D2C-455F-8718-7BADD92E77B3}" dt="2022-05-30T12:53:07.422" v="3"/>
        <pc:sldMkLst>
          <pc:docMk/>
          <pc:sldMk cId="44081473" sldId="3405"/>
        </pc:sldMkLst>
      </pc:sldChg>
      <pc:sldChg chg="modSp add del">
        <pc:chgData name="Remi de Vogel" userId="5948360e-7b9c-4a22-9ada-df5e8b901c82" providerId="ADAL" clId="{662D4042-5D2C-455F-8718-7BADD92E77B3}" dt="2022-05-30T12:53:07.422" v="3"/>
        <pc:sldMkLst>
          <pc:docMk/>
          <pc:sldMk cId="2642110963" sldId="3417"/>
        </pc:sldMkLst>
        <pc:spChg chg="mod">
          <ac:chgData name="Remi de Vogel" userId="5948360e-7b9c-4a22-9ada-df5e8b901c82" providerId="ADAL" clId="{662D4042-5D2C-455F-8718-7BADD92E77B3}" dt="2022-05-30T12:53:05.912" v="2"/>
          <ac:spMkLst>
            <pc:docMk/>
            <pc:sldMk cId="2642110963" sldId="3417"/>
            <ac:spMk id="2" creationId="{AD493243-CA0B-2872-3702-8FEDBAFD7BE9}"/>
          </ac:spMkLst>
        </pc:spChg>
      </pc:sldChg>
      <pc:sldChg chg="modSp add del">
        <pc:chgData name="Remi de Vogel" userId="5948360e-7b9c-4a22-9ada-df5e8b901c82" providerId="ADAL" clId="{662D4042-5D2C-455F-8718-7BADD92E77B3}" dt="2022-05-30T12:53:07.422" v="3"/>
        <pc:sldMkLst>
          <pc:docMk/>
          <pc:sldMk cId="2097763215" sldId="2134805848"/>
        </pc:sldMkLst>
        <pc:spChg chg="mod">
          <ac:chgData name="Remi de Vogel" userId="5948360e-7b9c-4a22-9ada-df5e8b901c82" providerId="ADAL" clId="{662D4042-5D2C-455F-8718-7BADD92E77B3}" dt="2022-05-30T12:53:05.912" v="2"/>
          <ac:spMkLst>
            <pc:docMk/>
            <pc:sldMk cId="2097763215" sldId="2134805848"/>
            <ac:spMk id="5" creationId="{C5A8C382-7BBE-9E0C-98A5-155E184A4CE6}"/>
          </ac:spMkLst>
        </pc:spChg>
      </pc:sldChg>
      <pc:sldChg chg="modSp add del">
        <pc:chgData name="Remi de Vogel" userId="5948360e-7b9c-4a22-9ada-df5e8b901c82" providerId="ADAL" clId="{662D4042-5D2C-455F-8718-7BADD92E77B3}" dt="2022-05-30T12:53:07.422" v="3"/>
        <pc:sldMkLst>
          <pc:docMk/>
          <pc:sldMk cId="2695806262" sldId="2134805850"/>
        </pc:sldMkLst>
        <pc:spChg chg="mod">
          <ac:chgData name="Remi de Vogel" userId="5948360e-7b9c-4a22-9ada-df5e8b901c82" providerId="ADAL" clId="{662D4042-5D2C-455F-8718-7BADD92E77B3}" dt="2022-05-30T12:53:05.912" v="2"/>
          <ac:spMkLst>
            <pc:docMk/>
            <pc:sldMk cId="2695806262" sldId="2134805850"/>
            <ac:spMk id="3" creationId="{C0652C74-74AA-CE75-A45F-AD5438DE5737}"/>
          </ac:spMkLst>
        </pc:spChg>
      </pc:sldChg>
      <pc:sldChg chg="modSp add del">
        <pc:chgData name="Remi de Vogel" userId="5948360e-7b9c-4a22-9ada-df5e8b901c82" providerId="ADAL" clId="{662D4042-5D2C-455F-8718-7BADD92E77B3}" dt="2022-05-30T12:53:07.422" v="3"/>
        <pc:sldMkLst>
          <pc:docMk/>
          <pc:sldMk cId="1180306712" sldId="2134805851"/>
        </pc:sldMkLst>
        <pc:spChg chg="mod">
          <ac:chgData name="Remi de Vogel" userId="5948360e-7b9c-4a22-9ada-df5e8b901c82" providerId="ADAL" clId="{662D4042-5D2C-455F-8718-7BADD92E77B3}" dt="2022-05-30T12:53:05.912" v="2"/>
          <ac:spMkLst>
            <pc:docMk/>
            <pc:sldMk cId="1180306712" sldId="2134805851"/>
            <ac:spMk id="6" creationId="{B3EBFA84-A85A-66D3-F65C-72699F26A422}"/>
          </ac:spMkLst>
        </pc:spChg>
      </pc:sldChg>
      <pc:sldChg chg="modSp add del">
        <pc:chgData name="Remi de Vogel" userId="5948360e-7b9c-4a22-9ada-df5e8b901c82" providerId="ADAL" clId="{662D4042-5D2C-455F-8718-7BADD92E77B3}" dt="2022-05-30T12:53:07.422" v="3"/>
        <pc:sldMkLst>
          <pc:docMk/>
          <pc:sldMk cId="1818857520" sldId="2134805853"/>
        </pc:sldMkLst>
        <pc:spChg chg="mod">
          <ac:chgData name="Remi de Vogel" userId="5948360e-7b9c-4a22-9ada-df5e8b901c82" providerId="ADAL" clId="{662D4042-5D2C-455F-8718-7BADD92E77B3}" dt="2022-05-30T12:53:05.912" v="2"/>
          <ac:spMkLst>
            <pc:docMk/>
            <pc:sldMk cId="1818857520" sldId="2134805853"/>
            <ac:spMk id="2" creationId="{E7C293C2-87F1-E052-DD55-E0FF3DE48A4C}"/>
          </ac:spMkLst>
        </pc:spChg>
      </pc:sldChg>
      <pc:sldChg chg="add del">
        <pc:chgData name="Remi de Vogel" userId="5948360e-7b9c-4a22-9ada-df5e8b901c82" providerId="ADAL" clId="{662D4042-5D2C-455F-8718-7BADD92E77B3}" dt="2022-05-30T12:53:07.422" v="3"/>
        <pc:sldMkLst>
          <pc:docMk/>
          <pc:sldMk cId="3577376723" sldId="2134805862"/>
        </pc:sldMkLst>
      </pc:sldChg>
      <pc:sldChg chg="modSp add del">
        <pc:chgData name="Remi de Vogel" userId="5948360e-7b9c-4a22-9ada-df5e8b901c82" providerId="ADAL" clId="{662D4042-5D2C-455F-8718-7BADD92E77B3}" dt="2022-05-30T12:53:07.422" v="3"/>
        <pc:sldMkLst>
          <pc:docMk/>
          <pc:sldMk cId="4201410253" sldId="2134805877"/>
        </pc:sldMkLst>
        <pc:spChg chg="mod">
          <ac:chgData name="Remi de Vogel" userId="5948360e-7b9c-4a22-9ada-df5e8b901c82" providerId="ADAL" clId="{662D4042-5D2C-455F-8718-7BADD92E77B3}" dt="2022-05-30T12:53:05.912" v="2"/>
          <ac:spMkLst>
            <pc:docMk/>
            <pc:sldMk cId="4201410253" sldId="2134805877"/>
            <ac:spMk id="4" creationId="{BEFCFCCE-FD74-D0CC-89DF-5EACB4F6F829}"/>
          </ac:spMkLst>
        </pc:spChg>
      </pc:sldChg>
      <pc:sldChg chg="add del">
        <pc:chgData name="Remi de Vogel" userId="5948360e-7b9c-4a22-9ada-df5e8b901c82" providerId="ADAL" clId="{662D4042-5D2C-455F-8718-7BADD92E77B3}" dt="2022-05-30T12:53:07.422" v="3"/>
        <pc:sldMkLst>
          <pc:docMk/>
          <pc:sldMk cId="444192734" sldId="2134805894"/>
        </pc:sldMkLst>
      </pc:sldChg>
      <pc:sldChg chg="add del">
        <pc:chgData name="Remi de Vogel" userId="5948360e-7b9c-4a22-9ada-df5e8b901c82" providerId="ADAL" clId="{662D4042-5D2C-455F-8718-7BADD92E77B3}" dt="2022-05-30T12:53:07.422" v="3"/>
        <pc:sldMkLst>
          <pc:docMk/>
          <pc:sldMk cId="2285178275" sldId="2134805896"/>
        </pc:sldMkLst>
      </pc:sldChg>
      <pc:sldChg chg="modSp add del">
        <pc:chgData name="Remi de Vogel" userId="5948360e-7b9c-4a22-9ada-df5e8b901c82" providerId="ADAL" clId="{662D4042-5D2C-455F-8718-7BADD92E77B3}" dt="2022-05-30T12:53:07.422" v="3"/>
        <pc:sldMkLst>
          <pc:docMk/>
          <pc:sldMk cId="615815148" sldId="2134805900"/>
        </pc:sldMkLst>
        <pc:spChg chg="mod">
          <ac:chgData name="Remi de Vogel" userId="5948360e-7b9c-4a22-9ada-df5e8b901c82" providerId="ADAL" clId="{662D4042-5D2C-455F-8718-7BADD92E77B3}" dt="2022-05-30T12:53:05.912" v="2"/>
          <ac:spMkLst>
            <pc:docMk/>
            <pc:sldMk cId="615815148" sldId="2134805900"/>
            <ac:spMk id="4" creationId="{3EAA12A0-5CEE-7EE3-B992-6EBCD3D0750E}"/>
          </ac:spMkLst>
        </pc:spChg>
      </pc:sldChg>
      <pc:sldChg chg="modSp add del">
        <pc:chgData name="Remi de Vogel" userId="5948360e-7b9c-4a22-9ada-df5e8b901c82" providerId="ADAL" clId="{662D4042-5D2C-455F-8718-7BADD92E77B3}" dt="2022-05-30T12:53:07.422" v="3"/>
        <pc:sldMkLst>
          <pc:docMk/>
          <pc:sldMk cId="164583528" sldId="2134805927"/>
        </pc:sldMkLst>
        <pc:spChg chg="mod">
          <ac:chgData name="Remi de Vogel" userId="5948360e-7b9c-4a22-9ada-df5e8b901c82" providerId="ADAL" clId="{662D4042-5D2C-455F-8718-7BADD92E77B3}" dt="2022-05-30T12:53:05.912" v="2"/>
          <ac:spMkLst>
            <pc:docMk/>
            <pc:sldMk cId="164583528" sldId="2134805927"/>
            <ac:spMk id="2" creationId="{2BE4AA6E-E4B5-F38E-9017-8FA3116E92ED}"/>
          </ac:spMkLst>
        </pc:spChg>
      </pc:sldChg>
      <pc:sldChg chg="modSp add del">
        <pc:chgData name="Remi de Vogel" userId="5948360e-7b9c-4a22-9ada-df5e8b901c82" providerId="ADAL" clId="{662D4042-5D2C-455F-8718-7BADD92E77B3}" dt="2022-05-30T12:53:07.422" v="3"/>
        <pc:sldMkLst>
          <pc:docMk/>
          <pc:sldMk cId="2771149786" sldId="2134805929"/>
        </pc:sldMkLst>
        <pc:spChg chg="mod">
          <ac:chgData name="Remi de Vogel" userId="5948360e-7b9c-4a22-9ada-df5e8b901c82" providerId="ADAL" clId="{662D4042-5D2C-455F-8718-7BADD92E77B3}" dt="2022-05-30T12:53:05.912" v="2"/>
          <ac:spMkLst>
            <pc:docMk/>
            <pc:sldMk cId="2771149786" sldId="2134805929"/>
            <ac:spMk id="2" creationId="{E9A26449-0C25-76DE-D46D-587193A88E71}"/>
          </ac:spMkLst>
        </pc:spChg>
      </pc:sldChg>
      <pc:sldChg chg="modSp add del">
        <pc:chgData name="Remi de Vogel" userId="5948360e-7b9c-4a22-9ada-df5e8b901c82" providerId="ADAL" clId="{662D4042-5D2C-455F-8718-7BADD92E77B3}" dt="2022-05-30T12:53:07.422" v="3"/>
        <pc:sldMkLst>
          <pc:docMk/>
          <pc:sldMk cId="3107079863" sldId="2134805936"/>
        </pc:sldMkLst>
        <pc:spChg chg="mod">
          <ac:chgData name="Remi de Vogel" userId="5948360e-7b9c-4a22-9ada-df5e8b901c82" providerId="ADAL" clId="{662D4042-5D2C-455F-8718-7BADD92E77B3}" dt="2022-05-30T12:53:05.912" v="2"/>
          <ac:spMkLst>
            <pc:docMk/>
            <pc:sldMk cId="3107079863" sldId="2134805936"/>
            <ac:spMk id="2" creationId="{D625D8DD-082A-4DF7-6CFE-313E77E6ED4E}"/>
          </ac:spMkLst>
        </pc:spChg>
      </pc:sldChg>
      <pc:sldChg chg="modSp add del">
        <pc:chgData name="Remi de Vogel" userId="5948360e-7b9c-4a22-9ada-df5e8b901c82" providerId="ADAL" clId="{662D4042-5D2C-455F-8718-7BADD92E77B3}" dt="2022-05-30T12:53:07.422" v="3"/>
        <pc:sldMkLst>
          <pc:docMk/>
          <pc:sldMk cId="2944830276" sldId="2134805942"/>
        </pc:sldMkLst>
        <pc:spChg chg="mod">
          <ac:chgData name="Remi de Vogel" userId="5948360e-7b9c-4a22-9ada-df5e8b901c82" providerId="ADAL" clId="{662D4042-5D2C-455F-8718-7BADD92E77B3}" dt="2022-05-30T12:53:05.912" v="2"/>
          <ac:spMkLst>
            <pc:docMk/>
            <pc:sldMk cId="2944830276" sldId="2134805942"/>
            <ac:spMk id="2" creationId="{1A73209C-99F9-0B05-9DFC-BE62B9FC33A1}"/>
          </ac:spMkLst>
        </pc:spChg>
      </pc:sldChg>
      <pc:sldChg chg="modSp add del">
        <pc:chgData name="Remi de Vogel" userId="5948360e-7b9c-4a22-9ada-df5e8b901c82" providerId="ADAL" clId="{662D4042-5D2C-455F-8718-7BADD92E77B3}" dt="2022-05-30T12:53:07.422" v="3"/>
        <pc:sldMkLst>
          <pc:docMk/>
          <pc:sldMk cId="1971681297" sldId="2134805944"/>
        </pc:sldMkLst>
        <pc:spChg chg="mod">
          <ac:chgData name="Remi de Vogel" userId="5948360e-7b9c-4a22-9ada-df5e8b901c82" providerId="ADAL" clId="{662D4042-5D2C-455F-8718-7BADD92E77B3}" dt="2022-05-30T12:53:05.912" v="2"/>
          <ac:spMkLst>
            <pc:docMk/>
            <pc:sldMk cId="1971681297" sldId="2134805944"/>
            <ac:spMk id="2" creationId="{38D9FB1E-4C2A-9531-A75D-80B84C7552CC}"/>
          </ac:spMkLst>
        </pc:spChg>
      </pc:sldChg>
      <pc:sldChg chg="add del">
        <pc:chgData name="Remi de Vogel" userId="5948360e-7b9c-4a22-9ada-df5e8b901c82" providerId="ADAL" clId="{662D4042-5D2C-455F-8718-7BADD92E77B3}" dt="2022-05-30T12:53:07.422" v="3"/>
        <pc:sldMkLst>
          <pc:docMk/>
          <pc:sldMk cId="1937686259" sldId="2134805957"/>
        </pc:sldMkLst>
      </pc:sldChg>
      <pc:sldChg chg="modSp add del">
        <pc:chgData name="Remi de Vogel" userId="5948360e-7b9c-4a22-9ada-df5e8b901c82" providerId="ADAL" clId="{662D4042-5D2C-455F-8718-7BADD92E77B3}" dt="2022-05-30T12:53:07.422" v="3"/>
        <pc:sldMkLst>
          <pc:docMk/>
          <pc:sldMk cId="1579090450" sldId="2134805969"/>
        </pc:sldMkLst>
        <pc:spChg chg="mod">
          <ac:chgData name="Remi de Vogel" userId="5948360e-7b9c-4a22-9ada-df5e8b901c82" providerId="ADAL" clId="{662D4042-5D2C-455F-8718-7BADD92E77B3}" dt="2022-05-30T12:53:05.912" v="2"/>
          <ac:spMkLst>
            <pc:docMk/>
            <pc:sldMk cId="1579090450" sldId="2134805969"/>
            <ac:spMk id="2" creationId="{3D13374D-CDB5-4B07-ADD0-F2569702FAB2}"/>
          </ac:spMkLst>
        </pc:spChg>
      </pc:sldChg>
      <pc:sldChg chg="modSp add del">
        <pc:chgData name="Remi de Vogel" userId="5948360e-7b9c-4a22-9ada-df5e8b901c82" providerId="ADAL" clId="{662D4042-5D2C-455F-8718-7BADD92E77B3}" dt="2022-05-30T12:53:07.422" v="3"/>
        <pc:sldMkLst>
          <pc:docMk/>
          <pc:sldMk cId="3065352262" sldId="2134805977"/>
        </pc:sldMkLst>
        <pc:spChg chg="mod">
          <ac:chgData name="Remi de Vogel" userId="5948360e-7b9c-4a22-9ada-df5e8b901c82" providerId="ADAL" clId="{662D4042-5D2C-455F-8718-7BADD92E77B3}" dt="2022-05-30T12:53:05.912" v="2"/>
          <ac:spMkLst>
            <pc:docMk/>
            <pc:sldMk cId="3065352262" sldId="2134805977"/>
            <ac:spMk id="4" creationId="{42A09A56-2DB6-342F-8745-13B7FBCEC2A9}"/>
          </ac:spMkLst>
        </pc:spChg>
      </pc:sldChg>
      <pc:sldChg chg="modSp add del">
        <pc:chgData name="Remi de Vogel" userId="5948360e-7b9c-4a22-9ada-df5e8b901c82" providerId="ADAL" clId="{662D4042-5D2C-455F-8718-7BADD92E77B3}" dt="2022-05-30T12:53:07.422" v="3"/>
        <pc:sldMkLst>
          <pc:docMk/>
          <pc:sldMk cId="1089137052" sldId="2134805992"/>
        </pc:sldMkLst>
        <pc:spChg chg="mod">
          <ac:chgData name="Remi de Vogel" userId="5948360e-7b9c-4a22-9ada-df5e8b901c82" providerId="ADAL" clId="{662D4042-5D2C-455F-8718-7BADD92E77B3}" dt="2022-05-30T12:53:05.912" v="2"/>
          <ac:spMkLst>
            <pc:docMk/>
            <pc:sldMk cId="1089137052" sldId="2134805992"/>
            <ac:spMk id="4" creationId="{94DB1E2D-F120-610A-0D78-7BF513DF1D26}"/>
          </ac:spMkLst>
        </pc:spChg>
      </pc:sldChg>
      <pc:sldChg chg="modSp add del">
        <pc:chgData name="Remi de Vogel" userId="5948360e-7b9c-4a22-9ada-df5e8b901c82" providerId="ADAL" clId="{662D4042-5D2C-455F-8718-7BADD92E77B3}" dt="2022-05-30T12:53:07.422" v="3"/>
        <pc:sldMkLst>
          <pc:docMk/>
          <pc:sldMk cId="2132252316" sldId="2145705708"/>
        </pc:sldMkLst>
        <pc:spChg chg="mod">
          <ac:chgData name="Remi de Vogel" userId="5948360e-7b9c-4a22-9ada-df5e8b901c82" providerId="ADAL" clId="{662D4042-5D2C-455F-8718-7BADD92E77B3}" dt="2022-05-30T12:53:05.912" v="2"/>
          <ac:spMkLst>
            <pc:docMk/>
            <pc:sldMk cId="2132252316" sldId="2145705708"/>
            <ac:spMk id="4" creationId="{A21EA3CC-C11F-B2E6-4793-8AEC81351DCC}"/>
          </ac:spMkLst>
        </pc:spChg>
      </pc:sldChg>
      <pc:sldChg chg="add del">
        <pc:chgData name="Remi de Vogel" userId="5948360e-7b9c-4a22-9ada-df5e8b901c82" providerId="ADAL" clId="{662D4042-5D2C-455F-8718-7BADD92E77B3}" dt="2022-05-30T12:53:07.422" v="3"/>
        <pc:sldMkLst>
          <pc:docMk/>
          <pc:sldMk cId="854196021" sldId="2145705718"/>
        </pc:sldMkLst>
      </pc:sldChg>
      <pc:sldChg chg="modSp add del">
        <pc:chgData name="Remi de Vogel" userId="5948360e-7b9c-4a22-9ada-df5e8b901c82" providerId="ADAL" clId="{662D4042-5D2C-455F-8718-7BADD92E77B3}" dt="2022-05-30T12:53:07.422" v="3"/>
        <pc:sldMkLst>
          <pc:docMk/>
          <pc:sldMk cId="3905553784" sldId="2145705721"/>
        </pc:sldMkLst>
        <pc:spChg chg="mod">
          <ac:chgData name="Remi de Vogel" userId="5948360e-7b9c-4a22-9ada-df5e8b901c82" providerId="ADAL" clId="{662D4042-5D2C-455F-8718-7BADD92E77B3}" dt="2022-05-30T12:53:05.912" v="2"/>
          <ac:spMkLst>
            <pc:docMk/>
            <pc:sldMk cId="3905553784" sldId="2145705721"/>
            <ac:spMk id="4" creationId="{A0319790-F01A-F935-FD91-9DD2A51F5655}"/>
          </ac:spMkLst>
        </pc:spChg>
      </pc:sldChg>
      <pc:sldChg chg="modSp add del">
        <pc:chgData name="Remi de Vogel" userId="5948360e-7b9c-4a22-9ada-df5e8b901c82" providerId="ADAL" clId="{662D4042-5D2C-455F-8718-7BADD92E77B3}" dt="2022-05-30T12:53:07.422" v="3"/>
        <pc:sldMkLst>
          <pc:docMk/>
          <pc:sldMk cId="2945199968" sldId="2145705723"/>
        </pc:sldMkLst>
        <pc:spChg chg="mod">
          <ac:chgData name="Remi de Vogel" userId="5948360e-7b9c-4a22-9ada-df5e8b901c82" providerId="ADAL" clId="{662D4042-5D2C-455F-8718-7BADD92E77B3}" dt="2022-05-30T12:53:05.912" v="2"/>
          <ac:spMkLst>
            <pc:docMk/>
            <pc:sldMk cId="2945199968" sldId="2145705723"/>
            <ac:spMk id="4" creationId="{924F99A4-B1CB-50A3-B536-AFEF4DF3FCCD}"/>
          </ac:spMkLst>
        </pc:spChg>
      </pc:sldChg>
      <pc:sldChg chg="modSp add del">
        <pc:chgData name="Remi de Vogel" userId="5948360e-7b9c-4a22-9ada-df5e8b901c82" providerId="ADAL" clId="{662D4042-5D2C-455F-8718-7BADD92E77B3}" dt="2022-05-30T12:53:07.422" v="3"/>
        <pc:sldMkLst>
          <pc:docMk/>
          <pc:sldMk cId="1584325909" sldId="2145705738"/>
        </pc:sldMkLst>
        <pc:spChg chg="mod">
          <ac:chgData name="Remi de Vogel" userId="5948360e-7b9c-4a22-9ada-df5e8b901c82" providerId="ADAL" clId="{662D4042-5D2C-455F-8718-7BADD92E77B3}" dt="2022-05-30T12:53:05.912" v="2"/>
          <ac:spMkLst>
            <pc:docMk/>
            <pc:sldMk cId="1584325909" sldId="2145705738"/>
            <ac:spMk id="5" creationId="{D0444DFE-46D7-5186-2BFB-656FF6EB9677}"/>
          </ac:spMkLst>
        </pc:spChg>
      </pc:sldChg>
      <pc:sldChg chg="modSp add del">
        <pc:chgData name="Remi de Vogel" userId="5948360e-7b9c-4a22-9ada-df5e8b901c82" providerId="ADAL" clId="{662D4042-5D2C-455F-8718-7BADD92E77B3}" dt="2022-05-30T12:53:07.422" v="3"/>
        <pc:sldMkLst>
          <pc:docMk/>
          <pc:sldMk cId="1578508309" sldId="2145705742"/>
        </pc:sldMkLst>
        <pc:spChg chg="mod">
          <ac:chgData name="Remi de Vogel" userId="5948360e-7b9c-4a22-9ada-df5e8b901c82" providerId="ADAL" clId="{662D4042-5D2C-455F-8718-7BADD92E77B3}" dt="2022-05-30T12:53:05.912" v="2"/>
          <ac:spMkLst>
            <pc:docMk/>
            <pc:sldMk cId="1578508309" sldId="2145705742"/>
            <ac:spMk id="2" creationId="{F463BDF4-250A-6A35-6A8B-FAFFD8F741CF}"/>
          </ac:spMkLst>
        </pc:spChg>
      </pc:sldChg>
      <pc:sldChg chg="modSp add del">
        <pc:chgData name="Remi de Vogel" userId="5948360e-7b9c-4a22-9ada-df5e8b901c82" providerId="ADAL" clId="{662D4042-5D2C-455F-8718-7BADD92E77B3}" dt="2022-05-30T12:53:07.422" v="3"/>
        <pc:sldMkLst>
          <pc:docMk/>
          <pc:sldMk cId="3158111833" sldId="2145705745"/>
        </pc:sldMkLst>
        <pc:spChg chg="mod">
          <ac:chgData name="Remi de Vogel" userId="5948360e-7b9c-4a22-9ada-df5e8b901c82" providerId="ADAL" clId="{662D4042-5D2C-455F-8718-7BADD92E77B3}" dt="2022-05-30T12:53:05.912" v="2"/>
          <ac:spMkLst>
            <pc:docMk/>
            <pc:sldMk cId="3158111833" sldId="2145705745"/>
            <ac:spMk id="2" creationId="{6B15B957-4E25-5761-D232-85D707402B5A}"/>
          </ac:spMkLst>
        </pc:spChg>
      </pc:sldChg>
      <pc:sldChg chg="modSp add del">
        <pc:chgData name="Remi de Vogel" userId="5948360e-7b9c-4a22-9ada-df5e8b901c82" providerId="ADAL" clId="{662D4042-5D2C-455F-8718-7BADD92E77B3}" dt="2022-05-30T12:53:07.422" v="3"/>
        <pc:sldMkLst>
          <pc:docMk/>
          <pc:sldMk cId="1719075109" sldId="2145705746"/>
        </pc:sldMkLst>
        <pc:spChg chg="mod">
          <ac:chgData name="Remi de Vogel" userId="5948360e-7b9c-4a22-9ada-df5e8b901c82" providerId="ADAL" clId="{662D4042-5D2C-455F-8718-7BADD92E77B3}" dt="2022-05-30T12:53:05.912" v="2"/>
          <ac:spMkLst>
            <pc:docMk/>
            <pc:sldMk cId="1719075109" sldId="2145705746"/>
            <ac:spMk id="2" creationId="{A2436A24-B86A-4926-4890-8E9A6641E18F}"/>
          </ac:spMkLst>
        </pc:spChg>
      </pc:sldChg>
      <pc:sldChg chg="modSp add del">
        <pc:chgData name="Remi de Vogel" userId="5948360e-7b9c-4a22-9ada-df5e8b901c82" providerId="ADAL" clId="{662D4042-5D2C-455F-8718-7BADD92E77B3}" dt="2022-05-30T12:53:07.422" v="3"/>
        <pc:sldMkLst>
          <pc:docMk/>
          <pc:sldMk cId="1315178886" sldId="2145705747"/>
        </pc:sldMkLst>
        <pc:spChg chg="mod">
          <ac:chgData name="Remi de Vogel" userId="5948360e-7b9c-4a22-9ada-df5e8b901c82" providerId="ADAL" clId="{662D4042-5D2C-455F-8718-7BADD92E77B3}" dt="2022-05-30T12:53:05.912" v="2"/>
          <ac:spMkLst>
            <pc:docMk/>
            <pc:sldMk cId="1315178886" sldId="2145705747"/>
            <ac:spMk id="2" creationId="{9C334C73-7179-0E1C-9672-03291F78B21B}"/>
          </ac:spMkLst>
        </pc:spChg>
      </pc:sldChg>
      <pc:sldChg chg="modSp add del">
        <pc:chgData name="Remi de Vogel" userId="5948360e-7b9c-4a22-9ada-df5e8b901c82" providerId="ADAL" clId="{662D4042-5D2C-455F-8718-7BADD92E77B3}" dt="2022-05-30T12:53:07.422" v="3"/>
        <pc:sldMkLst>
          <pc:docMk/>
          <pc:sldMk cId="61536132" sldId="2145705748"/>
        </pc:sldMkLst>
        <pc:spChg chg="mod">
          <ac:chgData name="Remi de Vogel" userId="5948360e-7b9c-4a22-9ada-df5e8b901c82" providerId="ADAL" clId="{662D4042-5D2C-455F-8718-7BADD92E77B3}" dt="2022-05-30T12:53:05.912" v="2"/>
          <ac:spMkLst>
            <pc:docMk/>
            <pc:sldMk cId="61536132" sldId="2145705748"/>
            <ac:spMk id="3" creationId="{9F7BD4E3-71D6-A9CE-528A-8F5A6247389D}"/>
          </ac:spMkLst>
        </pc:spChg>
      </pc:sldChg>
      <pc:sldChg chg="modSp add del">
        <pc:chgData name="Remi de Vogel" userId="5948360e-7b9c-4a22-9ada-df5e8b901c82" providerId="ADAL" clId="{662D4042-5D2C-455F-8718-7BADD92E77B3}" dt="2022-05-30T12:53:07.422" v="3"/>
        <pc:sldMkLst>
          <pc:docMk/>
          <pc:sldMk cId="1763130079" sldId="2145705751"/>
        </pc:sldMkLst>
        <pc:spChg chg="mod">
          <ac:chgData name="Remi de Vogel" userId="5948360e-7b9c-4a22-9ada-df5e8b901c82" providerId="ADAL" clId="{662D4042-5D2C-455F-8718-7BADD92E77B3}" dt="2022-05-30T12:53:05.912" v="2"/>
          <ac:spMkLst>
            <pc:docMk/>
            <pc:sldMk cId="1763130079" sldId="2145705751"/>
            <ac:spMk id="4" creationId="{F72B90C5-C974-C03B-6240-A4045B5ACAD4}"/>
          </ac:spMkLst>
        </pc:spChg>
      </pc:sldChg>
      <pc:sldChg chg="modSp add del">
        <pc:chgData name="Remi de Vogel" userId="5948360e-7b9c-4a22-9ada-df5e8b901c82" providerId="ADAL" clId="{662D4042-5D2C-455F-8718-7BADD92E77B3}" dt="2022-05-30T12:53:07.422" v="3"/>
        <pc:sldMkLst>
          <pc:docMk/>
          <pc:sldMk cId="259465799" sldId="2145705752"/>
        </pc:sldMkLst>
        <pc:spChg chg="mod">
          <ac:chgData name="Remi de Vogel" userId="5948360e-7b9c-4a22-9ada-df5e8b901c82" providerId="ADAL" clId="{662D4042-5D2C-455F-8718-7BADD92E77B3}" dt="2022-05-30T12:53:05.912" v="2"/>
          <ac:spMkLst>
            <pc:docMk/>
            <pc:sldMk cId="259465799" sldId="2145705752"/>
            <ac:spMk id="5" creationId="{29957E34-E01D-12A9-7A24-42CCDAAF1655}"/>
          </ac:spMkLst>
        </pc:spChg>
      </pc:sldChg>
      <pc:sldChg chg="modSp add del">
        <pc:chgData name="Remi de Vogel" userId="5948360e-7b9c-4a22-9ada-df5e8b901c82" providerId="ADAL" clId="{662D4042-5D2C-455F-8718-7BADD92E77B3}" dt="2022-05-30T12:53:07.422" v="3"/>
        <pc:sldMkLst>
          <pc:docMk/>
          <pc:sldMk cId="2756859938" sldId="2145705753"/>
        </pc:sldMkLst>
        <pc:spChg chg="mod">
          <ac:chgData name="Remi de Vogel" userId="5948360e-7b9c-4a22-9ada-df5e8b901c82" providerId="ADAL" clId="{662D4042-5D2C-455F-8718-7BADD92E77B3}" dt="2022-05-30T12:53:05.912" v="2"/>
          <ac:spMkLst>
            <pc:docMk/>
            <pc:sldMk cId="2756859938" sldId="2145705753"/>
            <ac:spMk id="5" creationId="{92387B02-DF77-4982-BCCB-F1F78FCC9B5D}"/>
          </ac:spMkLst>
        </pc:spChg>
      </pc:sldChg>
      <pc:sldChg chg="modSp add del">
        <pc:chgData name="Remi de Vogel" userId="5948360e-7b9c-4a22-9ada-df5e8b901c82" providerId="ADAL" clId="{662D4042-5D2C-455F-8718-7BADD92E77B3}" dt="2022-05-30T12:53:07.422" v="3"/>
        <pc:sldMkLst>
          <pc:docMk/>
          <pc:sldMk cId="740771268" sldId="2145705754"/>
        </pc:sldMkLst>
        <pc:spChg chg="mod">
          <ac:chgData name="Remi de Vogel" userId="5948360e-7b9c-4a22-9ada-df5e8b901c82" providerId="ADAL" clId="{662D4042-5D2C-455F-8718-7BADD92E77B3}" dt="2022-05-30T12:53:05.912" v="2"/>
          <ac:spMkLst>
            <pc:docMk/>
            <pc:sldMk cId="740771268" sldId="2145705754"/>
            <ac:spMk id="2" creationId="{CA54E884-F4E5-3268-1215-5E5785E3615E}"/>
          </ac:spMkLst>
        </pc:spChg>
      </pc:sldChg>
      <pc:sldChg chg="add del">
        <pc:chgData name="Remi de Vogel" userId="5948360e-7b9c-4a22-9ada-df5e8b901c82" providerId="ADAL" clId="{662D4042-5D2C-455F-8718-7BADD92E77B3}" dt="2022-05-30T12:53:07.422" v="3"/>
        <pc:sldMkLst>
          <pc:docMk/>
          <pc:sldMk cId="3250400868" sldId="2145705755"/>
        </pc:sldMkLst>
      </pc:sldChg>
      <pc:sldChg chg="add del">
        <pc:chgData name="Remi de Vogel" userId="5948360e-7b9c-4a22-9ada-df5e8b901c82" providerId="ADAL" clId="{662D4042-5D2C-455F-8718-7BADD92E77B3}" dt="2022-05-30T12:53:07.422" v="3"/>
        <pc:sldMkLst>
          <pc:docMk/>
          <pc:sldMk cId="3156913983" sldId="2145705759"/>
        </pc:sldMkLst>
      </pc:sldChg>
      <pc:sldChg chg="modSp add del">
        <pc:chgData name="Remi de Vogel" userId="5948360e-7b9c-4a22-9ada-df5e8b901c82" providerId="ADAL" clId="{662D4042-5D2C-455F-8718-7BADD92E77B3}" dt="2022-05-30T12:53:07.422" v="3"/>
        <pc:sldMkLst>
          <pc:docMk/>
          <pc:sldMk cId="3831689286" sldId="2145705762"/>
        </pc:sldMkLst>
        <pc:spChg chg="mod">
          <ac:chgData name="Remi de Vogel" userId="5948360e-7b9c-4a22-9ada-df5e8b901c82" providerId="ADAL" clId="{662D4042-5D2C-455F-8718-7BADD92E77B3}" dt="2022-05-30T12:53:05.912" v="2"/>
          <ac:spMkLst>
            <pc:docMk/>
            <pc:sldMk cId="3831689286" sldId="2145705762"/>
            <ac:spMk id="4" creationId="{740507E2-113F-1807-6261-1D7F33F88F35}"/>
          </ac:spMkLst>
        </pc:spChg>
      </pc:sldChg>
      <pc:sldChg chg="modSp add del">
        <pc:chgData name="Remi de Vogel" userId="5948360e-7b9c-4a22-9ada-df5e8b901c82" providerId="ADAL" clId="{662D4042-5D2C-455F-8718-7BADD92E77B3}" dt="2022-05-30T12:53:07.422" v="3"/>
        <pc:sldMkLst>
          <pc:docMk/>
          <pc:sldMk cId="1098045612" sldId="2145705765"/>
        </pc:sldMkLst>
        <pc:spChg chg="mod">
          <ac:chgData name="Remi de Vogel" userId="5948360e-7b9c-4a22-9ada-df5e8b901c82" providerId="ADAL" clId="{662D4042-5D2C-455F-8718-7BADD92E77B3}" dt="2022-05-30T12:53:05.912" v="2"/>
          <ac:spMkLst>
            <pc:docMk/>
            <pc:sldMk cId="1098045612" sldId="2145705765"/>
            <ac:spMk id="2" creationId="{898BB45E-FD6C-A203-BB87-70D3AA4E6DDD}"/>
          </ac:spMkLst>
        </pc:spChg>
      </pc:sldChg>
      <pc:sldChg chg="add del">
        <pc:chgData name="Remi de Vogel" userId="5948360e-7b9c-4a22-9ada-df5e8b901c82" providerId="ADAL" clId="{662D4042-5D2C-455F-8718-7BADD92E77B3}" dt="2022-05-30T12:53:07.422" v="3"/>
        <pc:sldMkLst>
          <pc:docMk/>
          <pc:sldMk cId="4217213984" sldId="2145705768"/>
        </pc:sldMkLst>
      </pc:sldChg>
      <pc:sldChg chg="modSp add del">
        <pc:chgData name="Remi de Vogel" userId="5948360e-7b9c-4a22-9ada-df5e8b901c82" providerId="ADAL" clId="{662D4042-5D2C-455F-8718-7BADD92E77B3}" dt="2022-05-30T12:53:07.422" v="3"/>
        <pc:sldMkLst>
          <pc:docMk/>
          <pc:sldMk cId="1302685159" sldId="2145705769"/>
        </pc:sldMkLst>
        <pc:spChg chg="mod">
          <ac:chgData name="Remi de Vogel" userId="5948360e-7b9c-4a22-9ada-df5e8b901c82" providerId="ADAL" clId="{662D4042-5D2C-455F-8718-7BADD92E77B3}" dt="2022-05-30T12:53:05.912" v="2"/>
          <ac:spMkLst>
            <pc:docMk/>
            <pc:sldMk cId="1302685159" sldId="2145705769"/>
            <ac:spMk id="5" creationId="{30030C25-903E-CAB2-A209-36B1C9AC668E}"/>
          </ac:spMkLst>
        </pc:spChg>
      </pc:sldChg>
    </pc:docChg>
  </pc:docChgLst>
  <pc:docChgLst>
    <pc:chgData name="Charlotte" userId="68a7a230-7b40-4667-aed5-d2dc881ae357" providerId="ADAL" clId="{E8F177CF-B2DE-40B2-A2E6-2289FAF3F855}"/>
    <pc:docChg chg="custSel modMainMaster">
      <pc:chgData name="Charlotte" userId="68a7a230-7b40-4667-aed5-d2dc881ae357" providerId="ADAL" clId="{E8F177CF-B2DE-40B2-A2E6-2289FAF3F855}" dt="2023-03-01T12:37:29.753" v="79" actId="139"/>
      <pc:docMkLst>
        <pc:docMk/>
      </pc:docMkLst>
      <pc:sldMasterChg chg="modSp mod modSldLayout">
        <pc:chgData name="Charlotte" userId="68a7a230-7b40-4667-aed5-d2dc881ae357" providerId="ADAL" clId="{E8F177CF-B2DE-40B2-A2E6-2289FAF3F855}" dt="2023-03-01T12:37:29.753" v="79" actId="139"/>
        <pc:sldMasterMkLst>
          <pc:docMk/>
          <pc:sldMasterMk cId="259861064" sldId="2147483648"/>
        </pc:sldMasterMkLst>
        <pc:spChg chg="mod">
          <ac:chgData name="Charlotte" userId="68a7a230-7b40-4667-aed5-d2dc881ae357" providerId="ADAL" clId="{E8F177CF-B2DE-40B2-A2E6-2289FAF3F855}" dt="2023-03-01T12:37:29.703" v="41" actId="139"/>
          <ac:spMkLst>
            <pc:docMk/>
            <pc:sldMasterMk cId="259861064" sldId="2147483648"/>
            <ac:spMk id="7" creationId="{D6A5A859-4CE8-2837-746E-F8B2E0E6F21F}"/>
          </ac:spMkLst>
        </pc:spChg>
        <pc:spChg chg="mod">
          <ac:chgData name="Charlotte" userId="68a7a230-7b40-4667-aed5-d2dc881ae357" providerId="ADAL" clId="{E8F177CF-B2DE-40B2-A2E6-2289FAF3F855}" dt="2023-03-01T12:37:29.705" v="43" actId="139"/>
          <ac:spMkLst>
            <pc:docMk/>
            <pc:sldMasterMk cId="259861064" sldId="2147483648"/>
            <ac:spMk id="68" creationId="{61C71873-52D3-45F7-59C2-98B44A61CBDD}"/>
          </ac:spMkLst>
        </pc:spChg>
        <pc:spChg chg="mod">
          <ac:chgData name="Charlotte" userId="68a7a230-7b40-4667-aed5-d2dc881ae357" providerId="ADAL" clId="{E8F177CF-B2DE-40B2-A2E6-2289FAF3F855}" dt="2023-03-01T12:37:29.706" v="45" actId="139"/>
          <ac:spMkLst>
            <pc:docMk/>
            <pc:sldMasterMk cId="259861064" sldId="2147483648"/>
            <ac:spMk id="72" creationId="{D0CCF352-5FE7-85C8-603C-8D9FD1E2CB4D}"/>
          </ac:spMkLst>
        </pc:spChg>
        <pc:spChg chg="mod">
          <ac:chgData name="Charlotte" userId="68a7a230-7b40-4667-aed5-d2dc881ae357" providerId="ADAL" clId="{E8F177CF-B2DE-40B2-A2E6-2289FAF3F855}" dt="2023-03-01T12:37:29.707" v="47" actId="139"/>
          <ac:spMkLst>
            <pc:docMk/>
            <pc:sldMasterMk cId="259861064" sldId="2147483648"/>
            <ac:spMk id="73" creationId="{DDC0E9FF-D178-AF74-F5DF-8B06BE4DAB13}"/>
          </ac:spMkLst>
        </pc:spChg>
        <pc:sldLayoutChg chg="modSp mod">
          <pc:chgData name="Charlotte" userId="68a7a230-7b40-4667-aed5-d2dc881ae357" providerId="ADAL" clId="{E8F177CF-B2DE-40B2-A2E6-2289FAF3F855}" dt="2023-03-01T12:37:29.745" v="71" actId="139"/>
          <pc:sldLayoutMkLst>
            <pc:docMk/>
            <pc:sldMasterMk cId="259861064" sldId="2147483648"/>
            <pc:sldLayoutMk cId="2755087783" sldId="2147483663"/>
          </pc:sldLayoutMkLst>
          <pc:spChg chg="mod">
            <ac:chgData name="Charlotte" userId="68a7a230-7b40-4667-aed5-d2dc881ae357" providerId="ADAL" clId="{E8F177CF-B2DE-40B2-A2E6-2289FAF3F855}" dt="2023-03-01T12:37:29.742" v="65" actId="139"/>
            <ac:spMkLst>
              <pc:docMk/>
              <pc:sldMasterMk cId="259861064" sldId="2147483648"/>
              <pc:sldLayoutMk cId="2755087783" sldId="2147483663"/>
              <ac:spMk id="8" creationId="{E02A060C-053E-D862-35FF-299067B3407D}"/>
            </ac:spMkLst>
          </pc:spChg>
          <pc:spChg chg="mod">
            <ac:chgData name="Charlotte" userId="68a7a230-7b40-4667-aed5-d2dc881ae357" providerId="ADAL" clId="{E8F177CF-B2DE-40B2-A2E6-2289FAF3F855}" dt="2023-03-01T12:37:29.743" v="67" actId="139"/>
            <ac:spMkLst>
              <pc:docMk/>
              <pc:sldMasterMk cId="259861064" sldId="2147483648"/>
              <pc:sldLayoutMk cId="2755087783" sldId="2147483663"/>
              <ac:spMk id="9" creationId="{A98BE92A-9755-AE15-B4A4-1FDC0DBC7C86}"/>
            </ac:spMkLst>
          </pc:spChg>
          <pc:spChg chg="mod">
            <ac:chgData name="Charlotte" userId="68a7a230-7b40-4667-aed5-d2dc881ae357" providerId="ADAL" clId="{E8F177CF-B2DE-40B2-A2E6-2289FAF3F855}" dt="2023-03-01T12:37:29.744" v="69" actId="139"/>
            <ac:spMkLst>
              <pc:docMk/>
              <pc:sldMasterMk cId="259861064" sldId="2147483648"/>
              <pc:sldLayoutMk cId="2755087783" sldId="2147483663"/>
              <ac:spMk id="10" creationId="{81990056-6B89-CFA7-4E7C-45F24B4D7E7B}"/>
            </ac:spMkLst>
          </pc:spChg>
          <pc:spChg chg="mod">
            <ac:chgData name="Charlotte" userId="68a7a230-7b40-4667-aed5-d2dc881ae357" providerId="ADAL" clId="{E8F177CF-B2DE-40B2-A2E6-2289FAF3F855}" dt="2023-03-01T12:37:29.745" v="71" actId="139"/>
            <ac:spMkLst>
              <pc:docMk/>
              <pc:sldMasterMk cId="259861064" sldId="2147483648"/>
              <pc:sldLayoutMk cId="2755087783" sldId="2147483663"/>
              <ac:spMk id="13" creationId="{51583ABD-977D-1686-D80C-B218197E49E9}"/>
            </ac:spMkLst>
          </pc:spChg>
        </pc:sldLayoutChg>
        <pc:sldLayoutChg chg="modSp mod">
          <pc:chgData name="Charlotte" userId="68a7a230-7b40-4667-aed5-d2dc881ae357" providerId="ADAL" clId="{E8F177CF-B2DE-40B2-A2E6-2289FAF3F855}" dt="2023-03-01T12:37:29.713" v="55" actId="139"/>
          <pc:sldLayoutMkLst>
            <pc:docMk/>
            <pc:sldMasterMk cId="259861064" sldId="2147483648"/>
            <pc:sldLayoutMk cId="2387091362" sldId="2147483730"/>
          </pc:sldLayoutMkLst>
          <pc:spChg chg="mod">
            <ac:chgData name="Charlotte" userId="68a7a230-7b40-4667-aed5-d2dc881ae357" providerId="ADAL" clId="{E8F177CF-B2DE-40B2-A2E6-2289FAF3F855}" dt="2023-03-01T12:37:29.710" v="49" actId="139"/>
            <ac:spMkLst>
              <pc:docMk/>
              <pc:sldMasterMk cId="259861064" sldId="2147483648"/>
              <pc:sldLayoutMk cId="2387091362" sldId="2147483730"/>
              <ac:spMk id="15" creationId="{C6606F6C-3DBD-CA47-F135-B3D39D613F5C}"/>
            </ac:spMkLst>
          </pc:spChg>
          <pc:spChg chg="mod">
            <ac:chgData name="Charlotte" userId="68a7a230-7b40-4667-aed5-d2dc881ae357" providerId="ADAL" clId="{E8F177CF-B2DE-40B2-A2E6-2289FAF3F855}" dt="2023-03-01T12:37:29.711" v="51" actId="139"/>
            <ac:spMkLst>
              <pc:docMk/>
              <pc:sldMasterMk cId="259861064" sldId="2147483648"/>
              <pc:sldLayoutMk cId="2387091362" sldId="2147483730"/>
              <ac:spMk id="16" creationId="{47855D95-75E2-B652-4C23-1E40E9EBC676}"/>
            </ac:spMkLst>
          </pc:spChg>
          <pc:spChg chg="mod">
            <ac:chgData name="Charlotte" userId="68a7a230-7b40-4667-aed5-d2dc881ae357" providerId="ADAL" clId="{E8F177CF-B2DE-40B2-A2E6-2289FAF3F855}" dt="2023-03-01T12:37:29.712" v="53" actId="139"/>
            <ac:spMkLst>
              <pc:docMk/>
              <pc:sldMasterMk cId="259861064" sldId="2147483648"/>
              <pc:sldLayoutMk cId="2387091362" sldId="2147483730"/>
              <ac:spMk id="17" creationId="{A2AEBE57-64BB-7F9A-2474-6F715A4BE2D0}"/>
            </ac:spMkLst>
          </pc:spChg>
          <pc:spChg chg="mod">
            <ac:chgData name="Charlotte" userId="68a7a230-7b40-4667-aed5-d2dc881ae357" providerId="ADAL" clId="{E8F177CF-B2DE-40B2-A2E6-2289FAF3F855}" dt="2023-03-01T12:37:29.713" v="55" actId="139"/>
            <ac:spMkLst>
              <pc:docMk/>
              <pc:sldMasterMk cId="259861064" sldId="2147483648"/>
              <pc:sldLayoutMk cId="2387091362" sldId="2147483730"/>
              <ac:spMk id="18" creationId="{05AE037A-D980-59A9-69B8-1E18685AC95F}"/>
            </ac:spMkLst>
          </pc:spChg>
        </pc:sldLayoutChg>
        <pc:sldLayoutChg chg="modSp mod">
          <pc:chgData name="Charlotte" userId="68a7a230-7b40-4667-aed5-d2dc881ae357" providerId="ADAL" clId="{E8F177CF-B2DE-40B2-A2E6-2289FAF3F855}" dt="2023-03-01T12:37:29.720" v="63" actId="139"/>
          <pc:sldLayoutMkLst>
            <pc:docMk/>
            <pc:sldMasterMk cId="259861064" sldId="2147483648"/>
            <pc:sldLayoutMk cId="3811794794" sldId="2147483731"/>
          </pc:sldLayoutMkLst>
          <pc:spChg chg="mod">
            <ac:chgData name="Charlotte" userId="68a7a230-7b40-4667-aed5-d2dc881ae357" providerId="ADAL" clId="{E8F177CF-B2DE-40B2-A2E6-2289FAF3F855}" dt="2023-03-01T12:37:29.717" v="57" actId="139"/>
            <ac:spMkLst>
              <pc:docMk/>
              <pc:sldMasterMk cId="259861064" sldId="2147483648"/>
              <pc:sldLayoutMk cId="3811794794" sldId="2147483731"/>
              <ac:spMk id="19" creationId="{0A1D6E7A-A09E-2C6A-5B99-74A97CC81479}"/>
            </ac:spMkLst>
          </pc:spChg>
          <pc:spChg chg="mod">
            <ac:chgData name="Charlotte" userId="68a7a230-7b40-4667-aed5-d2dc881ae357" providerId="ADAL" clId="{E8F177CF-B2DE-40B2-A2E6-2289FAF3F855}" dt="2023-03-01T12:37:29.718" v="59" actId="139"/>
            <ac:spMkLst>
              <pc:docMk/>
              <pc:sldMasterMk cId="259861064" sldId="2147483648"/>
              <pc:sldLayoutMk cId="3811794794" sldId="2147483731"/>
              <ac:spMk id="20" creationId="{5A783CE9-BCB9-F844-AB8D-7B7A763CC446}"/>
            </ac:spMkLst>
          </pc:spChg>
          <pc:spChg chg="mod">
            <ac:chgData name="Charlotte" userId="68a7a230-7b40-4667-aed5-d2dc881ae357" providerId="ADAL" clId="{E8F177CF-B2DE-40B2-A2E6-2289FAF3F855}" dt="2023-03-01T12:37:29.719" v="61" actId="139"/>
            <ac:spMkLst>
              <pc:docMk/>
              <pc:sldMasterMk cId="259861064" sldId="2147483648"/>
              <pc:sldLayoutMk cId="3811794794" sldId="2147483731"/>
              <ac:spMk id="21" creationId="{61D7DB85-DC0E-911C-AFC0-A00FE9FB4218}"/>
            </ac:spMkLst>
          </pc:spChg>
          <pc:spChg chg="mod">
            <ac:chgData name="Charlotte" userId="68a7a230-7b40-4667-aed5-d2dc881ae357" providerId="ADAL" clId="{E8F177CF-B2DE-40B2-A2E6-2289FAF3F855}" dt="2023-03-01T12:37:29.720" v="63" actId="139"/>
            <ac:spMkLst>
              <pc:docMk/>
              <pc:sldMasterMk cId="259861064" sldId="2147483648"/>
              <pc:sldLayoutMk cId="3811794794" sldId="2147483731"/>
              <ac:spMk id="22" creationId="{FBC4D1F0-0B8C-F5F7-35AE-8CBBE25F01E4}"/>
            </ac:spMkLst>
          </pc:spChg>
        </pc:sldLayoutChg>
        <pc:sldLayoutChg chg="modSp mod">
          <pc:chgData name="Charlotte" userId="68a7a230-7b40-4667-aed5-d2dc881ae357" providerId="ADAL" clId="{E8F177CF-B2DE-40B2-A2E6-2289FAF3F855}" dt="2023-03-01T12:37:29.753" v="79" actId="139"/>
          <pc:sldLayoutMkLst>
            <pc:docMk/>
            <pc:sldMasterMk cId="259861064" sldId="2147483648"/>
            <pc:sldLayoutMk cId="3277208104" sldId="2147483737"/>
          </pc:sldLayoutMkLst>
          <pc:spChg chg="mod">
            <ac:chgData name="Charlotte" userId="68a7a230-7b40-4667-aed5-d2dc881ae357" providerId="ADAL" clId="{E8F177CF-B2DE-40B2-A2E6-2289FAF3F855}" dt="2023-03-01T12:37:29.749" v="73" actId="139"/>
            <ac:spMkLst>
              <pc:docMk/>
              <pc:sldMasterMk cId="259861064" sldId="2147483648"/>
              <pc:sldLayoutMk cId="3277208104" sldId="2147483737"/>
              <ac:spMk id="14" creationId="{EB7A1E92-C009-56EC-F987-1EBB6B064052}"/>
            </ac:spMkLst>
          </pc:spChg>
          <pc:spChg chg="mod">
            <ac:chgData name="Charlotte" userId="68a7a230-7b40-4667-aed5-d2dc881ae357" providerId="ADAL" clId="{E8F177CF-B2DE-40B2-A2E6-2289FAF3F855}" dt="2023-03-01T12:37:29.750" v="75" actId="139"/>
            <ac:spMkLst>
              <pc:docMk/>
              <pc:sldMasterMk cId="259861064" sldId="2147483648"/>
              <pc:sldLayoutMk cId="3277208104" sldId="2147483737"/>
              <ac:spMk id="16" creationId="{78304E2C-D76F-2456-8633-314BD726A32B}"/>
            </ac:spMkLst>
          </pc:spChg>
          <pc:spChg chg="mod">
            <ac:chgData name="Charlotte" userId="68a7a230-7b40-4667-aed5-d2dc881ae357" providerId="ADAL" clId="{E8F177CF-B2DE-40B2-A2E6-2289FAF3F855}" dt="2023-03-01T12:37:29.752" v="77" actId="139"/>
            <ac:spMkLst>
              <pc:docMk/>
              <pc:sldMasterMk cId="259861064" sldId="2147483648"/>
              <pc:sldLayoutMk cId="3277208104" sldId="2147483737"/>
              <ac:spMk id="17" creationId="{591C8154-62BF-6BE3-97D9-C7E7789158C8}"/>
            </ac:spMkLst>
          </pc:spChg>
          <pc:spChg chg="mod">
            <ac:chgData name="Charlotte" userId="68a7a230-7b40-4667-aed5-d2dc881ae357" providerId="ADAL" clId="{E8F177CF-B2DE-40B2-A2E6-2289FAF3F855}" dt="2023-03-01T12:37:29.753" v="79" actId="139"/>
            <ac:spMkLst>
              <pc:docMk/>
              <pc:sldMasterMk cId="259861064" sldId="2147483648"/>
              <pc:sldLayoutMk cId="3277208104" sldId="2147483737"/>
              <ac:spMk id="18" creationId="{120D845B-9A3F-D30F-FE80-F4F4A749CB5E}"/>
            </ac:spMkLst>
          </pc:spChg>
        </pc:sldLayoutChg>
      </pc:sldMasterChg>
    </pc:docChg>
  </pc:docChgLst>
  <pc:docChgLst>
    <pc:chgData name="Charlotte Knaupp" userId="68a7a230-7b40-4667-aed5-d2dc881ae357" providerId="ADAL" clId="{C61B69AA-3283-423E-948B-C291F1199F0A}"/>
    <pc:docChg chg="undo custSel addSld delSld modSld modMainMaster">
      <pc:chgData name="Charlotte Knaupp" userId="68a7a230-7b40-4667-aed5-d2dc881ae357" providerId="ADAL" clId="{C61B69AA-3283-423E-948B-C291F1199F0A}" dt="2023-02-24T16:12:45.134" v="690" actId="139"/>
      <pc:docMkLst>
        <pc:docMk/>
      </pc:docMkLst>
      <pc:sldChg chg="delSp modSp mod">
        <pc:chgData name="Charlotte Knaupp" userId="68a7a230-7b40-4667-aed5-d2dc881ae357" providerId="ADAL" clId="{C61B69AA-3283-423E-948B-C291F1199F0A}" dt="2023-02-21T14:19:47.074" v="143" actId="478"/>
        <pc:sldMkLst>
          <pc:docMk/>
          <pc:sldMk cId="186648442" sldId="260"/>
        </pc:sldMkLst>
        <pc:spChg chg="del mod">
          <ac:chgData name="Charlotte Knaupp" userId="68a7a230-7b40-4667-aed5-d2dc881ae357" providerId="ADAL" clId="{C61B69AA-3283-423E-948B-C291F1199F0A}" dt="2023-02-21T14:19:47.074" v="143" actId="478"/>
          <ac:spMkLst>
            <pc:docMk/>
            <pc:sldMk cId="186648442" sldId="260"/>
            <ac:spMk id="2" creationId="{96324DBE-A223-F86C-CDA1-EEEF949EB93C}"/>
          </ac:spMkLst>
        </pc:spChg>
        <pc:spChg chg="del mod">
          <ac:chgData name="Charlotte Knaupp" userId="68a7a230-7b40-4667-aed5-d2dc881ae357" providerId="ADAL" clId="{C61B69AA-3283-423E-948B-C291F1199F0A}" dt="2023-02-21T14:19:42.479" v="141"/>
          <ac:spMkLst>
            <pc:docMk/>
            <pc:sldMk cId="186648442" sldId="260"/>
            <ac:spMk id="3" creationId="{246B2296-105D-E196-A2D2-664E5722DC27}"/>
          </ac:spMkLst>
        </pc:spChg>
        <pc:spChg chg="del mod">
          <ac:chgData name="Charlotte Knaupp" userId="68a7a230-7b40-4667-aed5-d2dc881ae357" providerId="ADAL" clId="{C61B69AA-3283-423E-948B-C291F1199F0A}" dt="2023-02-21T14:19:47.074" v="143" actId="478"/>
          <ac:spMkLst>
            <pc:docMk/>
            <pc:sldMk cId="186648442" sldId="260"/>
            <ac:spMk id="4" creationId="{4F533BC2-1991-C0F0-0292-283438CE374A}"/>
          </ac:spMkLst>
        </pc:spChg>
      </pc:sldChg>
      <pc:sldChg chg="addSp delSp modSp mod">
        <pc:chgData name="Charlotte Knaupp" userId="68a7a230-7b40-4667-aed5-d2dc881ae357" providerId="ADAL" clId="{C61B69AA-3283-423E-948B-C291F1199F0A}" dt="2023-02-22T14:12:28.960" v="520"/>
        <pc:sldMkLst>
          <pc:docMk/>
          <pc:sldMk cId="2164116393" sldId="261"/>
        </pc:sldMkLst>
        <pc:spChg chg="add del mod">
          <ac:chgData name="Charlotte Knaupp" userId="68a7a230-7b40-4667-aed5-d2dc881ae357" providerId="ADAL" clId="{C61B69AA-3283-423E-948B-C291F1199F0A}" dt="2023-02-22T14:12:28.960" v="520"/>
          <ac:spMkLst>
            <pc:docMk/>
            <pc:sldMk cId="2164116393" sldId="261"/>
            <ac:spMk id="2" creationId="{656203B9-730E-FF01-9C6A-F742BBBAA81C}"/>
          </ac:spMkLst>
        </pc:spChg>
        <pc:spChg chg="del">
          <ac:chgData name="Charlotte Knaupp" userId="68a7a230-7b40-4667-aed5-d2dc881ae357" providerId="ADAL" clId="{C61B69AA-3283-423E-948B-C291F1199F0A}" dt="2023-02-21T14:16:40.734" v="92"/>
          <ac:spMkLst>
            <pc:docMk/>
            <pc:sldMk cId="2164116393" sldId="261"/>
            <ac:spMk id="2" creationId="{AAC38E7E-F41C-8D76-ECD0-20DA94F4DAED}"/>
          </ac:spMkLst>
        </pc:spChg>
        <pc:spChg chg="del">
          <ac:chgData name="Charlotte Knaupp" userId="68a7a230-7b40-4667-aed5-d2dc881ae357" providerId="ADAL" clId="{C61B69AA-3283-423E-948B-C291F1199F0A}" dt="2023-02-21T14:16:40.734" v="92"/>
          <ac:spMkLst>
            <pc:docMk/>
            <pc:sldMk cId="2164116393" sldId="261"/>
            <ac:spMk id="3" creationId="{6235AE1B-8714-8782-357C-729C5DBA2FDE}"/>
          </ac:spMkLst>
        </pc:spChg>
        <pc:spChg chg="add del mod">
          <ac:chgData name="Charlotte Knaupp" userId="68a7a230-7b40-4667-aed5-d2dc881ae357" providerId="ADAL" clId="{C61B69AA-3283-423E-948B-C291F1199F0A}" dt="2023-02-22T14:12:28.960" v="520"/>
          <ac:spMkLst>
            <pc:docMk/>
            <pc:sldMk cId="2164116393" sldId="261"/>
            <ac:spMk id="3" creationId="{89D4DA01-7CB0-E948-0735-CE30B08B6E57}"/>
          </ac:spMkLst>
        </pc:spChg>
        <pc:spChg chg="add del mod">
          <ac:chgData name="Charlotte Knaupp" userId="68a7a230-7b40-4667-aed5-d2dc881ae357" providerId="ADAL" clId="{C61B69AA-3283-423E-948B-C291F1199F0A}" dt="2023-02-22T14:12:28.960" v="520"/>
          <ac:spMkLst>
            <pc:docMk/>
            <pc:sldMk cId="2164116393" sldId="261"/>
            <ac:spMk id="4" creationId="{C4619AA4-84EB-10AC-450A-CD13887FC1A4}"/>
          </ac:spMkLst>
        </pc:spChg>
        <pc:spChg chg="del mod">
          <ac:chgData name="Charlotte Knaupp" userId="68a7a230-7b40-4667-aed5-d2dc881ae357" providerId="ADAL" clId="{C61B69AA-3283-423E-948B-C291F1199F0A}" dt="2023-02-21T14:16:47.338" v="95" actId="478"/>
          <ac:spMkLst>
            <pc:docMk/>
            <pc:sldMk cId="2164116393" sldId="261"/>
            <ac:spMk id="4" creationId="{FCA2D5AC-1F41-D4AE-ECCD-33F1F82B5CF1}"/>
          </ac:spMkLst>
        </pc:spChg>
        <pc:spChg chg="del mod">
          <ac:chgData name="Charlotte Knaupp" userId="68a7a230-7b40-4667-aed5-d2dc881ae357" providerId="ADAL" clId="{C61B69AA-3283-423E-948B-C291F1199F0A}" dt="2023-02-21T14:16:47.338" v="95" actId="478"/>
          <ac:spMkLst>
            <pc:docMk/>
            <pc:sldMk cId="2164116393" sldId="261"/>
            <ac:spMk id="5" creationId="{60541485-6DFA-2691-590D-4F715434C237}"/>
          </ac:spMkLst>
        </pc:spChg>
        <pc:spChg chg="add del mod">
          <ac:chgData name="Charlotte Knaupp" userId="68a7a230-7b40-4667-aed5-d2dc881ae357" providerId="ADAL" clId="{C61B69AA-3283-423E-948B-C291F1199F0A}" dt="2023-02-22T14:12:28.960" v="520"/>
          <ac:spMkLst>
            <pc:docMk/>
            <pc:sldMk cId="2164116393" sldId="261"/>
            <ac:spMk id="5" creationId="{87289745-9FC0-0860-1D45-BF4F761CD24D}"/>
          </ac:spMkLst>
        </pc:spChg>
        <pc:spChg chg="del mod">
          <ac:chgData name="Charlotte Knaupp" userId="68a7a230-7b40-4667-aed5-d2dc881ae357" providerId="ADAL" clId="{C61B69AA-3283-423E-948B-C291F1199F0A}" dt="2023-02-21T14:16:40.734" v="92"/>
          <ac:spMkLst>
            <pc:docMk/>
            <pc:sldMk cId="2164116393" sldId="261"/>
            <ac:spMk id="6" creationId="{98BB7342-3B50-549C-1BA8-465DD0C1A5A1}"/>
          </ac:spMkLst>
        </pc:spChg>
        <pc:spChg chg="add mod">
          <ac:chgData name="Charlotte Knaupp" userId="68a7a230-7b40-4667-aed5-d2dc881ae357" providerId="ADAL" clId="{C61B69AA-3283-423E-948B-C291F1199F0A}" dt="2023-02-22T14:12:28.960" v="520"/>
          <ac:spMkLst>
            <pc:docMk/>
            <pc:sldMk cId="2164116393" sldId="261"/>
            <ac:spMk id="6" creationId="{B0551305-24D2-DAC1-01AC-B89A128F2A97}"/>
          </ac:spMkLst>
        </pc:spChg>
        <pc:spChg chg="del">
          <ac:chgData name="Charlotte Knaupp" userId="68a7a230-7b40-4667-aed5-d2dc881ae357" providerId="ADAL" clId="{C61B69AA-3283-423E-948B-C291F1199F0A}" dt="2023-02-21T14:16:40.734" v="92"/>
          <ac:spMkLst>
            <pc:docMk/>
            <pc:sldMk cId="2164116393" sldId="261"/>
            <ac:spMk id="7" creationId="{0CF750D6-5C2F-A29C-5119-45E745F7DD35}"/>
          </ac:spMkLst>
        </pc:spChg>
        <pc:spChg chg="add mod">
          <ac:chgData name="Charlotte Knaupp" userId="68a7a230-7b40-4667-aed5-d2dc881ae357" providerId="ADAL" clId="{C61B69AA-3283-423E-948B-C291F1199F0A}" dt="2023-02-22T14:12:28.960" v="520"/>
          <ac:spMkLst>
            <pc:docMk/>
            <pc:sldMk cId="2164116393" sldId="261"/>
            <ac:spMk id="7" creationId="{62DCF3EF-DD9C-6345-B159-AFB31F89B9E5}"/>
          </ac:spMkLst>
        </pc:spChg>
        <pc:spChg chg="del">
          <ac:chgData name="Charlotte Knaupp" userId="68a7a230-7b40-4667-aed5-d2dc881ae357" providerId="ADAL" clId="{C61B69AA-3283-423E-948B-C291F1199F0A}" dt="2023-02-21T14:16:40.734" v="92"/>
          <ac:spMkLst>
            <pc:docMk/>
            <pc:sldMk cId="2164116393" sldId="261"/>
            <ac:spMk id="8" creationId="{1F747B7D-4A81-3CD9-5F57-2DAD5B80FFD5}"/>
          </ac:spMkLst>
        </pc:spChg>
        <pc:spChg chg="add mod">
          <ac:chgData name="Charlotte Knaupp" userId="68a7a230-7b40-4667-aed5-d2dc881ae357" providerId="ADAL" clId="{C61B69AA-3283-423E-948B-C291F1199F0A}" dt="2023-02-22T14:12:28.960" v="520"/>
          <ac:spMkLst>
            <pc:docMk/>
            <pc:sldMk cId="2164116393" sldId="261"/>
            <ac:spMk id="8" creationId="{9F9BD2F9-2D3B-B64E-7CE1-ED15B6316FDC}"/>
          </ac:spMkLst>
        </pc:spChg>
        <pc:spChg chg="add mod">
          <ac:chgData name="Charlotte Knaupp" userId="68a7a230-7b40-4667-aed5-d2dc881ae357" providerId="ADAL" clId="{C61B69AA-3283-423E-948B-C291F1199F0A}" dt="2023-02-22T14:12:28.960" v="520"/>
          <ac:spMkLst>
            <pc:docMk/>
            <pc:sldMk cId="2164116393" sldId="261"/>
            <ac:spMk id="9" creationId="{9245DE44-DEF4-F898-340A-ABB2FB6FD98C}"/>
          </ac:spMkLst>
        </pc:spChg>
        <pc:spChg chg="add del mod">
          <ac:chgData name="Charlotte Knaupp" userId="68a7a230-7b40-4667-aed5-d2dc881ae357" providerId="ADAL" clId="{C61B69AA-3283-423E-948B-C291F1199F0A}" dt="2023-02-21T14:16:42.019" v="93"/>
          <ac:spMkLst>
            <pc:docMk/>
            <pc:sldMk cId="2164116393" sldId="261"/>
            <ac:spMk id="9" creationId="{B7767A88-A9C8-DEC6-C746-91C7B05DC7CD}"/>
          </ac:spMkLst>
        </pc:spChg>
        <pc:spChg chg="add del mod">
          <ac:chgData name="Charlotte Knaupp" userId="68a7a230-7b40-4667-aed5-d2dc881ae357" providerId="ADAL" clId="{C61B69AA-3283-423E-948B-C291F1199F0A}" dt="2023-02-21T14:16:42.019" v="93"/>
          <ac:spMkLst>
            <pc:docMk/>
            <pc:sldMk cId="2164116393" sldId="261"/>
            <ac:spMk id="10" creationId="{0DAC50D7-4E22-10C2-8461-77BC6E62A822}"/>
          </ac:spMkLst>
        </pc:spChg>
        <pc:spChg chg="add del mod">
          <ac:chgData name="Charlotte Knaupp" userId="68a7a230-7b40-4667-aed5-d2dc881ae357" providerId="ADAL" clId="{C61B69AA-3283-423E-948B-C291F1199F0A}" dt="2023-02-21T14:16:42.019" v="93"/>
          <ac:spMkLst>
            <pc:docMk/>
            <pc:sldMk cId="2164116393" sldId="261"/>
            <ac:spMk id="11" creationId="{71235844-B9F9-BBAA-113C-969DD5A0BDCE}"/>
          </ac:spMkLst>
        </pc:spChg>
        <pc:spChg chg="add del mod">
          <ac:chgData name="Charlotte Knaupp" userId="68a7a230-7b40-4667-aed5-d2dc881ae357" providerId="ADAL" clId="{C61B69AA-3283-423E-948B-C291F1199F0A}" dt="2023-02-21T14:16:42.019" v="93"/>
          <ac:spMkLst>
            <pc:docMk/>
            <pc:sldMk cId="2164116393" sldId="261"/>
            <ac:spMk id="12" creationId="{B7C83D0A-C07C-B949-4E34-AE45412CA6C3}"/>
          </ac:spMkLst>
        </pc:spChg>
        <pc:spChg chg="add del mod">
          <ac:chgData name="Charlotte Knaupp" userId="68a7a230-7b40-4667-aed5-d2dc881ae357" providerId="ADAL" clId="{C61B69AA-3283-423E-948B-C291F1199F0A}" dt="2023-02-21T14:16:43.202" v="94"/>
          <ac:spMkLst>
            <pc:docMk/>
            <pc:sldMk cId="2164116393" sldId="261"/>
            <ac:spMk id="13" creationId="{32AB9FC7-E89A-E92C-E598-19074400FB42}"/>
          </ac:spMkLst>
        </pc:spChg>
        <pc:spChg chg="add del mod">
          <ac:chgData name="Charlotte Knaupp" userId="68a7a230-7b40-4667-aed5-d2dc881ae357" providerId="ADAL" clId="{C61B69AA-3283-423E-948B-C291F1199F0A}" dt="2023-02-21T14:16:43.202" v="94"/>
          <ac:spMkLst>
            <pc:docMk/>
            <pc:sldMk cId="2164116393" sldId="261"/>
            <ac:spMk id="14" creationId="{67F28FFF-3F5C-15E7-5ABB-2A3CE62D99A8}"/>
          </ac:spMkLst>
        </pc:spChg>
        <pc:spChg chg="add del mod">
          <ac:chgData name="Charlotte Knaupp" userId="68a7a230-7b40-4667-aed5-d2dc881ae357" providerId="ADAL" clId="{C61B69AA-3283-423E-948B-C291F1199F0A}" dt="2023-02-21T14:16:43.202" v="94"/>
          <ac:spMkLst>
            <pc:docMk/>
            <pc:sldMk cId="2164116393" sldId="261"/>
            <ac:spMk id="15" creationId="{0EE7FD24-D844-C7CD-7D21-0FC6B035C9ED}"/>
          </ac:spMkLst>
        </pc:spChg>
        <pc:spChg chg="add del mod">
          <ac:chgData name="Charlotte Knaupp" userId="68a7a230-7b40-4667-aed5-d2dc881ae357" providerId="ADAL" clId="{C61B69AA-3283-423E-948B-C291F1199F0A}" dt="2023-02-21T14:16:43.202" v="94"/>
          <ac:spMkLst>
            <pc:docMk/>
            <pc:sldMk cId="2164116393" sldId="261"/>
            <ac:spMk id="16" creationId="{FD628978-0FE1-BAEF-86AB-2606290F4F5F}"/>
          </ac:spMkLst>
        </pc:spChg>
        <pc:spChg chg="add del mod">
          <ac:chgData name="Charlotte Knaupp" userId="68a7a230-7b40-4667-aed5-d2dc881ae357" providerId="ADAL" clId="{C61B69AA-3283-423E-948B-C291F1199F0A}" dt="2023-02-21T14:16:48.896" v="96"/>
          <ac:spMkLst>
            <pc:docMk/>
            <pc:sldMk cId="2164116393" sldId="261"/>
            <ac:spMk id="17" creationId="{BE9A79BB-FE02-EA31-CB99-39ABB8020BC9}"/>
          </ac:spMkLst>
        </pc:spChg>
        <pc:spChg chg="add del mod">
          <ac:chgData name="Charlotte Knaupp" userId="68a7a230-7b40-4667-aed5-d2dc881ae357" providerId="ADAL" clId="{C61B69AA-3283-423E-948B-C291F1199F0A}" dt="2023-02-21T14:16:48.896" v="96"/>
          <ac:spMkLst>
            <pc:docMk/>
            <pc:sldMk cId="2164116393" sldId="261"/>
            <ac:spMk id="18" creationId="{2009C716-F6DA-8484-4EE8-1FB914BBD09E}"/>
          </ac:spMkLst>
        </pc:spChg>
        <pc:spChg chg="add del mod">
          <ac:chgData name="Charlotte Knaupp" userId="68a7a230-7b40-4667-aed5-d2dc881ae357" providerId="ADAL" clId="{C61B69AA-3283-423E-948B-C291F1199F0A}" dt="2023-02-21T14:16:48.896" v="96"/>
          <ac:spMkLst>
            <pc:docMk/>
            <pc:sldMk cId="2164116393" sldId="261"/>
            <ac:spMk id="19" creationId="{3C14FF5A-B7DD-5B34-450E-81CE14732453}"/>
          </ac:spMkLst>
        </pc:spChg>
        <pc:spChg chg="add del mod">
          <ac:chgData name="Charlotte Knaupp" userId="68a7a230-7b40-4667-aed5-d2dc881ae357" providerId="ADAL" clId="{C61B69AA-3283-423E-948B-C291F1199F0A}" dt="2023-02-21T14:16:48.896" v="96"/>
          <ac:spMkLst>
            <pc:docMk/>
            <pc:sldMk cId="2164116393" sldId="261"/>
            <ac:spMk id="20" creationId="{D106F769-1B06-A240-1141-60C37D403153}"/>
          </ac:spMkLst>
        </pc:spChg>
        <pc:spChg chg="add del mod">
          <ac:chgData name="Charlotte Knaupp" userId="68a7a230-7b40-4667-aed5-d2dc881ae357" providerId="ADAL" clId="{C61B69AA-3283-423E-948B-C291F1199F0A}" dt="2023-02-21T14:16:49.352" v="97"/>
          <ac:spMkLst>
            <pc:docMk/>
            <pc:sldMk cId="2164116393" sldId="261"/>
            <ac:spMk id="21" creationId="{7B0049F4-15DE-1F5E-8863-877B1ABF4925}"/>
          </ac:spMkLst>
        </pc:spChg>
        <pc:spChg chg="add del mod">
          <ac:chgData name="Charlotte Knaupp" userId="68a7a230-7b40-4667-aed5-d2dc881ae357" providerId="ADAL" clId="{C61B69AA-3283-423E-948B-C291F1199F0A}" dt="2023-02-21T14:16:49.352" v="97"/>
          <ac:spMkLst>
            <pc:docMk/>
            <pc:sldMk cId="2164116393" sldId="261"/>
            <ac:spMk id="22" creationId="{58DE4BE2-4657-76D8-7038-F8EA48C67DCF}"/>
          </ac:spMkLst>
        </pc:spChg>
        <pc:spChg chg="add del mod">
          <ac:chgData name="Charlotte Knaupp" userId="68a7a230-7b40-4667-aed5-d2dc881ae357" providerId="ADAL" clId="{C61B69AA-3283-423E-948B-C291F1199F0A}" dt="2023-02-21T14:16:49.352" v="97"/>
          <ac:spMkLst>
            <pc:docMk/>
            <pc:sldMk cId="2164116393" sldId="261"/>
            <ac:spMk id="23" creationId="{38FF8CE7-6D4C-F604-683D-E21EBCA327B6}"/>
          </ac:spMkLst>
        </pc:spChg>
        <pc:spChg chg="add del mod">
          <ac:chgData name="Charlotte Knaupp" userId="68a7a230-7b40-4667-aed5-d2dc881ae357" providerId="ADAL" clId="{C61B69AA-3283-423E-948B-C291F1199F0A}" dt="2023-02-21T14:16:49.352" v="97"/>
          <ac:spMkLst>
            <pc:docMk/>
            <pc:sldMk cId="2164116393" sldId="261"/>
            <ac:spMk id="24" creationId="{D30BEC73-8899-D176-4DF0-E67E1000B648}"/>
          </ac:spMkLst>
        </pc:spChg>
        <pc:spChg chg="add del mod">
          <ac:chgData name="Charlotte Knaupp" userId="68a7a230-7b40-4667-aed5-d2dc881ae357" providerId="ADAL" clId="{C61B69AA-3283-423E-948B-C291F1199F0A}" dt="2023-02-21T14:16:49.541" v="98"/>
          <ac:spMkLst>
            <pc:docMk/>
            <pc:sldMk cId="2164116393" sldId="261"/>
            <ac:spMk id="25" creationId="{2C96FA19-C31E-4A5B-75B7-D27E4618880E}"/>
          </ac:spMkLst>
        </pc:spChg>
        <pc:spChg chg="add del mod">
          <ac:chgData name="Charlotte Knaupp" userId="68a7a230-7b40-4667-aed5-d2dc881ae357" providerId="ADAL" clId="{C61B69AA-3283-423E-948B-C291F1199F0A}" dt="2023-02-21T14:16:49.541" v="98"/>
          <ac:spMkLst>
            <pc:docMk/>
            <pc:sldMk cId="2164116393" sldId="261"/>
            <ac:spMk id="26" creationId="{DF07A8F8-8A1B-9D45-6714-6CCB43FC5D2B}"/>
          </ac:spMkLst>
        </pc:spChg>
        <pc:spChg chg="add del mod">
          <ac:chgData name="Charlotte Knaupp" userId="68a7a230-7b40-4667-aed5-d2dc881ae357" providerId="ADAL" clId="{C61B69AA-3283-423E-948B-C291F1199F0A}" dt="2023-02-21T14:16:49.541" v="98"/>
          <ac:spMkLst>
            <pc:docMk/>
            <pc:sldMk cId="2164116393" sldId="261"/>
            <ac:spMk id="27" creationId="{4747E8EA-5DFD-5C7F-96E7-BD6F6A5FFD5C}"/>
          </ac:spMkLst>
        </pc:spChg>
        <pc:spChg chg="add del mod">
          <ac:chgData name="Charlotte Knaupp" userId="68a7a230-7b40-4667-aed5-d2dc881ae357" providerId="ADAL" clId="{C61B69AA-3283-423E-948B-C291F1199F0A}" dt="2023-02-21T14:16:49.541" v="98"/>
          <ac:spMkLst>
            <pc:docMk/>
            <pc:sldMk cId="2164116393" sldId="261"/>
            <ac:spMk id="28" creationId="{79E14678-EB7C-B871-7342-831BE2D4DE55}"/>
          </ac:spMkLst>
        </pc:spChg>
        <pc:spChg chg="add del mod">
          <ac:chgData name="Charlotte Knaupp" userId="68a7a230-7b40-4667-aed5-d2dc881ae357" providerId="ADAL" clId="{C61B69AA-3283-423E-948B-C291F1199F0A}" dt="2023-02-21T14:16:49.713" v="99"/>
          <ac:spMkLst>
            <pc:docMk/>
            <pc:sldMk cId="2164116393" sldId="261"/>
            <ac:spMk id="29" creationId="{FF7D71AD-CC73-1FF7-FE9E-6A4AF6B253C5}"/>
          </ac:spMkLst>
        </pc:spChg>
        <pc:spChg chg="add del mod">
          <ac:chgData name="Charlotte Knaupp" userId="68a7a230-7b40-4667-aed5-d2dc881ae357" providerId="ADAL" clId="{C61B69AA-3283-423E-948B-C291F1199F0A}" dt="2023-02-21T14:16:49.713" v="99"/>
          <ac:spMkLst>
            <pc:docMk/>
            <pc:sldMk cId="2164116393" sldId="261"/>
            <ac:spMk id="30" creationId="{F45DE6E8-1D2E-EBF5-4BA3-FC2EDF88E2D7}"/>
          </ac:spMkLst>
        </pc:spChg>
        <pc:spChg chg="add del mod">
          <ac:chgData name="Charlotte Knaupp" userId="68a7a230-7b40-4667-aed5-d2dc881ae357" providerId="ADAL" clId="{C61B69AA-3283-423E-948B-C291F1199F0A}" dt="2023-02-21T14:16:49.713" v="99"/>
          <ac:spMkLst>
            <pc:docMk/>
            <pc:sldMk cId="2164116393" sldId="261"/>
            <ac:spMk id="31" creationId="{C2B78D7B-E665-02A9-A6FE-AF650E858127}"/>
          </ac:spMkLst>
        </pc:spChg>
        <pc:spChg chg="add del mod">
          <ac:chgData name="Charlotte Knaupp" userId="68a7a230-7b40-4667-aed5-d2dc881ae357" providerId="ADAL" clId="{C61B69AA-3283-423E-948B-C291F1199F0A}" dt="2023-02-21T14:16:49.713" v="99"/>
          <ac:spMkLst>
            <pc:docMk/>
            <pc:sldMk cId="2164116393" sldId="261"/>
            <ac:spMk id="32" creationId="{86591065-BCE7-AB92-C6D7-69268E6BF5B7}"/>
          </ac:spMkLst>
        </pc:spChg>
        <pc:spChg chg="add del mod">
          <ac:chgData name="Charlotte Knaupp" userId="68a7a230-7b40-4667-aed5-d2dc881ae357" providerId="ADAL" clId="{C61B69AA-3283-423E-948B-C291F1199F0A}" dt="2023-02-21T14:16:49.890" v="100"/>
          <ac:spMkLst>
            <pc:docMk/>
            <pc:sldMk cId="2164116393" sldId="261"/>
            <ac:spMk id="33" creationId="{F2E4258D-8055-E98A-3C1D-6238A785A5B2}"/>
          </ac:spMkLst>
        </pc:spChg>
        <pc:spChg chg="add del mod">
          <ac:chgData name="Charlotte Knaupp" userId="68a7a230-7b40-4667-aed5-d2dc881ae357" providerId="ADAL" clId="{C61B69AA-3283-423E-948B-C291F1199F0A}" dt="2023-02-21T14:16:49.890" v="100"/>
          <ac:spMkLst>
            <pc:docMk/>
            <pc:sldMk cId="2164116393" sldId="261"/>
            <ac:spMk id="34" creationId="{2E1264BC-AC8D-12D3-C839-6CCD9FF440FB}"/>
          </ac:spMkLst>
        </pc:spChg>
        <pc:spChg chg="add del mod">
          <ac:chgData name="Charlotte Knaupp" userId="68a7a230-7b40-4667-aed5-d2dc881ae357" providerId="ADAL" clId="{C61B69AA-3283-423E-948B-C291F1199F0A}" dt="2023-02-21T14:16:49.890" v="100"/>
          <ac:spMkLst>
            <pc:docMk/>
            <pc:sldMk cId="2164116393" sldId="261"/>
            <ac:spMk id="35" creationId="{9EA7D365-64E5-E84E-121D-90EEA2A05923}"/>
          </ac:spMkLst>
        </pc:spChg>
        <pc:spChg chg="add del mod">
          <ac:chgData name="Charlotte Knaupp" userId="68a7a230-7b40-4667-aed5-d2dc881ae357" providerId="ADAL" clId="{C61B69AA-3283-423E-948B-C291F1199F0A}" dt="2023-02-21T14:16:49.890" v="100"/>
          <ac:spMkLst>
            <pc:docMk/>
            <pc:sldMk cId="2164116393" sldId="261"/>
            <ac:spMk id="36" creationId="{492CC36D-2486-11EB-1ED3-1FF506D67501}"/>
          </ac:spMkLst>
        </pc:spChg>
        <pc:spChg chg="add del mod">
          <ac:chgData name="Charlotte Knaupp" userId="68a7a230-7b40-4667-aed5-d2dc881ae357" providerId="ADAL" clId="{C61B69AA-3283-423E-948B-C291F1199F0A}" dt="2023-02-21T14:19:44.932" v="142"/>
          <ac:spMkLst>
            <pc:docMk/>
            <pc:sldMk cId="2164116393" sldId="261"/>
            <ac:spMk id="37" creationId="{2525A1AE-1697-0CE5-32A6-10B09C390692}"/>
          </ac:spMkLst>
        </pc:spChg>
        <pc:spChg chg="add del mod">
          <ac:chgData name="Charlotte Knaupp" userId="68a7a230-7b40-4667-aed5-d2dc881ae357" providerId="ADAL" clId="{C61B69AA-3283-423E-948B-C291F1199F0A}" dt="2023-02-21T14:19:44.932" v="142"/>
          <ac:spMkLst>
            <pc:docMk/>
            <pc:sldMk cId="2164116393" sldId="261"/>
            <ac:spMk id="38" creationId="{B0EEC070-7527-1AF0-BF9D-9BC727BA52BB}"/>
          </ac:spMkLst>
        </pc:spChg>
        <pc:spChg chg="add del mod">
          <ac:chgData name="Charlotte Knaupp" userId="68a7a230-7b40-4667-aed5-d2dc881ae357" providerId="ADAL" clId="{C61B69AA-3283-423E-948B-C291F1199F0A}" dt="2023-02-21T14:19:44.932" v="142"/>
          <ac:spMkLst>
            <pc:docMk/>
            <pc:sldMk cId="2164116393" sldId="261"/>
            <ac:spMk id="39" creationId="{1453CA4D-70D4-FA21-D6D2-8A7A65D6147E}"/>
          </ac:spMkLst>
        </pc:spChg>
        <pc:spChg chg="add del mod">
          <ac:chgData name="Charlotte Knaupp" userId="68a7a230-7b40-4667-aed5-d2dc881ae357" providerId="ADAL" clId="{C61B69AA-3283-423E-948B-C291F1199F0A}" dt="2023-02-21T14:19:44.932" v="142"/>
          <ac:spMkLst>
            <pc:docMk/>
            <pc:sldMk cId="2164116393" sldId="261"/>
            <ac:spMk id="40" creationId="{6F3A3D9E-A956-B7A3-952D-751A15BF93CE}"/>
          </ac:spMkLst>
        </pc:spChg>
      </pc:sldChg>
      <pc:sldChg chg="addSp delSp modSp">
        <pc:chgData name="Charlotte Knaupp" userId="68a7a230-7b40-4667-aed5-d2dc881ae357" providerId="ADAL" clId="{C61B69AA-3283-423E-948B-C291F1199F0A}" dt="2023-02-22T14:12:33.788" v="524"/>
        <pc:sldMkLst>
          <pc:docMk/>
          <pc:sldMk cId="984917374" sldId="262"/>
        </pc:sldMkLst>
        <pc:spChg chg="del">
          <ac:chgData name="Charlotte Knaupp" userId="68a7a230-7b40-4667-aed5-d2dc881ae357" providerId="ADAL" clId="{C61B69AA-3283-423E-948B-C291F1199F0A}" dt="2023-02-22T14:12:30.586" v="521"/>
          <ac:spMkLst>
            <pc:docMk/>
            <pc:sldMk cId="984917374" sldId="262"/>
            <ac:spMk id="2" creationId="{B2BF2CA7-F52D-4E23-E40A-C59EBA779CF1}"/>
          </ac:spMkLst>
        </pc:spChg>
        <pc:spChg chg="del">
          <ac:chgData name="Charlotte Knaupp" userId="68a7a230-7b40-4667-aed5-d2dc881ae357" providerId="ADAL" clId="{C61B69AA-3283-423E-948B-C291F1199F0A}" dt="2023-02-22T14:12:30.586" v="521"/>
          <ac:spMkLst>
            <pc:docMk/>
            <pc:sldMk cId="984917374" sldId="262"/>
            <ac:spMk id="3" creationId="{37EF5468-99B9-3FD2-BEEB-2D99E1027AB6}"/>
          </ac:spMkLst>
        </pc:spChg>
        <pc:spChg chg="del">
          <ac:chgData name="Charlotte Knaupp" userId="68a7a230-7b40-4667-aed5-d2dc881ae357" providerId="ADAL" clId="{C61B69AA-3283-423E-948B-C291F1199F0A}" dt="2023-02-22T14:12:30.586" v="521"/>
          <ac:spMkLst>
            <pc:docMk/>
            <pc:sldMk cId="984917374" sldId="262"/>
            <ac:spMk id="4" creationId="{EADD673A-48F7-378F-2270-BC7127E693C1}"/>
          </ac:spMkLst>
        </pc:spChg>
        <pc:spChg chg="del">
          <ac:chgData name="Charlotte Knaupp" userId="68a7a230-7b40-4667-aed5-d2dc881ae357" providerId="ADAL" clId="{C61B69AA-3283-423E-948B-C291F1199F0A}" dt="2023-02-22T14:12:30.586" v="521"/>
          <ac:spMkLst>
            <pc:docMk/>
            <pc:sldMk cId="984917374" sldId="262"/>
            <ac:spMk id="5" creationId="{45D9B077-449B-5E87-D840-1CCAA776964E}"/>
          </ac:spMkLst>
        </pc:spChg>
        <pc:spChg chg="mod">
          <ac:chgData name="Charlotte Knaupp" userId="68a7a230-7b40-4667-aed5-d2dc881ae357" providerId="ADAL" clId="{C61B69AA-3283-423E-948B-C291F1199F0A}" dt="2023-02-22T14:12:33.788" v="524"/>
          <ac:spMkLst>
            <pc:docMk/>
            <pc:sldMk cId="984917374" sldId="262"/>
            <ac:spMk id="6" creationId="{22B3927C-1215-CBE7-63F4-197A6FEDEC57}"/>
          </ac:spMkLst>
        </pc:spChg>
        <pc:spChg chg="mod">
          <ac:chgData name="Charlotte Knaupp" userId="68a7a230-7b40-4667-aed5-d2dc881ae357" providerId="ADAL" clId="{C61B69AA-3283-423E-948B-C291F1199F0A}" dt="2023-02-22T14:12:33.788" v="524"/>
          <ac:spMkLst>
            <pc:docMk/>
            <pc:sldMk cId="984917374" sldId="262"/>
            <ac:spMk id="7" creationId="{8F8C2AFC-5BF8-951E-F258-1D96F4A1BC39}"/>
          </ac:spMkLst>
        </pc:spChg>
        <pc:spChg chg="mod">
          <ac:chgData name="Charlotte Knaupp" userId="68a7a230-7b40-4667-aed5-d2dc881ae357" providerId="ADAL" clId="{C61B69AA-3283-423E-948B-C291F1199F0A}" dt="2023-02-22T14:12:33.788" v="524"/>
          <ac:spMkLst>
            <pc:docMk/>
            <pc:sldMk cId="984917374" sldId="262"/>
            <ac:spMk id="8" creationId="{63D8A443-C158-6ED8-3D65-03E0E8980F70}"/>
          </ac:spMkLst>
        </pc:spChg>
        <pc:spChg chg="add del mod">
          <ac:chgData name="Charlotte Knaupp" userId="68a7a230-7b40-4667-aed5-d2dc881ae357" providerId="ADAL" clId="{C61B69AA-3283-423E-948B-C291F1199F0A}" dt="2023-02-22T14:12:30.586" v="521"/>
          <ac:spMkLst>
            <pc:docMk/>
            <pc:sldMk cId="984917374" sldId="262"/>
            <ac:spMk id="9" creationId="{A263BFFB-603F-4BE2-4851-B414DAC5C8DC}"/>
          </ac:spMkLst>
        </pc:spChg>
        <pc:spChg chg="add del mod">
          <ac:chgData name="Charlotte Knaupp" userId="68a7a230-7b40-4667-aed5-d2dc881ae357" providerId="ADAL" clId="{C61B69AA-3283-423E-948B-C291F1199F0A}" dt="2023-02-22T14:12:30.586" v="521"/>
          <ac:spMkLst>
            <pc:docMk/>
            <pc:sldMk cId="984917374" sldId="262"/>
            <ac:spMk id="10" creationId="{0CF37A74-D343-763C-C38C-FCC3A8188137}"/>
          </ac:spMkLst>
        </pc:spChg>
        <pc:spChg chg="add del mod">
          <ac:chgData name="Charlotte Knaupp" userId="68a7a230-7b40-4667-aed5-d2dc881ae357" providerId="ADAL" clId="{C61B69AA-3283-423E-948B-C291F1199F0A}" dt="2023-02-22T14:12:30.586" v="521"/>
          <ac:spMkLst>
            <pc:docMk/>
            <pc:sldMk cId="984917374" sldId="262"/>
            <ac:spMk id="11" creationId="{EC29C69D-D185-04E4-8F1B-6FCB8F21AA1E}"/>
          </ac:spMkLst>
        </pc:spChg>
        <pc:spChg chg="add del mod">
          <ac:chgData name="Charlotte Knaupp" userId="68a7a230-7b40-4667-aed5-d2dc881ae357" providerId="ADAL" clId="{C61B69AA-3283-423E-948B-C291F1199F0A}" dt="2023-02-22T14:12:33.288" v="522"/>
          <ac:spMkLst>
            <pc:docMk/>
            <pc:sldMk cId="984917374" sldId="262"/>
            <ac:spMk id="12" creationId="{5BEB2DD6-B38A-3942-224C-EE29287C06CA}"/>
          </ac:spMkLst>
        </pc:spChg>
        <pc:spChg chg="add del mod">
          <ac:chgData name="Charlotte Knaupp" userId="68a7a230-7b40-4667-aed5-d2dc881ae357" providerId="ADAL" clId="{C61B69AA-3283-423E-948B-C291F1199F0A}" dt="2023-02-22T14:12:33.288" v="522"/>
          <ac:spMkLst>
            <pc:docMk/>
            <pc:sldMk cId="984917374" sldId="262"/>
            <ac:spMk id="13" creationId="{333878C8-180C-2B5A-CBE7-035012948D21}"/>
          </ac:spMkLst>
        </pc:spChg>
        <pc:spChg chg="add del mod">
          <ac:chgData name="Charlotte Knaupp" userId="68a7a230-7b40-4667-aed5-d2dc881ae357" providerId="ADAL" clId="{C61B69AA-3283-423E-948B-C291F1199F0A}" dt="2023-02-22T14:12:33.288" v="522"/>
          <ac:spMkLst>
            <pc:docMk/>
            <pc:sldMk cId="984917374" sldId="262"/>
            <ac:spMk id="14" creationId="{8D9B3E83-F5DD-9A70-DAB3-782E27490675}"/>
          </ac:spMkLst>
        </pc:spChg>
        <pc:spChg chg="add del mod">
          <ac:chgData name="Charlotte Knaupp" userId="68a7a230-7b40-4667-aed5-d2dc881ae357" providerId="ADAL" clId="{C61B69AA-3283-423E-948B-C291F1199F0A}" dt="2023-02-22T14:12:33.288" v="522"/>
          <ac:spMkLst>
            <pc:docMk/>
            <pc:sldMk cId="984917374" sldId="262"/>
            <ac:spMk id="15" creationId="{4BE981A9-4783-7A18-EC2A-3CE3CF353739}"/>
          </ac:spMkLst>
        </pc:spChg>
        <pc:spChg chg="add del mod">
          <ac:chgData name="Charlotte Knaupp" userId="68a7a230-7b40-4667-aed5-d2dc881ae357" providerId="ADAL" clId="{C61B69AA-3283-423E-948B-C291F1199F0A}" dt="2023-02-22T14:12:33.288" v="522"/>
          <ac:spMkLst>
            <pc:docMk/>
            <pc:sldMk cId="984917374" sldId="262"/>
            <ac:spMk id="16" creationId="{A1831793-3522-800D-6758-231E870227C2}"/>
          </ac:spMkLst>
        </pc:spChg>
        <pc:spChg chg="add del mod">
          <ac:chgData name="Charlotte Knaupp" userId="68a7a230-7b40-4667-aed5-d2dc881ae357" providerId="ADAL" clId="{C61B69AA-3283-423E-948B-C291F1199F0A}" dt="2023-02-22T14:12:33.288" v="522"/>
          <ac:spMkLst>
            <pc:docMk/>
            <pc:sldMk cId="984917374" sldId="262"/>
            <ac:spMk id="17" creationId="{8C25EA36-BBC8-7032-AD01-CE7182FC1545}"/>
          </ac:spMkLst>
        </pc:spChg>
        <pc:spChg chg="add del mod">
          <ac:chgData name="Charlotte Knaupp" userId="68a7a230-7b40-4667-aed5-d2dc881ae357" providerId="ADAL" clId="{C61B69AA-3283-423E-948B-C291F1199F0A}" dt="2023-02-22T14:12:33.288" v="522"/>
          <ac:spMkLst>
            <pc:docMk/>
            <pc:sldMk cId="984917374" sldId="262"/>
            <ac:spMk id="18" creationId="{5401F693-1ECB-3CF1-3510-8CE32F95486C}"/>
          </ac:spMkLst>
        </pc:spChg>
        <pc:spChg chg="add del mod">
          <ac:chgData name="Charlotte Knaupp" userId="68a7a230-7b40-4667-aed5-d2dc881ae357" providerId="ADAL" clId="{C61B69AA-3283-423E-948B-C291F1199F0A}" dt="2023-02-22T14:12:33.627" v="523"/>
          <ac:spMkLst>
            <pc:docMk/>
            <pc:sldMk cId="984917374" sldId="262"/>
            <ac:spMk id="19" creationId="{0CE38F89-21C1-64FD-7DF4-7DE41A4692CA}"/>
          </ac:spMkLst>
        </pc:spChg>
        <pc:spChg chg="add del mod">
          <ac:chgData name="Charlotte Knaupp" userId="68a7a230-7b40-4667-aed5-d2dc881ae357" providerId="ADAL" clId="{C61B69AA-3283-423E-948B-C291F1199F0A}" dt="2023-02-22T14:12:33.627" v="523"/>
          <ac:spMkLst>
            <pc:docMk/>
            <pc:sldMk cId="984917374" sldId="262"/>
            <ac:spMk id="20" creationId="{BE385E1B-01CB-B8CD-CF9A-733F00028413}"/>
          </ac:spMkLst>
        </pc:spChg>
        <pc:spChg chg="add del mod">
          <ac:chgData name="Charlotte Knaupp" userId="68a7a230-7b40-4667-aed5-d2dc881ae357" providerId="ADAL" clId="{C61B69AA-3283-423E-948B-C291F1199F0A}" dt="2023-02-22T14:12:33.627" v="523"/>
          <ac:spMkLst>
            <pc:docMk/>
            <pc:sldMk cId="984917374" sldId="262"/>
            <ac:spMk id="21" creationId="{3376FA3E-1ADF-4BFA-C945-4A4C85454BDC}"/>
          </ac:spMkLst>
        </pc:spChg>
        <pc:spChg chg="add del mod">
          <ac:chgData name="Charlotte Knaupp" userId="68a7a230-7b40-4667-aed5-d2dc881ae357" providerId="ADAL" clId="{C61B69AA-3283-423E-948B-C291F1199F0A}" dt="2023-02-22T14:12:33.627" v="523"/>
          <ac:spMkLst>
            <pc:docMk/>
            <pc:sldMk cId="984917374" sldId="262"/>
            <ac:spMk id="22" creationId="{3BB8DF16-00F2-ADB9-852D-66957526BB2D}"/>
          </ac:spMkLst>
        </pc:spChg>
        <pc:spChg chg="add del mod">
          <ac:chgData name="Charlotte Knaupp" userId="68a7a230-7b40-4667-aed5-d2dc881ae357" providerId="ADAL" clId="{C61B69AA-3283-423E-948B-C291F1199F0A}" dt="2023-02-22T14:12:33.627" v="523"/>
          <ac:spMkLst>
            <pc:docMk/>
            <pc:sldMk cId="984917374" sldId="262"/>
            <ac:spMk id="23" creationId="{03C5DC7F-5FCD-5740-DDEA-13F779397309}"/>
          </ac:spMkLst>
        </pc:spChg>
        <pc:spChg chg="add del mod">
          <ac:chgData name="Charlotte Knaupp" userId="68a7a230-7b40-4667-aed5-d2dc881ae357" providerId="ADAL" clId="{C61B69AA-3283-423E-948B-C291F1199F0A}" dt="2023-02-22T14:12:33.627" v="523"/>
          <ac:spMkLst>
            <pc:docMk/>
            <pc:sldMk cId="984917374" sldId="262"/>
            <ac:spMk id="24" creationId="{3F72DA6F-2DAF-DFD8-E051-2539F6F5C454}"/>
          </ac:spMkLst>
        </pc:spChg>
        <pc:spChg chg="add del mod">
          <ac:chgData name="Charlotte Knaupp" userId="68a7a230-7b40-4667-aed5-d2dc881ae357" providerId="ADAL" clId="{C61B69AA-3283-423E-948B-C291F1199F0A}" dt="2023-02-22T14:12:33.627" v="523"/>
          <ac:spMkLst>
            <pc:docMk/>
            <pc:sldMk cId="984917374" sldId="262"/>
            <ac:spMk id="25" creationId="{15F858B8-2086-55FE-73A6-5B1DA87DBD27}"/>
          </ac:spMkLst>
        </pc:spChg>
        <pc:spChg chg="add del mod">
          <ac:chgData name="Charlotte Knaupp" userId="68a7a230-7b40-4667-aed5-d2dc881ae357" providerId="ADAL" clId="{C61B69AA-3283-423E-948B-C291F1199F0A}" dt="2023-02-22T14:12:33.788" v="524"/>
          <ac:spMkLst>
            <pc:docMk/>
            <pc:sldMk cId="984917374" sldId="262"/>
            <ac:spMk id="26" creationId="{205D66AC-5471-ECE0-A083-BCCDC9E13723}"/>
          </ac:spMkLst>
        </pc:spChg>
        <pc:spChg chg="add del mod">
          <ac:chgData name="Charlotte Knaupp" userId="68a7a230-7b40-4667-aed5-d2dc881ae357" providerId="ADAL" clId="{C61B69AA-3283-423E-948B-C291F1199F0A}" dt="2023-02-22T14:12:33.788" v="524"/>
          <ac:spMkLst>
            <pc:docMk/>
            <pc:sldMk cId="984917374" sldId="262"/>
            <ac:spMk id="27" creationId="{AD756538-19E2-B88C-0A5A-746D78A335BC}"/>
          </ac:spMkLst>
        </pc:spChg>
        <pc:spChg chg="add del mod">
          <ac:chgData name="Charlotte Knaupp" userId="68a7a230-7b40-4667-aed5-d2dc881ae357" providerId="ADAL" clId="{C61B69AA-3283-423E-948B-C291F1199F0A}" dt="2023-02-22T14:12:33.788" v="524"/>
          <ac:spMkLst>
            <pc:docMk/>
            <pc:sldMk cId="984917374" sldId="262"/>
            <ac:spMk id="28" creationId="{E0D0ED47-F2A1-F221-3F6E-71E9F9A73082}"/>
          </ac:spMkLst>
        </pc:spChg>
        <pc:spChg chg="add del mod">
          <ac:chgData name="Charlotte Knaupp" userId="68a7a230-7b40-4667-aed5-d2dc881ae357" providerId="ADAL" clId="{C61B69AA-3283-423E-948B-C291F1199F0A}" dt="2023-02-22T14:12:33.788" v="524"/>
          <ac:spMkLst>
            <pc:docMk/>
            <pc:sldMk cId="984917374" sldId="262"/>
            <ac:spMk id="29" creationId="{A13D8BC5-8FA2-5A81-D44E-2D639752A299}"/>
          </ac:spMkLst>
        </pc:spChg>
        <pc:spChg chg="add del mod">
          <ac:chgData name="Charlotte Knaupp" userId="68a7a230-7b40-4667-aed5-d2dc881ae357" providerId="ADAL" clId="{C61B69AA-3283-423E-948B-C291F1199F0A}" dt="2023-02-22T14:12:33.788" v="524"/>
          <ac:spMkLst>
            <pc:docMk/>
            <pc:sldMk cId="984917374" sldId="262"/>
            <ac:spMk id="30" creationId="{C67B4BE8-E7C4-4D47-61DF-0562D3C9691C}"/>
          </ac:spMkLst>
        </pc:spChg>
        <pc:spChg chg="add del mod">
          <ac:chgData name="Charlotte Knaupp" userId="68a7a230-7b40-4667-aed5-d2dc881ae357" providerId="ADAL" clId="{C61B69AA-3283-423E-948B-C291F1199F0A}" dt="2023-02-22T14:12:33.788" v="524"/>
          <ac:spMkLst>
            <pc:docMk/>
            <pc:sldMk cId="984917374" sldId="262"/>
            <ac:spMk id="31" creationId="{E2CD24B6-6456-A3D2-9ECE-0E0FC0C82E12}"/>
          </ac:spMkLst>
        </pc:spChg>
        <pc:spChg chg="add del mod">
          <ac:chgData name="Charlotte Knaupp" userId="68a7a230-7b40-4667-aed5-d2dc881ae357" providerId="ADAL" clId="{C61B69AA-3283-423E-948B-C291F1199F0A}" dt="2023-02-22T14:12:33.788" v="524"/>
          <ac:spMkLst>
            <pc:docMk/>
            <pc:sldMk cId="984917374" sldId="262"/>
            <ac:spMk id="32" creationId="{C2A24036-E30B-39CA-FD54-9F26AB6B37B1}"/>
          </ac:spMkLst>
        </pc:spChg>
        <pc:spChg chg="add mod">
          <ac:chgData name="Charlotte Knaupp" userId="68a7a230-7b40-4667-aed5-d2dc881ae357" providerId="ADAL" clId="{C61B69AA-3283-423E-948B-C291F1199F0A}" dt="2023-02-22T14:12:33.788" v="524"/>
          <ac:spMkLst>
            <pc:docMk/>
            <pc:sldMk cId="984917374" sldId="262"/>
            <ac:spMk id="33" creationId="{879B5052-E1B9-036A-CB26-66E08361DB18}"/>
          </ac:spMkLst>
        </pc:spChg>
        <pc:spChg chg="add mod">
          <ac:chgData name="Charlotte Knaupp" userId="68a7a230-7b40-4667-aed5-d2dc881ae357" providerId="ADAL" clId="{C61B69AA-3283-423E-948B-C291F1199F0A}" dt="2023-02-22T14:12:33.788" v="524"/>
          <ac:spMkLst>
            <pc:docMk/>
            <pc:sldMk cId="984917374" sldId="262"/>
            <ac:spMk id="34" creationId="{2AF8A848-A1E8-4C60-A62B-BAF20F4DFC07}"/>
          </ac:spMkLst>
        </pc:spChg>
        <pc:spChg chg="add mod">
          <ac:chgData name="Charlotte Knaupp" userId="68a7a230-7b40-4667-aed5-d2dc881ae357" providerId="ADAL" clId="{C61B69AA-3283-423E-948B-C291F1199F0A}" dt="2023-02-22T14:12:33.788" v="524"/>
          <ac:spMkLst>
            <pc:docMk/>
            <pc:sldMk cId="984917374" sldId="262"/>
            <ac:spMk id="35" creationId="{3C1250BC-687A-B2B3-994A-A640512AEA7F}"/>
          </ac:spMkLst>
        </pc:spChg>
        <pc:spChg chg="add mod">
          <ac:chgData name="Charlotte Knaupp" userId="68a7a230-7b40-4667-aed5-d2dc881ae357" providerId="ADAL" clId="{C61B69AA-3283-423E-948B-C291F1199F0A}" dt="2023-02-22T14:12:33.788" v="524"/>
          <ac:spMkLst>
            <pc:docMk/>
            <pc:sldMk cId="984917374" sldId="262"/>
            <ac:spMk id="36" creationId="{0B88EAE5-993D-BC09-6C12-FFA1119F8D1E}"/>
          </ac:spMkLst>
        </pc:spChg>
      </pc:sldChg>
      <pc:sldChg chg="new del">
        <pc:chgData name="Charlotte Knaupp" userId="68a7a230-7b40-4667-aed5-d2dc881ae357" providerId="ADAL" clId="{C61B69AA-3283-423E-948B-C291F1199F0A}" dt="2023-02-21T14:14:04.865" v="86" actId="680"/>
        <pc:sldMkLst>
          <pc:docMk/>
          <pc:sldMk cId="104485793" sldId="263"/>
        </pc:sldMkLst>
      </pc:sldChg>
      <pc:sldChg chg="new del">
        <pc:chgData name="Charlotte Knaupp" userId="68a7a230-7b40-4667-aed5-d2dc881ae357" providerId="ADAL" clId="{C61B69AA-3283-423E-948B-C291F1199F0A}" dt="2023-02-24T16:12:44.919" v="650" actId="680"/>
        <pc:sldMkLst>
          <pc:docMk/>
          <pc:sldMk cId="1580966547" sldId="263"/>
        </pc:sldMkLst>
      </pc:sldChg>
      <pc:sldChg chg="new del">
        <pc:chgData name="Charlotte Knaupp" userId="68a7a230-7b40-4667-aed5-d2dc881ae357" providerId="ADAL" clId="{C61B69AA-3283-423E-948B-C291F1199F0A}" dt="2023-02-21T16:25:37.901" v="374" actId="47"/>
        <pc:sldMkLst>
          <pc:docMk/>
          <pc:sldMk cId="2579042626" sldId="263"/>
        </pc:sldMkLst>
      </pc:sldChg>
      <pc:sldChg chg="add del">
        <pc:chgData name="Charlotte Knaupp" userId="68a7a230-7b40-4667-aed5-d2dc881ae357" providerId="ADAL" clId="{C61B69AA-3283-423E-948B-C291F1199F0A}" dt="2023-02-21T16:25:31.951" v="373" actId="47"/>
        <pc:sldMkLst>
          <pc:docMk/>
          <pc:sldMk cId="1302685159" sldId="264"/>
        </pc:sldMkLst>
      </pc:sldChg>
      <pc:sldChg chg="add del">
        <pc:chgData name="Charlotte Knaupp" userId="68a7a230-7b40-4667-aed5-d2dc881ae357" providerId="ADAL" clId="{C61B69AA-3283-423E-948B-C291F1199F0A}" dt="2023-02-22T10:03:19.899" v="466"/>
        <pc:sldMkLst>
          <pc:docMk/>
          <pc:sldMk cId="2037325303" sldId="4358"/>
        </pc:sldMkLst>
      </pc:sldChg>
      <pc:sldChg chg="add del">
        <pc:chgData name="Charlotte Knaupp" userId="68a7a230-7b40-4667-aed5-d2dc881ae357" providerId="ADAL" clId="{C61B69AA-3283-423E-948B-C291F1199F0A}" dt="2023-02-22T10:03:19.739" v="465"/>
        <pc:sldMkLst>
          <pc:docMk/>
          <pc:sldMk cId="4226155834" sldId="4359"/>
        </pc:sldMkLst>
      </pc:sldChg>
      <pc:sldMasterChg chg="modSp mod modSldLayout">
        <pc:chgData name="Charlotte Knaupp" userId="68a7a230-7b40-4667-aed5-d2dc881ae357" providerId="ADAL" clId="{C61B69AA-3283-423E-948B-C291F1199F0A}" dt="2023-02-24T16:12:45.134" v="690" actId="139"/>
        <pc:sldMasterMkLst>
          <pc:docMk/>
          <pc:sldMasterMk cId="259861064" sldId="2147483648"/>
        </pc:sldMasterMkLst>
        <pc:spChg chg="mod">
          <ac:chgData name="Charlotte Knaupp" userId="68a7a230-7b40-4667-aed5-d2dc881ae357" providerId="ADAL" clId="{C61B69AA-3283-423E-948B-C291F1199F0A}" dt="2023-02-24T16:12:45.134" v="690" actId="139"/>
          <ac:spMkLst>
            <pc:docMk/>
            <pc:sldMasterMk cId="259861064" sldId="2147483648"/>
            <ac:spMk id="7" creationId="{D6A5A859-4CE8-2837-746E-F8B2E0E6F21F}"/>
          </ac:spMkLst>
        </pc:spChg>
        <pc:spChg chg="mod">
          <ac:chgData name="Charlotte Knaupp" userId="68a7a230-7b40-4667-aed5-d2dc881ae357" providerId="ADAL" clId="{C61B69AA-3283-423E-948B-C291F1199F0A}" dt="2023-02-24T16:12:45.134" v="688" actId="139"/>
          <ac:spMkLst>
            <pc:docMk/>
            <pc:sldMasterMk cId="259861064" sldId="2147483648"/>
            <ac:spMk id="68" creationId="{61C71873-52D3-45F7-59C2-98B44A61CBDD}"/>
          </ac:spMkLst>
        </pc:spChg>
        <pc:spChg chg="mod">
          <ac:chgData name="Charlotte Knaupp" userId="68a7a230-7b40-4667-aed5-d2dc881ae357" providerId="ADAL" clId="{C61B69AA-3283-423E-948B-C291F1199F0A}" dt="2023-02-22T14:14:10.040" v="525" actId="20577"/>
          <ac:spMkLst>
            <pc:docMk/>
            <pc:sldMasterMk cId="259861064" sldId="2147483648"/>
            <ac:spMk id="69" creationId="{C07C95ED-9BF9-6B8B-ADC1-7714C14E9097}"/>
          </ac:spMkLst>
        </pc:spChg>
        <pc:spChg chg="mod">
          <ac:chgData name="Charlotte Knaupp" userId="68a7a230-7b40-4667-aed5-d2dc881ae357" providerId="ADAL" clId="{C61B69AA-3283-423E-948B-C291F1199F0A}" dt="2023-02-24T16:12:45.133" v="686" actId="139"/>
          <ac:spMkLst>
            <pc:docMk/>
            <pc:sldMasterMk cId="259861064" sldId="2147483648"/>
            <ac:spMk id="72" creationId="{D0CCF352-5FE7-85C8-603C-8D9FD1E2CB4D}"/>
          </ac:spMkLst>
        </pc:spChg>
        <pc:spChg chg="mod">
          <ac:chgData name="Charlotte Knaupp" userId="68a7a230-7b40-4667-aed5-d2dc881ae357" providerId="ADAL" clId="{C61B69AA-3283-423E-948B-C291F1199F0A}" dt="2023-02-24T16:12:45.132" v="684" actId="139"/>
          <ac:spMkLst>
            <pc:docMk/>
            <pc:sldMasterMk cId="259861064" sldId="2147483648"/>
            <ac:spMk id="73" creationId="{DDC0E9FF-D178-AF74-F5DF-8B06BE4DAB13}"/>
          </ac:spMkLst>
        </pc:spChg>
        <pc:sldLayoutChg chg="addSp delSp modSp mod">
          <pc:chgData name="Charlotte Knaupp" userId="68a7a230-7b40-4667-aed5-d2dc881ae357" providerId="ADAL" clId="{C61B69AA-3283-423E-948B-C291F1199F0A}" dt="2023-02-22T14:10:48.790" v="511" actId="1076"/>
          <pc:sldLayoutMkLst>
            <pc:docMk/>
            <pc:sldMasterMk cId="259861064" sldId="2147483648"/>
            <pc:sldLayoutMk cId="3031695121" sldId="2147483649"/>
          </pc:sldLayoutMkLst>
          <pc:spChg chg="del">
            <ac:chgData name="Charlotte Knaupp" userId="68a7a230-7b40-4667-aed5-d2dc881ae357" providerId="ADAL" clId="{C61B69AA-3283-423E-948B-C291F1199F0A}" dt="2023-02-21T14:13:38.800" v="80"/>
            <ac:spMkLst>
              <pc:docMk/>
              <pc:sldMasterMk cId="259861064" sldId="2147483648"/>
              <pc:sldLayoutMk cId="3031695121" sldId="2147483649"/>
              <ac:spMk id="2" creationId="{27B25C63-4906-3070-0973-0D77FC698CE8}"/>
            </ac:spMkLst>
          </pc:spChg>
          <pc:spChg chg="add mod">
            <ac:chgData name="Charlotte Knaupp" userId="68a7a230-7b40-4667-aed5-d2dc881ae357" providerId="ADAL" clId="{C61B69AA-3283-423E-948B-C291F1199F0A}" dt="2023-02-22T14:10:48.790" v="511" actId="1076"/>
            <ac:spMkLst>
              <pc:docMk/>
              <pc:sldMasterMk cId="259861064" sldId="2147483648"/>
              <pc:sldLayoutMk cId="3031695121" sldId="2147483649"/>
              <ac:spMk id="2" creationId="{63043356-50D3-592D-34F3-52F8DC47517B}"/>
            </ac:spMkLst>
          </pc:spChg>
          <pc:spChg chg="del">
            <ac:chgData name="Charlotte Knaupp" userId="68a7a230-7b40-4667-aed5-d2dc881ae357" providerId="ADAL" clId="{C61B69AA-3283-423E-948B-C291F1199F0A}" dt="2023-02-21T14:13:38.800" v="80"/>
            <ac:spMkLst>
              <pc:docMk/>
              <pc:sldMasterMk cId="259861064" sldId="2147483648"/>
              <pc:sldLayoutMk cId="3031695121" sldId="2147483649"/>
              <ac:spMk id="4" creationId="{666CBA16-F3FE-4AD5-965B-DA7569493BCC}"/>
            </ac:spMkLst>
          </pc:spChg>
          <pc:spChg chg="add mod">
            <ac:chgData name="Charlotte Knaupp" userId="68a7a230-7b40-4667-aed5-d2dc881ae357" providerId="ADAL" clId="{C61B69AA-3283-423E-948B-C291F1199F0A}" dt="2023-02-22T14:10:48.790" v="511" actId="1076"/>
            <ac:spMkLst>
              <pc:docMk/>
              <pc:sldMasterMk cId="259861064" sldId="2147483648"/>
              <pc:sldLayoutMk cId="3031695121" sldId="2147483649"/>
              <ac:spMk id="4" creationId="{83E8B293-C428-0428-25CF-C795EC5F5711}"/>
            </ac:spMkLst>
          </pc:spChg>
          <pc:spChg chg="add mod">
            <ac:chgData name="Charlotte Knaupp" userId="68a7a230-7b40-4667-aed5-d2dc881ae357" providerId="ADAL" clId="{C61B69AA-3283-423E-948B-C291F1199F0A}" dt="2023-02-22T14:10:48.790" v="511" actId="1076"/>
            <ac:spMkLst>
              <pc:docMk/>
              <pc:sldMasterMk cId="259861064" sldId="2147483648"/>
              <pc:sldLayoutMk cId="3031695121" sldId="2147483649"/>
              <ac:spMk id="5" creationId="{5686E34D-AF61-4405-20B2-99C0E2931D6D}"/>
            </ac:spMkLst>
          </pc:spChg>
          <pc:spChg chg="del">
            <ac:chgData name="Charlotte Knaupp" userId="68a7a230-7b40-4667-aed5-d2dc881ae357" providerId="ADAL" clId="{C61B69AA-3283-423E-948B-C291F1199F0A}" dt="2023-02-21T14:13:38.800" v="80"/>
            <ac:spMkLst>
              <pc:docMk/>
              <pc:sldMasterMk cId="259861064" sldId="2147483648"/>
              <pc:sldLayoutMk cId="3031695121" sldId="2147483649"/>
              <ac:spMk id="5" creationId="{DAA4B8CD-4137-EB9C-2B31-3C763670DDB7}"/>
            </ac:spMkLst>
          </pc:spChg>
          <pc:spChg chg="add del mod">
            <ac:chgData name="Charlotte Knaupp" userId="68a7a230-7b40-4667-aed5-d2dc881ae357" providerId="ADAL" clId="{C61B69AA-3283-423E-948B-C291F1199F0A}" dt="2023-02-21T14:13:42.919" v="82"/>
            <ac:spMkLst>
              <pc:docMk/>
              <pc:sldMasterMk cId="259861064" sldId="2147483648"/>
              <pc:sldLayoutMk cId="3031695121" sldId="2147483649"/>
              <ac:spMk id="6" creationId="{7C42DB2E-15F2-E4EE-005D-E0B4285A0343}"/>
            </ac:spMkLst>
          </pc:spChg>
          <pc:spChg chg="add del mod">
            <ac:chgData name="Charlotte Knaupp" userId="68a7a230-7b40-4667-aed5-d2dc881ae357" providerId="ADAL" clId="{C61B69AA-3283-423E-948B-C291F1199F0A}" dt="2023-02-21T14:13:42.919" v="82"/>
            <ac:spMkLst>
              <pc:docMk/>
              <pc:sldMasterMk cId="259861064" sldId="2147483648"/>
              <pc:sldLayoutMk cId="3031695121" sldId="2147483649"/>
              <ac:spMk id="10" creationId="{AFEC750C-29BD-B4B9-3BD3-0E9EE83672DA}"/>
            </ac:spMkLst>
          </pc:spChg>
          <pc:spChg chg="add del mod">
            <ac:chgData name="Charlotte Knaupp" userId="68a7a230-7b40-4667-aed5-d2dc881ae357" providerId="ADAL" clId="{C61B69AA-3283-423E-948B-C291F1199F0A}" dt="2023-02-21T14:13:42.919" v="82"/>
            <ac:spMkLst>
              <pc:docMk/>
              <pc:sldMasterMk cId="259861064" sldId="2147483648"/>
              <pc:sldLayoutMk cId="3031695121" sldId="2147483649"/>
              <ac:spMk id="12" creationId="{615C92D8-5A32-EAA9-A5DE-7320C38AF3D0}"/>
            </ac:spMkLst>
          </pc:spChg>
          <pc:spChg chg="add del mod">
            <ac:chgData name="Charlotte Knaupp" userId="68a7a230-7b40-4667-aed5-d2dc881ae357" providerId="ADAL" clId="{C61B69AA-3283-423E-948B-C291F1199F0A}" dt="2023-02-21T14:14:20.188" v="89"/>
            <ac:spMkLst>
              <pc:docMk/>
              <pc:sldMasterMk cId="259861064" sldId="2147483648"/>
              <pc:sldLayoutMk cId="3031695121" sldId="2147483649"/>
              <ac:spMk id="14" creationId="{EBBF66B2-CA96-43AC-0F5A-58168CF19F83}"/>
            </ac:spMkLst>
          </pc:spChg>
          <pc:spChg chg="add del mod">
            <ac:chgData name="Charlotte Knaupp" userId="68a7a230-7b40-4667-aed5-d2dc881ae357" providerId="ADAL" clId="{C61B69AA-3283-423E-948B-C291F1199F0A}" dt="2023-02-21T14:14:20.188" v="89"/>
            <ac:spMkLst>
              <pc:docMk/>
              <pc:sldMasterMk cId="259861064" sldId="2147483648"/>
              <pc:sldLayoutMk cId="3031695121" sldId="2147483649"/>
              <ac:spMk id="15" creationId="{2D553C82-A80C-C9DD-FF01-60A3824510CE}"/>
            </ac:spMkLst>
          </pc:spChg>
          <pc:spChg chg="add del mod">
            <ac:chgData name="Charlotte Knaupp" userId="68a7a230-7b40-4667-aed5-d2dc881ae357" providerId="ADAL" clId="{C61B69AA-3283-423E-948B-C291F1199F0A}" dt="2023-02-21T14:14:20.188" v="89"/>
            <ac:spMkLst>
              <pc:docMk/>
              <pc:sldMasterMk cId="259861064" sldId="2147483648"/>
              <pc:sldLayoutMk cId="3031695121" sldId="2147483649"/>
              <ac:spMk id="16" creationId="{CEF276A6-DD2C-C8D1-41E8-7EB3E1A900AE}"/>
            </ac:spMkLst>
          </pc:spChg>
        </pc:sldLayoutChg>
        <pc:sldLayoutChg chg="addSp delSp modSp">
          <pc:chgData name="Charlotte Knaupp" userId="68a7a230-7b40-4667-aed5-d2dc881ae357" providerId="ADAL" clId="{C61B69AA-3283-423E-948B-C291F1199F0A}" dt="2023-02-21T15:36:21.151" v="280"/>
          <pc:sldLayoutMkLst>
            <pc:docMk/>
            <pc:sldMasterMk cId="259861064" sldId="2147483648"/>
            <pc:sldLayoutMk cId="2538990565" sldId="2147483654"/>
          </pc:sldLayoutMkLst>
          <pc:spChg chg="add del mod">
            <ac:chgData name="Charlotte Knaupp" userId="68a7a230-7b40-4667-aed5-d2dc881ae357" providerId="ADAL" clId="{C61B69AA-3283-423E-948B-C291F1199F0A}" dt="2023-02-21T15:36:20.741" v="279"/>
            <ac:spMkLst>
              <pc:docMk/>
              <pc:sldMasterMk cId="259861064" sldId="2147483648"/>
              <pc:sldLayoutMk cId="2538990565" sldId="2147483654"/>
              <ac:spMk id="2" creationId="{499F5D65-1E66-87D5-3416-1E6200C28AA1}"/>
            </ac:spMkLst>
          </pc:spChg>
          <pc:spChg chg="del">
            <ac:chgData name="Charlotte Knaupp" userId="68a7a230-7b40-4667-aed5-d2dc881ae357" providerId="ADAL" clId="{C61B69AA-3283-423E-948B-C291F1199F0A}" dt="2023-02-21T15:36:04.491" v="277"/>
            <ac:spMkLst>
              <pc:docMk/>
              <pc:sldMasterMk cId="259861064" sldId="2147483648"/>
              <pc:sldLayoutMk cId="2538990565" sldId="2147483654"/>
              <ac:spMk id="3" creationId="{CCA5FDA2-15FE-80C0-EE7B-61C3094AC966}"/>
            </ac:spMkLst>
          </pc:spChg>
          <pc:spChg chg="add del mod">
            <ac:chgData name="Charlotte Knaupp" userId="68a7a230-7b40-4667-aed5-d2dc881ae357" providerId="ADAL" clId="{C61B69AA-3283-423E-948B-C291F1199F0A}" dt="2023-02-21T15:36:20.741" v="279"/>
            <ac:spMkLst>
              <pc:docMk/>
              <pc:sldMasterMk cId="259861064" sldId="2147483648"/>
              <pc:sldLayoutMk cId="2538990565" sldId="2147483654"/>
              <ac:spMk id="4" creationId="{AFF40C45-4C3D-2AB5-B0CF-DD03E26D3901}"/>
            </ac:spMkLst>
          </pc:spChg>
          <pc:spChg chg="add del mod">
            <ac:chgData name="Charlotte Knaupp" userId="68a7a230-7b40-4667-aed5-d2dc881ae357" providerId="ADAL" clId="{C61B69AA-3283-423E-948B-C291F1199F0A}" dt="2023-02-21T15:36:20.741" v="279"/>
            <ac:spMkLst>
              <pc:docMk/>
              <pc:sldMasterMk cId="259861064" sldId="2147483648"/>
              <pc:sldLayoutMk cId="2538990565" sldId="2147483654"/>
              <ac:spMk id="5" creationId="{63DFD0A1-C621-8985-1256-95891F3712C9}"/>
            </ac:spMkLst>
          </pc:spChg>
          <pc:spChg chg="del">
            <ac:chgData name="Charlotte Knaupp" userId="68a7a230-7b40-4667-aed5-d2dc881ae357" providerId="ADAL" clId="{C61B69AA-3283-423E-948B-C291F1199F0A}" dt="2023-02-21T15:36:04.491" v="277"/>
            <ac:spMkLst>
              <pc:docMk/>
              <pc:sldMasterMk cId="259861064" sldId="2147483648"/>
              <pc:sldLayoutMk cId="2538990565" sldId="2147483654"/>
              <ac:spMk id="8" creationId="{71F2FA62-D339-01DE-F554-87858F02C24F}"/>
            </ac:spMkLst>
          </pc:spChg>
          <pc:spChg chg="del">
            <ac:chgData name="Charlotte Knaupp" userId="68a7a230-7b40-4667-aed5-d2dc881ae357" providerId="ADAL" clId="{C61B69AA-3283-423E-948B-C291F1199F0A}" dt="2023-02-21T15:36:04.491" v="277"/>
            <ac:spMkLst>
              <pc:docMk/>
              <pc:sldMasterMk cId="259861064" sldId="2147483648"/>
              <pc:sldLayoutMk cId="2538990565" sldId="2147483654"/>
              <ac:spMk id="10" creationId="{667C5A0F-4480-59BD-8FCA-8684304B9268}"/>
            </ac:spMkLst>
          </pc:spChg>
          <pc:spChg chg="add mod">
            <ac:chgData name="Charlotte Knaupp" userId="68a7a230-7b40-4667-aed5-d2dc881ae357" providerId="ADAL" clId="{C61B69AA-3283-423E-948B-C291F1199F0A}" dt="2023-02-21T15:36:21.151" v="280"/>
            <ac:spMkLst>
              <pc:docMk/>
              <pc:sldMasterMk cId="259861064" sldId="2147483648"/>
              <pc:sldLayoutMk cId="2538990565" sldId="2147483654"/>
              <ac:spMk id="11" creationId="{4DF6ADD4-CCC2-19BF-8989-765B61C14882}"/>
            </ac:spMkLst>
          </pc:spChg>
          <pc:spChg chg="add mod">
            <ac:chgData name="Charlotte Knaupp" userId="68a7a230-7b40-4667-aed5-d2dc881ae357" providerId="ADAL" clId="{C61B69AA-3283-423E-948B-C291F1199F0A}" dt="2023-02-21T15:36:21.151" v="280"/>
            <ac:spMkLst>
              <pc:docMk/>
              <pc:sldMasterMk cId="259861064" sldId="2147483648"/>
              <pc:sldLayoutMk cId="2538990565" sldId="2147483654"/>
              <ac:spMk id="12" creationId="{C8EDF942-4CEC-3A38-6F89-C32E708A4F4C}"/>
            </ac:spMkLst>
          </pc:spChg>
          <pc:spChg chg="add mod">
            <ac:chgData name="Charlotte Knaupp" userId="68a7a230-7b40-4667-aed5-d2dc881ae357" providerId="ADAL" clId="{C61B69AA-3283-423E-948B-C291F1199F0A}" dt="2023-02-21T15:36:21.151" v="280"/>
            <ac:spMkLst>
              <pc:docMk/>
              <pc:sldMasterMk cId="259861064" sldId="2147483648"/>
              <pc:sldLayoutMk cId="2538990565" sldId="2147483654"/>
              <ac:spMk id="13" creationId="{76E90A2F-8A5C-F19B-DC08-BB89E8ABEF03}"/>
            </ac:spMkLst>
          </pc:spChg>
        </pc:sldLayoutChg>
        <pc:sldLayoutChg chg="addSp delSp modSp mod">
          <pc:chgData name="Charlotte Knaupp" userId="68a7a230-7b40-4667-aed5-d2dc881ae357" providerId="ADAL" clId="{C61B69AA-3283-423E-948B-C291F1199F0A}" dt="2023-02-24T15:14:33.382" v="568" actId="20577"/>
          <pc:sldLayoutMkLst>
            <pc:docMk/>
            <pc:sldMasterMk cId="259861064" sldId="2147483648"/>
            <pc:sldLayoutMk cId="1622635753" sldId="2147483658"/>
          </pc:sldLayoutMkLst>
          <pc:spChg chg="add del mod">
            <ac:chgData name="Charlotte Knaupp" userId="68a7a230-7b40-4667-aed5-d2dc881ae357" providerId="ADAL" clId="{C61B69AA-3283-423E-948B-C291F1199F0A}" dt="2023-02-21T15:02:29.615" v="188"/>
            <ac:spMkLst>
              <pc:docMk/>
              <pc:sldMasterMk cId="259861064" sldId="2147483648"/>
              <pc:sldLayoutMk cId="1622635753" sldId="2147483658"/>
              <ac:spMk id="3" creationId="{2359E163-3984-07CE-3918-BDCE7998D8B6}"/>
            </ac:spMkLst>
          </pc:spChg>
          <pc:spChg chg="add del mod">
            <ac:chgData name="Charlotte Knaupp" userId="68a7a230-7b40-4667-aed5-d2dc881ae357" providerId="ADAL" clId="{C61B69AA-3283-423E-948B-C291F1199F0A}" dt="2023-02-21T15:02:31.405" v="190"/>
            <ac:spMkLst>
              <pc:docMk/>
              <pc:sldMasterMk cId="259861064" sldId="2147483648"/>
              <pc:sldLayoutMk cId="1622635753" sldId="2147483658"/>
              <ac:spMk id="4" creationId="{D4024BD6-3CFF-9DCF-5A29-83ABD37CE10B}"/>
            </ac:spMkLst>
          </pc:spChg>
          <pc:spChg chg="mod">
            <ac:chgData name="Charlotte Knaupp" userId="68a7a230-7b40-4667-aed5-d2dc881ae357" providerId="ADAL" clId="{C61B69AA-3283-423E-948B-C291F1199F0A}" dt="2023-02-24T15:14:33.382" v="568" actId="20577"/>
            <ac:spMkLst>
              <pc:docMk/>
              <pc:sldMasterMk cId="259861064" sldId="2147483648"/>
              <pc:sldLayoutMk cId="1622635753" sldId="2147483658"/>
              <ac:spMk id="5" creationId="{F3822651-1186-2EFC-CF2B-60155273A121}"/>
            </ac:spMkLst>
          </pc:spChg>
          <pc:spChg chg="del">
            <ac:chgData name="Charlotte Knaupp" userId="68a7a230-7b40-4667-aed5-d2dc881ae357" providerId="ADAL" clId="{C61B69AA-3283-423E-948B-C291F1199F0A}" dt="2023-02-21T15:02:43.373" v="191" actId="478"/>
            <ac:spMkLst>
              <pc:docMk/>
              <pc:sldMasterMk cId="259861064" sldId="2147483648"/>
              <pc:sldLayoutMk cId="1622635753" sldId="2147483658"/>
              <ac:spMk id="7" creationId="{420606C7-922F-FFA6-1E2D-634FF12CFDB0}"/>
            </ac:spMkLst>
          </pc:spChg>
          <pc:spChg chg="add mod">
            <ac:chgData name="Charlotte Knaupp" userId="68a7a230-7b40-4667-aed5-d2dc881ae357" providerId="ADAL" clId="{C61B69AA-3283-423E-948B-C291F1199F0A}" dt="2023-02-21T15:02:48.758" v="193" actId="207"/>
            <ac:spMkLst>
              <pc:docMk/>
              <pc:sldMasterMk cId="259861064" sldId="2147483648"/>
              <pc:sldLayoutMk cId="1622635753" sldId="2147483658"/>
              <ac:spMk id="10" creationId="{D63D6E89-68B9-468D-C7ED-9F5E85B7283A}"/>
            </ac:spMkLst>
          </pc:spChg>
          <pc:spChg chg="add mod">
            <ac:chgData name="Charlotte Knaupp" userId="68a7a230-7b40-4667-aed5-d2dc881ae357" providerId="ADAL" clId="{C61B69AA-3283-423E-948B-C291F1199F0A}" dt="2023-02-21T15:02:48.758" v="193" actId="207"/>
            <ac:spMkLst>
              <pc:docMk/>
              <pc:sldMasterMk cId="259861064" sldId="2147483648"/>
              <pc:sldLayoutMk cId="1622635753" sldId="2147483658"/>
              <ac:spMk id="11" creationId="{3211E6A7-8B6E-099F-CDE9-3C2B9C711568}"/>
            </ac:spMkLst>
          </pc:spChg>
          <pc:spChg chg="add mod">
            <ac:chgData name="Charlotte Knaupp" userId="68a7a230-7b40-4667-aed5-d2dc881ae357" providerId="ADAL" clId="{C61B69AA-3283-423E-948B-C291F1199F0A}" dt="2023-02-21T15:02:48.758" v="193" actId="207"/>
            <ac:spMkLst>
              <pc:docMk/>
              <pc:sldMasterMk cId="259861064" sldId="2147483648"/>
              <pc:sldLayoutMk cId="1622635753" sldId="2147483658"/>
              <ac:spMk id="12" creationId="{D242E176-F4AE-BD2B-63BE-D00C9691D546}"/>
            </ac:spMkLst>
          </pc:spChg>
          <pc:spChg chg="add mod">
            <ac:chgData name="Charlotte Knaupp" userId="68a7a230-7b40-4667-aed5-d2dc881ae357" providerId="ADAL" clId="{C61B69AA-3283-423E-948B-C291F1199F0A}" dt="2023-02-21T15:02:48.758" v="193" actId="207"/>
            <ac:spMkLst>
              <pc:docMk/>
              <pc:sldMasterMk cId="259861064" sldId="2147483648"/>
              <pc:sldLayoutMk cId="1622635753" sldId="2147483658"/>
              <ac:spMk id="13" creationId="{F9AAE541-2FFE-F00D-2A09-5A73D72904DD}"/>
            </ac:spMkLst>
          </pc:spChg>
        </pc:sldLayoutChg>
        <pc:sldLayoutChg chg="modSp mod">
          <pc:chgData name="Charlotte Knaupp" userId="68a7a230-7b40-4667-aed5-d2dc881ae357" providerId="ADAL" clId="{C61B69AA-3283-423E-948B-C291F1199F0A}" dt="2023-02-24T15:14:19.714" v="567" actId="20577"/>
          <pc:sldLayoutMkLst>
            <pc:docMk/>
            <pc:sldMasterMk cId="259861064" sldId="2147483648"/>
            <pc:sldLayoutMk cId="1494416066" sldId="2147483662"/>
          </pc:sldLayoutMkLst>
          <pc:spChg chg="mod">
            <ac:chgData name="Charlotte Knaupp" userId="68a7a230-7b40-4667-aed5-d2dc881ae357" providerId="ADAL" clId="{C61B69AA-3283-423E-948B-C291F1199F0A}" dt="2023-02-24T15:14:19.714" v="567" actId="20577"/>
            <ac:spMkLst>
              <pc:docMk/>
              <pc:sldMasterMk cId="259861064" sldId="2147483648"/>
              <pc:sldLayoutMk cId="1494416066" sldId="2147483662"/>
              <ac:spMk id="16" creationId="{FC7458CD-F13A-D2D3-EF79-4ADFDA25367E}"/>
            </ac:spMkLst>
          </pc:spChg>
        </pc:sldLayoutChg>
        <pc:sldLayoutChg chg="modSp mod">
          <pc:chgData name="Charlotte Knaupp" userId="68a7a230-7b40-4667-aed5-d2dc881ae357" providerId="ADAL" clId="{C61B69AA-3283-423E-948B-C291F1199F0A}" dt="2023-02-24T16:12:45.125" v="666" actId="139"/>
          <pc:sldLayoutMkLst>
            <pc:docMk/>
            <pc:sldMasterMk cId="259861064" sldId="2147483648"/>
            <pc:sldLayoutMk cId="2755087783" sldId="2147483663"/>
          </pc:sldLayoutMkLst>
          <pc:spChg chg="mod">
            <ac:chgData name="Charlotte Knaupp" userId="68a7a230-7b40-4667-aed5-d2dc881ae357" providerId="ADAL" clId="{C61B69AA-3283-423E-948B-C291F1199F0A}" dt="2023-02-24T16:12:45.125" v="666" actId="139"/>
            <ac:spMkLst>
              <pc:docMk/>
              <pc:sldMasterMk cId="259861064" sldId="2147483648"/>
              <pc:sldLayoutMk cId="2755087783" sldId="2147483663"/>
              <ac:spMk id="8" creationId="{E02A060C-053E-D862-35FF-299067B3407D}"/>
            </ac:spMkLst>
          </pc:spChg>
          <pc:spChg chg="mod">
            <ac:chgData name="Charlotte Knaupp" userId="68a7a230-7b40-4667-aed5-d2dc881ae357" providerId="ADAL" clId="{C61B69AA-3283-423E-948B-C291F1199F0A}" dt="2023-02-24T16:12:45.125" v="664" actId="139"/>
            <ac:spMkLst>
              <pc:docMk/>
              <pc:sldMasterMk cId="259861064" sldId="2147483648"/>
              <pc:sldLayoutMk cId="2755087783" sldId="2147483663"/>
              <ac:spMk id="9" creationId="{A98BE92A-9755-AE15-B4A4-1FDC0DBC7C86}"/>
            </ac:spMkLst>
          </pc:spChg>
          <pc:spChg chg="mod">
            <ac:chgData name="Charlotte Knaupp" userId="68a7a230-7b40-4667-aed5-d2dc881ae357" providerId="ADAL" clId="{C61B69AA-3283-423E-948B-C291F1199F0A}" dt="2023-02-24T16:12:45.124" v="662" actId="139"/>
            <ac:spMkLst>
              <pc:docMk/>
              <pc:sldMasterMk cId="259861064" sldId="2147483648"/>
              <pc:sldLayoutMk cId="2755087783" sldId="2147483663"/>
              <ac:spMk id="10" creationId="{81990056-6B89-CFA7-4E7C-45F24B4D7E7B}"/>
            </ac:spMkLst>
          </pc:spChg>
          <pc:spChg chg="mod">
            <ac:chgData name="Charlotte Knaupp" userId="68a7a230-7b40-4667-aed5-d2dc881ae357" providerId="ADAL" clId="{C61B69AA-3283-423E-948B-C291F1199F0A}" dt="2023-02-24T16:12:45.124" v="660" actId="139"/>
            <ac:spMkLst>
              <pc:docMk/>
              <pc:sldMasterMk cId="259861064" sldId="2147483648"/>
              <pc:sldLayoutMk cId="2755087783" sldId="2147483663"/>
              <ac:spMk id="13" creationId="{51583ABD-977D-1686-D80C-B218197E49E9}"/>
            </ac:spMkLst>
          </pc:spChg>
        </pc:sldLayoutChg>
        <pc:sldLayoutChg chg="addSp delSp modSp mod">
          <pc:chgData name="Charlotte Knaupp" userId="68a7a230-7b40-4667-aed5-d2dc881ae357" providerId="ADAL" clId="{C61B69AA-3283-423E-948B-C291F1199F0A}" dt="2023-02-22T14:11:57.620" v="519" actId="1076"/>
          <pc:sldLayoutMkLst>
            <pc:docMk/>
            <pc:sldMasterMk cId="259861064" sldId="2147483648"/>
            <pc:sldLayoutMk cId="2882847530" sldId="2147483728"/>
          </pc:sldLayoutMkLst>
          <pc:spChg chg="add mod">
            <ac:chgData name="Charlotte Knaupp" userId="68a7a230-7b40-4667-aed5-d2dc881ae357" providerId="ADAL" clId="{C61B69AA-3283-423E-948B-C291F1199F0A}" dt="2023-02-22T14:11:57.620" v="519" actId="1076"/>
            <ac:spMkLst>
              <pc:docMk/>
              <pc:sldMasterMk cId="259861064" sldId="2147483648"/>
              <pc:sldLayoutMk cId="2882847530" sldId="2147483728"/>
              <ac:spMk id="2" creationId="{C40C9144-5E88-8B96-973E-F9B2D5B4C8A5}"/>
            </ac:spMkLst>
          </pc:spChg>
          <pc:spChg chg="add mod">
            <ac:chgData name="Charlotte Knaupp" userId="68a7a230-7b40-4667-aed5-d2dc881ae357" providerId="ADAL" clId="{C61B69AA-3283-423E-948B-C291F1199F0A}" dt="2023-02-22T14:11:57.620" v="519" actId="1076"/>
            <ac:spMkLst>
              <pc:docMk/>
              <pc:sldMasterMk cId="259861064" sldId="2147483648"/>
              <pc:sldLayoutMk cId="2882847530" sldId="2147483728"/>
              <ac:spMk id="3" creationId="{D9EED0D6-7073-915E-77AB-8366ED6CB299}"/>
            </ac:spMkLst>
          </pc:spChg>
          <pc:spChg chg="add mod">
            <ac:chgData name="Charlotte Knaupp" userId="68a7a230-7b40-4667-aed5-d2dc881ae357" providerId="ADAL" clId="{C61B69AA-3283-423E-948B-C291F1199F0A}" dt="2023-02-22T14:11:57.620" v="519" actId="1076"/>
            <ac:spMkLst>
              <pc:docMk/>
              <pc:sldMasterMk cId="259861064" sldId="2147483648"/>
              <pc:sldLayoutMk cId="2882847530" sldId="2147483728"/>
              <ac:spMk id="4" creationId="{7725D061-4A1C-46EC-69AA-FD5F7209B289}"/>
            </ac:spMkLst>
          </pc:spChg>
          <pc:spChg chg="del">
            <ac:chgData name="Charlotte Knaupp" userId="68a7a230-7b40-4667-aed5-d2dc881ae357" providerId="ADAL" clId="{C61B69AA-3283-423E-948B-C291F1199F0A}" dt="2023-02-21T14:14:23.206" v="90"/>
            <ac:spMkLst>
              <pc:docMk/>
              <pc:sldMasterMk cId="259861064" sldId="2147483648"/>
              <pc:sldLayoutMk cId="2882847530" sldId="2147483728"/>
              <ac:spMk id="17" creationId="{FB93366F-D42E-BEF7-7FC1-5ED772D7AABD}"/>
            </ac:spMkLst>
          </pc:spChg>
          <pc:spChg chg="del">
            <ac:chgData name="Charlotte Knaupp" userId="68a7a230-7b40-4667-aed5-d2dc881ae357" providerId="ADAL" clId="{C61B69AA-3283-423E-948B-C291F1199F0A}" dt="2023-02-21T14:14:23.206" v="90"/>
            <ac:spMkLst>
              <pc:docMk/>
              <pc:sldMasterMk cId="259861064" sldId="2147483648"/>
              <pc:sldLayoutMk cId="2882847530" sldId="2147483728"/>
              <ac:spMk id="18" creationId="{F6E1F025-683C-65A4-355D-316B89D4A038}"/>
            </ac:spMkLst>
          </pc:spChg>
          <pc:spChg chg="del">
            <ac:chgData name="Charlotte Knaupp" userId="68a7a230-7b40-4667-aed5-d2dc881ae357" providerId="ADAL" clId="{C61B69AA-3283-423E-948B-C291F1199F0A}" dt="2023-02-21T14:14:23.206" v="90"/>
            <ac:spMkLst>
              <pc:docMk/>
              <pc:sldMasterMk cId="259861064" sldId="2147483648"/>
              <pc:sldLayoutMk cId="2882847530" sldId="2147483728"/>
              <ac:spMk id="19" creationId="{CB58EACD-F96D-6DD7-D76F-154478C777C5}"/>
            </ac:spMkLst>
          </pc:spChg>
        </pc:sldLayoutChg>
        <pc:sldLayoutChg chg="addSp delSp modSp mod">
          <pc:chgData name="Charlotte Knaupp" userId="68a7a230-7b40-4667-aed5-d2dc881ae357" providerId="ADAL" clId="{C61B69AA-3283-423E-948B-C291F1199F0A}" dt="2023-02-24T16:12:45.130" v="682" actId="139"/>
          <pc:sldLayoutMkLst>
            <pc:docMk/>
            <pc:sldMasterMk cId="259861064" sldId="2147483648"/>
            <pc:sldLayoutMk cId="2387091362" sldId="2147483730"/>
          </pc:sldLayoutMkLst>
          <pc:spChg chg="add mod">
            <ac:chgData name="Charlotte Knaupp" userId="68a7a230-7b40-4667-aed5-d2dc881ae357" providerId="ADAL" clId="{C61B69AA-3283-423E-948B-C291F1199F0A}" dt="2023-02-22T14:11:20.872" v="513" actId="1076"/>
            <ac:spMkLst>
              <pc:docMk/>
              <pc:sldMasterMk cId="259861064" sldId="2147483648"/>
              <pc:sldLayoutMk cId="2387091362" sldId="2147483730"/>
              <ac:spMk id="2" creationId="{7272AE2B-B269-B726-A41C-13045DA612BF}"/>
            </ac:spMkLst>
          </pc:spChg>
          <pc:spChg chg="add mod">
            <ac:chgData name="Charlotte Knaupp" userId="68a7a230-7b40-4667-aed5-d2dc881ae357" providerId="ADAL" clId="{C61B69AA-3283-423E-948B-C291F1199F0A}" dt="2023-02-22T14:11:20.872" v="513" actId="1076"/>
            <ac:spMkLst>
              <pc:docMk/>
              <pc:sldMasterMk cId="259861064" sldId="2147483648"/>
              <pc:sldLayoutMk cId="2387091362" sldId="2147483730"/>
              <ac:spMk id="3" creationId="{798943EE-4C55-33FB-6F23-084B4653E5D2}"/>
            </ac:spMkLst>
          </pc:spChg>
          <pc:spChg chg="add mod">
            <ac:chgData name="Charlotte Knaupp" userId="68a7a230-7b40-4667-aed5-d2dc881ae357" providerId="ADAL" clId="{C61B69AA-3283-423E-948B-C291F1199F0A}" dt="2023-02-22T14:11:20.872" v="513" actId="1076"/>
            <ac:spMkLst>
              <pc:docMk/>
              <pc:sldMasterMk cId="259861064" sldId="2147483648"/>
              <pc:sldLayoutMk cId="2387091362" sldId="2147483730"/>
              <ac:spMk id="5" creationId="{C68B9EF1-FCCA-7A34-0BC0-AA8509E37991}"/>
            </ac:spMkLst>
          </pc:spChg>
          <pc:spChg chg="mod">
            <ac:chgData name="Charlotte Knaupp" userId="68a7a230-7b40-4667-aed5-d2dc881ae357" providerId="ADAL" clId="{C61B69AA-3283-423E-948B-C291F1199F0A}" dt="2023-02-24T16:12:45.130" v="682" actId="139"/>
            <ac:spMkLst>
              <pc:docMk/>
              <pc:sldMasterMk cId="259861064" sldId="2147483648"/>
              <pc:sldLayoutMk cId="2387091362" sldId="2147483730"/>
              <ac:spMk id="15" creationId="{C6606F6C-3DBD-CA47-F135-B3D39D613F5C}"/>
            </ac:spMkLst>
          </pc:spChg>
          <pc:spChg chg="mod">
            <ac:chgData name="Charlotte Knaupp" userId="68a7a230-7b40-4667-aed5-d2dc881ae357" providerId="ADAL" clId="{C61B69AA-3283-423E-948B-C291F1199F0A}" dt="2023-02-24T16:12:45.130" v="680" actId="139"/>
            <ac:spMkLst>
              <pc:docMk/>
              <pc:sldMasterMk cId="259861064" sldId="2147483648"/>
              <pc:sldLayoutMk cId="2387091362" sldId="2147483730"/>
              <ac:spMk id="16" creationId="{47855D95-75E2-B652-4C23-1E40E9EBC676}"/>
            </ac:spMkLst>
          </pc:spChg>
          <pc:spChg chg="mod">
            <ac:chgData name="Charlotte Knaupp" userId="68a7a230-7b40-4667-aed5-d2dc881ae357" providerId="ADAL" clId="{C61B69AA-3283-423E-948B-C291F1199F0A}" dt="2023-02-24T16:12:45.129" v="678" actId="139"/>
            <ac:spMkLst>
              <pc:docMk/>
              <pc:sldMasterMk cId="259861064" sldId="2147483648"/>
              <pc:sldLayoutMk cId="2387091362" sldId="2147483730"/>
              <ac:spMk id="17" creationId="{A2AEBE57-64BB-7F9A-2474-6F715A4BE2D0}"/>
            </ac:spMkLst>
          </pc:spChg>
          <pc:spChg chg="mod">
            <ac:chgData name="Charlotte Knaupp" userId="68a7a230-7b40-4667-aed5-d2dc881ae357" providerId="ADAL" clId="{C61B69AA-3283-423E-948B-C291F1199F0A}" dt="2023-02-24T16:12:45.128" v="676" actId="139"/>
            <ac:spMkLst>
              <pc:docMk/>
              <pc:sldMasterMk cId="259861064" sldId="2147483648"/>
              <pc:sldLayoutMk cId="2387091362" sldId="2147483730"/>
              <ac:spMk id="18" creationId="{05AE037A-D980-59A9-69B8-1E18685AC95F}"/>
            </ac:spMkLst>
          </pc:spChg>
          <pc:spChg chg="del">
            <ac:chgData name="Charlotte Knaupp" userId="68a7a230-7b40-4667-aed5-d2dc881ae357" providerId="ADAL" clId="{C61B69AA-3283-423E-948B-C291F1199F0A}" dt="2023-02-21T14:13:46.949" v="84"/>
            <ac:spMkLst>
              <pc:docMk/>
              <pc:sldMasterMk cId="259861064" sldId="2147483648"/>
              <pc:sldLayoutMk cId="2387091362" sldId="2147483730"/>
              <ac:spMk id="25" creationId="{03F1F8C1-F6E0-7708-8AE0-2A01E1D6278B}"/>
            </ac:spMkLst>
          </pc:spChg>
          <pc:spChg chg="del">
            <ac:chgData name="Charlotte Knaupp" userId="68a7a230-7b40-4667-aed5-d2dc881ae357" providerId="ADAL" clId="{C61B69AA-3283-423E-948B-C291F1199F0A}" dt="2023-02-21T14:13:46.949" v="84"/>
            <ac:spMkLst>
              <pc:docMk/>
              <pc:sldMasterMk cId="259861064" sldId="2147483648"/>
              <pc:sldLayoutMk cId="2387091362" sldId="2147483730"/>
              <ac:spMk id="26" creationId="{B2996B06-FD0A-1179-DB80-119E27D11ED3}"/>
            </ac:spMkLst>
          </pc:spChg>
          <pc:spChg chg="del">
            <ac:chgData name="Charlotte Knaupp" userId="68a7a230-7b40-4667-aed5-d2dc881ae357" providerId="ADAL" clId="{C61B69AA-3283-423E-948B-C291F1199F0A}" dt="2023-02-21T14:13:46.949" v="84"/>
            <ac:spMkLst>
              <pc:docMk/>
              <pc:sldMasterMk cId="259861064" sldId="2147483648"/>
              <pc:sldLayoutMk cId="2387091362" sldId="2147483730"/>
              <ac:spMk id="27" creationId="{159246FA-9368-79B8-20B2-5DD719B9AD00}"/>
            </ac:spMkLst>
          </pc:spChg>
        </pc:sldLayoutChg>
        <pc:sldLayoutChg chg="addSp delSp modSp mod">
          <pc:chgData name="Charlotte Knaupp" userId="68a7a230-7b40-4667-aed5-d2dc881ae357" providerId="ADAL" clId="{C61B69AA-3283-423E-948B-C291F1199F0A}" dt="2023-02-24T16:12:45.128" v="674" actId="139"/>
          <pc:sldLayoutMkLst>
            <pc:docMk/>
            <pc:sldMasterMk cId="259861064" sldId="2147483648"/>
            <pc:sldLayoutMk cId="3811794794" sldId="2147483731"/>
          </pc:sldLayoutMkLst>
          <pc:spChg chg="add mod">
            <ac:chgData name="Charlotte Knaupp" userId="68a7a230-7b40-4667-aed5-d2dc881ae357" providerId="ADAL" clId="{C61B69AA-3283-423E-948B-C291F1199F0A}" dt="2023-02-22T14:11:35.128" v="515" actId="1076"/>
            <ac:spMkLst>
              <pc:docMk/>
              <pc:sldMasterMk cId="259861064" sldId="2147483648"/>
              <pc:sldLayoutMk cId="3811794794" sldId="2147483731"/>
              <ac:spMk id="2" creationId="{AE43D200-2137-93CF-74AD-698CFEDC929B}"/>
            </ac:spMkLst>
          </pc:spChg>
          <pc:spChg chg="add mod">
            <ac:chgData name="Charlotte Knaupp" userId="68a7a230-7b40-4667-aed5-d2dc881ae357" providerId="ADAL" clId="{C61B69AA-3283-423E-948B-C291F1199F0A}" dt="2023-02-22T14:11:35.128" v="515" actId="1076"/>
            <ac:spMkLst>
              <pc:docMk/>
              <pc:sldMasterMk cId="259861064" sldId="2147483648"/>
              <pc:sldLayoutMk cId="3811794794" sldId="2147483731"/>
              <ac:spMk id="3" creationId="{76BD5AFC-471D-629A-9A2A-4601BCADC7D1}"/>
            </ac:spMkLst>
          </pc:spChg>
          <pc:spChg chg="add mod">
            <ac:chgData name="Charlotte Knaupp" userId="68a7a230-7b40-4667-aed5-d2dc881ae357" providerId="ADAL" clId="{C61B69AA-3283-423E-948B-C291F1199F0A}" dt="2023-02-22T14:11:35.128" v="515" actId="1076"/>
            <ac:spMkLst>
              <pc:docMk/>
              <pc:sldMasterMk cId="259861064" sldId="2147483648"/>
              <pc:sldLayoutMk cId="3811794794" sldId="2147483731"/>
              <ac:spMk id="4" creationId="{66373F47-B535-364F-6C19-99CDA3FAEE52}"/>
            </ac:spMkLst>
          </pc:spChg>
          <pc:spChg chg="del">
            <ac:chgData name="Charlotte Knaupp" userId="68a7a230-7b40-4667-aed5-d2dc881ae357" providerId="ADAL" clId="{C61B69AA-3283-423E-948B-C291F1199F0A}" dt="2023-02-21T14:15:12.546" v="91"/>
            <ac:spMkLst>
              <pc:docMk/>
              <pc:sldMasterMk cId="259861064" sldId="2147483648"/>
              <pc:sldLayoutMk cId="3811794794" sldId="2147483731"/>
              <ac:spMk id="12" creationId="{2F66AEB5-B213-E809-5D8B-8176C24AC56E}"/>
            </ac:spMkLst>
          </pc:spChg>
          <pc:spChg chg="del">
            <ac:chgData name="Charlotte Knaupp" userId="68a7a230-7b40-4667-aed5-d2dc881ae357" providerId="ADAL" clId="{C61B69AA-3283-423E-948B-C291F1199F0A}" dt="2023-02-21T14:15:12.546" v="91"/>
            <ac:spMkLst>
              <pc:docMk/>
              <pc:sldMasterMk cId="259861064" sldId="2147483648"/>
              <pc:sldLayoutMk cId="3811794794" sldId="2147483731"/>
              <ac:spMk id="13" creationId="{5DED9CF5-AF42-99E7-AF62-6EC3FB8B3A13}"/>
            </ac:spMkLst>
          </pc:spChg>
          <pc:spChg chg="del">
            <ac:chgData name="Charlotte Knaupp" userId="68a7a230-7b40-4667-aed5-d2dc881ae357" providerId="ADAL" clId="{C61B69AA-3283-423E-948B-C291F1199F0A}" dt="2023-02-21T14:15:12.546" v="91"/>
            <ac:spMkLst>
              <pc:docMk/>
              <pc:sldMasterMk cId="259861064" sldId="2147483648"/>
              <pc:sldLayoutMk cId="3811794794" sldId="2147483731"/>
              <ac:spMk id="14" creationId="{4A8618C1-66B2-0163-BE9C-333B52D8D2EC}"/>
            </ac:spMkLst>
          </pc:spChg>
          <pc:spChg chg="mod">
            <ac:chgData name="Charlotte Knaupp" userId="68a7a230-7b40-4667-aed5-d2dc881ae357" providerId="ADAL" clId="{C61B69AA-3283-423E-948B-C291F1199F0A}" dt="2023-02-24T16:12:45.128" v="674" actId="139"/>
            <ac:spMkLst>
              <pc:docMk/>
              <pc:sldMasterMk cId="259861064" sldId="2147483648"/>
              <pc:sldLayoutMk cId="3811794794" sldId="2147483731"/>
              <ac:spMk id="19" creationId="{0A1D6E7A-A09E-2C6A-5B99-74A97CC81479}"/>
            </ac:spMkLst>
          </pc:spChg>
          <pc:spChg chg="mod">
            <ac:chgData name="Charlotte Knaupp" userId="68a7a230-7b40-4667-aed5-d2dc881ae357" providerId="ADAL" clId="{C61B69AA-3283-423E-948B-C291F1199F0A}" dt="2023-02-24T16:12:45.127" v="672" actId="139"/>
            <ac:spMkLst>
              <pc:docMk/>
              <pc:sldMasterMk cId="259861064" sldId="2147483648"/>
              <pc:sldLayoutMk cId="3811794794" sldId="2147483731"/>
              <ac:spMk id="20" creationId="{5A783CE9-BCB9-F844-AB8D-7B7A763CC446}"/>
            </ac:spMkLst>
          </pc:spChg>
          <pc:spChg chg="mod">
            <ac:chgData name="Charlotte Knaupp" userId="68a7a230-7b40-4667-aed5-d2dc881ae357" providerId="ADAL" clId="{C61B69AA-3283-423E-948B-C291F1199F0A}" dt="2023-02-24T16:12:45.126" v="670" actId="139"/>
            <ac:spMkLst>
              <pc:docMk/>
              <pc:sldMasterMk cId="259861064" sldId="2147483648"/>
              <pc:sldLayoutMk cId="3811794794" sldId="2147483731"/>
              <ac:spMk id="21" creationId="{61D7DB85-DC0E-911C-AFC0-A00FE9FB4218}"/>
            </ac:spMkLst>
          </pc:spChg>
          <pc:spChg chg="mod">
            <ac:chgData name="Charlotte Knaupp" userId="68a7a230-7b40-4667-aed5-d2dc881ae357" providerId="ADAL" clId="{C61B69AA-3283-423E-948B-C291F1199F0A}" dt="2023-02-24T16:12:45.126" v="668" actId="139"/>
            <ac:spMkLst>
              <pc:docMk/>
              <pc:sldMasterMk cId="259861064" sldId="2147483648"/>
              <pc:sldLayoutMk cId="3811794794" sldId="2147483731"/>
              <ac:spMk id="22" creationId="{FBC4D1F0-0B8C-F5F7-35AE-8CBBE25F01E4}"/>
            </ac:spMkLst>
          </pc:spChg>
        </pc:sldLayoutChg>
        <pc:sldLayoutChg chg="modSp mod">
          <pc:chgData name="Charlotte Knaupp" userId="68a7a230-7b40-4667-aed5-d2dc881ae357" providerId="ADAL" clId="{C61B69AA-3283-423E-948B-C291F1199F0A}" dt="2023-02-24T16:12:45.122" v="658" actId="139"/>
          <pc:sldLayoutMkLst>
            <pc:docMk/>
            <pc:sldMasterMk cId="259861064" sldId="2147483648"/>
            <pc:sldLayoutMk cId="3277208104" sldId="2147483737"/>
          </pc:sldLayoutMkLst>
          <pc:spChg chg="mod">
            <ac:chgData name="Charlotte Knaupp" userId="68a7a230-7b40-4667-aed5-d2dc881ae357" providerId="ADAL" clId="{C61B69AA-3283-423E-948B-C291F1199F0A}" dt="2023-02-24T16:12:45.122" v="658" actId="139"/>
            <ac:spMkLst>
              <pc:docMk/>
              <pc:sldMasterMk cId="259861064" sldId="2147483648"/>
              <pc:sldLayoutMk cId="3277208104" sldId="2147483737"/>
              <ac:spMk id="14" creationId="{EB7A1E92-C009-56EC-F987-1EBB6B064052}"/>
            </ac:spMkLst>
          </pc:spChg>
          <pc:spChg chg="mod">
            <ac:chgData name="Charlotte Knaupp" userId="68a7a230-7b40-4667-aed5-d2dc881ae357" providerId="ADAL" clId="{C61B69AA-3283-423E-948B-C291F1199F0A}" dt="2023-02-24T16:12:45.122" v="656" actId="139"/>
            <ac:spMkLst>
              <pc:docMk/>
              <pc:sldMasterMk cId="259861064" sldId="2147483648"/>
              <pc:sldLayoutMk cId="3277208104" sldId="2147483737"/>
              <ac:spMk id="16" creationId="{78304E2C-D76F-2456-8633-314BD726A32B}"/>
            </ac:spMkLst>
          </pc:spChg>
          <pc:spChg chg="mod">
            <ac:chgData name="Charlotte Knaupp" userId="68a7a230-7b40-4667-aed5-d2dc881ae357" providerId="ADAL" clId="{C61B69AA-3283-423E-948B-C291F1199F0A}" dt="2023-02-24T16:12:45.121" v="654" actId="139"/>
            <ac:spMkLst>
              <pc:docMk/>
              <pc:sldMasterMk cId="259861064" sldId="2147483648"/>
              <pc:sldLayoutMk cId="3277208104" sldId="2147483737"/>
              <ac:spMk id="17" creationId="{591C8154-62BF-6BE3-97D9-C7E7789158C8}"/>
            </ac:spMkLst>
          </pc:spChg>
          <pc:spChg chg="mod">
            <ac:chgData name="Charlotte Knaupp" userId="68a7a230-7b40-4667-aed5-d2dc881ae357" providerId="ADAL" clId="{C61B69AA-3283-423E-948B-C291F1199F0A}" dt="2023-02-24T16:12:45.120" v="652" actId="139"/>
            <ac:spMkLst>
              <pc:docMk/>
              <pc:sldMasterMk cId="259861064" sldId="2147483648"/>
              <pc:sldLayoutMk cId="3277208104" sldId="2147483737"/>
              <ac:spMk id="18" creationId="{120D845B-9A3F-D30F-FE80-F4F4A749CB5E}"/>
            </ac:spMkLst>
          </pc:spChg>
        </pc:sldLayoutChg>
        <pc:sldLayoutChg chg="modSp mod">
          <pc:chgData name="Charlotte Knaupp" userId="68a7a230-7b40-4667-aed5-d2dc881ae357" providerId="ADAL" clId="{C61B69AA-3283-423E-948B-C291F1199F0A}" dt="2023-02-24T15:14:13.947" v="566" actId="20577"/>
          <pc:sldLayoutMkLst>
            <pc:docMk/>
            <pc:sldMasterMk cId="259861064" sldId="2147483648"/>
            <pc:sldLayoutMk cId="3673328579" sldId="2147483743"/>
          </pc:sldLayoutMkLst>
          <pc:spChg chg="mod">
            <ac:chgData name="Charlotte Knaupp" userId="68a7a230-7b40-4667-aed5-d2dc881ae357" providerId="ADAL" clId="{C61B69AA-3283-423E-948B-C291F1199F0A}" dt="2023-02-24T15:14:13.947" v="566" actId="20577"/>
            <ac:spMkLst>
              <pc:docMk/>
              <pc:sldMasterMk cId="259861064" sldId="2147483648"/>
              <pc:sldLayoutMk cId="3673328579" sldId="2147483743"/>
              <ac:spMk id="12" creationId="{94F818CE-0743-0EF4-42B7-43FDA8A07AA5}"/>
            </ac:spMkLst>
          </pc:spChg>
        </pc:sldLayoutChg>
      </pc:sldMasterChg>
    </pc:docChg>
  </pc:docChgLst>
  <pc:docChgLst>
    <pc:chgData name="Remi de Vogel" userId="5948360e-7b9c-4a22-9ada-df5e8b901c82" providerId="ADAL" clId="{61768BA7-1DA1-45A4-8DE2-51C6D6714D84}"/>
    <pc:docChg chg="undo custSel modSld modMainMaster">
      <pc:chgData name="Remi de Vogel" userId="5948360e-7b9c-4a22-9ada-df5e8b901c82" providerId="ADAL" clId="{61768BA7-1DA1-45A4-8DE2-51C6D6714D84}" dt="2022-06-09T11:58:05.402" v="18" actId="20577"/>
      <pc:docMkLst>
        <pc:docMk/>
      </pc:docMkLst>
      <pc:sldChg chg="addSp delSp modSp">
        <pc:chgData name="Remi de Vogel" userId="5948360e-7b9c-4a22-9ada-df5e8b901c82" providerId="ADAL" clId="{61768BA7-1DA1-45A4-8DE2-51C6D6714D84}" dt="2022-06-09T11:57:55.174" v="16"/>
        <pc:sldMkLst>
          <pc:docMk/>
          <pc:sldMk cId="267460067" sldId="256"/>
        </pc:sldMkLst>
        <pc:spChg chg="mod">
          <ac:chgData name="Remi de Vogel" userId="5948360e-7b9c-4a22-9ada-df5e8b901c82" providerId="ADAL" clId="{61768BA7-1DA1-45A4-8DE2-51C6D6714D84}" dt="2022-06-09T11:57:55.174" v="16"/>
          <ac:spMkLst>
            <pc:docMk/>
            <pc:sldMk cId="267460067" sldId="256"/>
            <ac:spMk id="2" creationId="{856CEA5E-7EFD-2E26-FA65-1EC24008E3B6}"/>
          </ac:spMkLst>
        </pc:spChg>
        <pc:spChg chg="mod">
          <ac:chgData name="Remi de Vogel" userId="5948360e-7b9c-4a22-9ada-df5e8b901c82" providerId="ADAL" clId="{61768BA7-1DA1-45A4-8DE2-51C6D6714D84}" dt="2022-06-09T11:57:55.174" v="16"/>
          <ac:spMkLst>
            <pc:docMk/>
            <pc:sldMk cId="267460067" sldId="256"/>
            <ac:spMk id="3" creationId="{A4F6CB3A-DD4E-4088-491F-0BE56AFA9176}"/>
          </ac:spMkLst>
        </pc:spChg>
        <pc:spChg chg="add del mod">
          <ac:chgData name="Remi de Vogel" userId="5948360e-7b9c-4a22-9ada-df5e8b901c82" providerId="ADAL" clId="{61768BA7-1DA1-45A4-8DE2-51C6D6714D84}" dt="2022-06-09T11:57:20.414" v="5"/>
          <ac:spMkLst>
            <pc:docMk/>
            <pc:sldMk cId="267460067" sldId="256"/>
            <ac:spMk id="4" creationId="{A7461E1F-40AE-6E37-4E76-4390471364C8}"/>
          </ac:spMkLst>
        </pc:spChg>
        <pc:spChg chg="add del mod">
          <ac:chgData name="Remi de Vogel" userId="5948360e-7b9c-4a22-9ada-df5e8b901c82" providerId="ADAL" clId="{61768BA7-1DA1-45A4-8DE2-51C6D6714D84}" dt="2022-06-09T11:57:20.414" v="5"/>
          <ac:spMkLst>
            <pc:docMk/>
            <pc:sldMk cId="267460067" sldId="256"/>
            <ac:spMk id="5" creationId="{F457FAC7-4909-CF4F-BFCE-B139226C8CE2}"/>
          </ac:spMkLst>
        </pc:spChg>
        <pc:spChg chg="add del mod">
          <ac:chgData name="Remi de Vogel" userId="5948360e-7b9c-4a22-9ada-df5e8b901c82" providerId="ADAL" clId="{61768BA7-1DA1-45A4-8DE2-51C6D6714D84}" dt="2022-06-09T11:57:34.062" v="7"/>
          <ac:spMkLst>
            <pc:docMk/>
            <pc:sldMk cId="267460067" sldId="256"/>
            <ac:spMk id="6" creationId="{8B164D1F-C676-EA7F-34FA-D46E3DB0E97A}"/>
          </ac:spMkLst>
        </pc:spChg>
        <pc:spChg chg="add del mod">
          <ac:chgData name="Remi de Vogel" userId="5948360e-7b9c-4a22-9ada-df5e8b901c82" providerId="ADAL" clId="{61768BA7-1DA1-45A4-8DE2-51C6D6714D84}" dt="2022-06-09T11:57:34.062" v="7"/>
          <ac:spMkLst>
            <pc:docMk/>
            <pc:sldMk cId="267460067" sldId="256"/>
            <ac:spMk id="7" creationId="{D4B76955-4714-4F73-7344-19625476EBED}"/>
          </ac:spMkLst>
        </pc:spChg>
        <pc:spChg chg="add del mod">
          <ac:chgData name="Remi de Vogel" userId="5948360e-7b9c-4a22-9ada-df5e8b901c82" providerId="ADAL" clId="{61768BA7-1DA1-45A4-8DE2-51C6D6714D84}" dt="2022-06-09T11:57:34.285" v="8"/>
          <ac:spMkLst>
            <pc:docMk/>
            <pc:sldMk cId="267460067" sldId="256"/>
            <ac:spMk id="8" creationId="{ABC08A69-F15A-33F0-2881-8C1D4E7977AF}"/>
          </ac:spMkLst>
        </pc:spChg>
        <pc:spChg chg="add del mod">
          <ac:chgData name="Remi de Vogel" userId="5948360e-7b9c-4a22-9ada-df5e8b901c82" providerId="ADAL" clId="{61768BA7-1DA1-45A4-8DE2-51C6D6714D84}" dt="2022-06-09T11:57:34.285" v="8"/>
          <ac:spMkLst>
            <pc:docMk/>
            <pc:sldMk cId="267460067" sldId="256"/>
            <ac:spMk id="9" creationId="{C6623F07-4EE3-25FB-5587-096708121164}"/>
          </ac:spMkLst>
        </pc:spChg>
        <pc:spChg chg="add del mod">
          <ac:chgData name="Remi de Vogel" userId="5948360e-7b9c-4a22-9ada-df5e8b901c82" providerId="ADAL" clId="{61768BA7-1DA1-45A4-8DE2-51C6D6714D84}" dt="2022-06-09T11:57:55.030" v="15"/>
          <ac:spMkLst>
            <pc:docMk/>
            <pc:sldMk cId="267460067" sldId="256"/>
            <ac:spMk id="10" creationId="{04EBBDD2-119A-61F0-0A2A-F9672ECCBE7F}"/>
          </ac:spMkLst>
        </pc:spChg>
        <pc:spChg chg="add del mod">
          <ac:chgData name="Remi de Vogel" userId="5948360e-7b9c-4a22-9ada-df5e8b901c82" providerId="ADAL" clId="{61768BA7-1DA1-45A4-8DE2-51C6D6714D84}" dt="2022-06-09T11:57:55.030" v="15"/>
          <ac:spMkLst>
            <pc:docMk/>
            <pc:sldMk cId="267460067" sldId="256"/>
            <ac:spMk id="11" creationId="{0D454ACA-B572-9E60-3E96-125E8008615B}"/>
          </ac:spMkLst>
        </pc:spChg>
        <pc:spChg chg="add del mod">
          <ac:chgData name="Remi de Vogel" userId="5948360e-7b9c-4a22-9ada-df5e8b901c82" providerId="ADAL" clId="{61768BA7-1DA1-45A4-8DE2-51C6D6714D84}" dt="2022-06-09T11:57:55.174" v="16"/>
          <ac:spMkLst>
            <pc:docMk/>
            <pc:sldMk cId="267460067" sldId="256"/>
            <ac:spMk id="12" creationId="{A53215CD-02D2-F854-5549-B29C3F1DD47D}"/>
          </ac:spMkLst>
        </pc:spChg>
        <pc:spChg chg="add del mod">
          <ac:chgData name="Remi de Vogel" userId="5948360e-7b9c-4a22-9ada-df5e8b901c82" providerId="ADAL" clId="{61768BA7-1DA1-45A4-8DE2-51C6D6714D84}" dt="2022-06-09T11:57:55.174" v="16"/>
          <ac:spMkLst>
            <pc:docMk/>
            <pc:sldMk cId="267460067" sldId="256"/>
            <ac:spMk id="13" creationId="{48F383E7-9C40-33D1-8443-8DC3DBB679C6}"/>
          </ac:spMkLst>
        </pc:spChg>
      </pc:sldChg>
      <pc:sldChg chg="addSp delSp modSp">
        <pc:chgData name="Remi de Vogel" userId="5948360e-7b9c-4a22-9ada-df5e8b901c82" providerId="ADAL" clId="{61768BA7-1DA1-45A4-8DE2-51C6D6714D84}" dt="2022-06-09T11:57:21.841" v="6"/>
        <pc:sldMkLst>
          <pc:docMk/>
          <pc:sldMk cId="511627541" sldId="258"/>
        </pc:sldMkLst>
        <pc:spChg chg="mod">
          <ac:chgData name="Remi de Vogel" userId="5948360e-7b9c-4a22-9ada-df5e8b901c82" providerId="ADAL" clId="{61768BA7-1DA1-45A4-8DE2-51C6D6714D84}" dt="2022-06-09T11:57:21.841" v="6"/>
          <ac:spMkLst>
            <pc:docMk/>
            <pc:sldMk cId="511627541" sldId="258"/>
            <ac:spMk id="2" creationId="{936D9E45-C0E5-4345-61C2-53A4A75266A3}"/>
          </ac:spMkLst>
        </pc:spChg>
        <pc:spChg chg="mod">
          <ac:chgData name="Remi de Vogel" userId="5948360e-7b9c-4a22-9ada-df5e8b901c82" providerId="ADAL" clId="{61768BA7-1DA1-45A4-8DE2-51C6D6714D84}" dt="2022-06-09T11:57:21.841" v="6"/>
          <ac:spMkLst>
            <pc:docMk/>
            <pc:sldMk cId="511627541" sldId="258"/>
            <ac:spMk id="3" creationId="{21DE6A03-92D0-21C6-8397-EE782EE3E88E}"/>
          </ac:spMkLst>
        </pc:spChg>
        <pc:spChg chg="mod">
          <ac:chgData name="Remi de Vogel" userId="5948360e-7b9c-4a22-9ada-df5e8b901c82" providerId="ADAL" clId="{61768BA7-1DA1-45A4-8DE2-51C6D6714D84}" dt="2022-06-09T11:57:21.841" v="6"/>
          <ac:spMkLst>
            <pc:docMk/>
            <pc:sldMk cId="511627541" sldId="258"/>
            <ac:spMk id="4" creationId="{628DC984-545F-002E-1486-0212C37C6244}"/>
          </ac:spMkLst>
        </pc:spChg>
        <pc:spChg chg="add del mod">
          <ac:chgData name="Remi de Vogel" userId="5948360e-7b9c-4a22-9ada-df5e8b901c82" providerId="ADAL" clId="{61768BA7-1DA1-45A4-8DE2-51C6D6714D84}" dt="2022-06-09T11:57:21.841" v="6"/>
          <ac:spMkLst>
            <pc:docMk/>
            <pc:sldMk cId="511627541" sldId="258"/>
            <ac:spMk id="5" creationId="{BD1F2E69-7E8A-FE08-1171-1832A98AAC27}"/>
          </ac:spMkLst>
        </pc:spChg>
        <pc:spChg chg="add del mod">
          <ac:chgData name="Remi de Vogel" userId="5948360e-7b9c-4a22-9ada-df5e8b901c82" providerId="ADAL" clId="{61768BA7-1DA1-45A4-8DE2-51C6D6714D84}" dt="2022-06-09T11:57:21.841" v="6"/>
          <ac:spMkLst>
            <pc:docMk/>
            <pc:sldMk cId="511627541" sldId="258"/>
            <ac:spMk id="6" creationId="{3FB6AD8B-74F8-B896-A639-EE93D09DB2D4}"/>
          </ac:spMkLst>
        </pc:spChg>
        <pc:spChg chg="add del mod">
          <ac:chgData name="Remi de Vogel" userId="5948360e-7b9c-4a22-9ada-df5e8b901c82" providerId="ADAL" clId="{61768BA7-1DA1-45A4-8DE2-51C6D6714D84}" dt="2022-06-09T11:57:21.841" v="6"/>
          <ac:spMkLst>
            <pc:docMk/>
            <pc:sldMk cId="511627541" sldId="258"/>
            <ac:spMk id="7" creationId="{F3C071CD-9C3A-16E7-987C-201A4B180EF8}"/>
          </ac:spMkLst>
        </pc:spChg>
        <pc:spChg chg="add mod">
          <ac:chgData name="Remi de Vogel" userId="5948360e-7b9c-4a22-9ada-df5e8b901c82" providerId="ADAL" clId="{61768BA7-1DA1-45A4-8DE2-51C6D6714D84}" dt="2022-06-09T11:57:21.841" v="6"/>
          <ac:spMkLst>
            <pc:docMk/>
            <pc:sldMk cId="511627541" sldId="258"/>
            <ac:spMk id="8" creationId="{56F96447-464E-618F-77C1-855C61B2CE06}"/>
          </ac:spMkLst>
        </pc:spChg>
        <pc:spChg chg="del">
          <ac:chgData name="Remi de Vogel" userId="5948360e-7b9c-4a22-9ada-df5e8b901c82" providerId="ADAL" clId="{61768BA7-1DA1-45A4-8DE2-51C6D6714D84}" dt="2022-06-09T11:57:21.841" v="6"/>
          <ac:spMkLst>
            <pc:docMk/>
            <pc:sldMk cId="511627541" sldId="258"/>
            <ac:spMk id="9" creationId="{102D2621-9DC0-A01A-7A9C-BC099E5710E8}"/>
          </ac:spMkLst>
        </pc:spChg>
        <pc:spChg chg="add mod">
          <ac:chgData name="Remi de Vogel" userId="5948360e-7b9c-4a22-9ada-df5e8b901c82" providerId="ADAL" clId="{61768BA7-1DA1-45A4-8DE2-51C6D6714D84}" dt="2022-06-09T11:57:21.841" v="6"/>
          <ac:spMkLst>
            <pc:docMk/>
            <pc:sldMk cId="511627541" sldId="258"/>
            <ac:spMk id="10" creationId="{76824E6D-88FA-928F-B392-F391B57A4930}"/>
          </ac:spMkLst>
        </pc:spChg>
        <pc:spChg chg="add mod">
          <ac:chgData name="Remi de Vogel" userId="5948360e-7b9c-4a22-9ada-df5e8b901c82" providerId="ADAL" clId="{61768BA7-1DA1-45A4-8DE2-51C6D6714D84}" dt="2022-06-09T11:57:21.841" v="6"/>
          <ac:spMkLst>
            <pc:docMk/>
            <pc:sldMk cId="511627541" sldId="258"/>
            <ac:spMk id="11" creationId="{78E1CC87-9354-AB54-159B-8B1A2EFFE7B8}"/>
          </ac:spMkLst>
        </pc:spChg>
        <pc:spChg chg="del">
          <ac:chgData name="Remi de Vogel" userId="5948360e-7b9c-4a22-9ada-df5e8b901c82" providerId="ADAL" clId="{61768BA7-1DA1-45A4-8DE2-51C6D6714D84}" dt="2022-06-09T11:57:21.841" v="6"/>
          <ac:spMkLst>
            <pc:docMk/>
            <pc:sldMk cId="511627541" sldId="258"/>
            <ac:spMk id="12" creationId="{74966C7F-E7A2-84BC-674A-EB82AEF4455B}"/>
          </ac:spMkLst>
        </pc:spChg>
        <pc:spChg chg="del">
          <ac:chgData name="Remi de Vogel" userId="5948360e-7b9c-4a22-9ada-df5e8b901c82" providerId="ADAL" clId="{61768BA7-1DA1-45A4-8DE2-51C6D6714D84}" dt="2022-06-09T11:57:21.841" v="6"/>
          <ac:spMkLst>
            <pc:docMk/>
            <pc:sldMk cId="511627541" sldId="258"/>
            <ac:spMk id="13" creationId="{49C82FB1-4FE2-8A68-841B-6DA57C204AD3}"/>
          </ac:spMkLst>
        </pc:spChg>
        <pc:spChg chg="del">
          <ac:chgData name="Remi de Vogel" userId="5948360e-7b9c-4a22-9ada-df5e8b901c82" providerId="ADAL" clId="{61768BA7-1DA1-45A4-8DE2-51C6D6714D84}" dt="2022-06-09T11:57:21.841" v="6"/>
          <ac:spMkLst>
            <pc:docMk/>
            <pc:sldMk cId="511627541" sldId="258"/>
            <ac:spMk id="14" creationId="{41BA85AE-942D-0AAC-AD87-544A2348479B}"/>
          </ac:spMkLst>
        </pc:spChg>
        <pc:spChg chg="add mod">
          <ac:chgData name="Remi de Vogel" userId="5948360e-7b9c-4a22-9ada-df5e8b901c82" providerId="ADAL" clId="{61768BA7-1DA1-45A4-8DE2-51C6D6714D84}" dt="2022-06-09T11:57:21.841" v="6"/>
          <ac:spMkLst>
            <pc:docMk/>
            <pc:sldMk cId="511627541" sldId="258"/>
            <ac:spMk id="15" creationId="{A2CEEBDD-5C55-F7A7-00C2-C2D80D6C5A58}"/>
          </ac:spMkLst>
        </pc:spChg>
      </pc:sldChg>
      <pc:sldChg chg="addSp delSp modSp mod">
        <pc:chgData name="Remi de Vogel" userId="5948360e-7b9c-4a22-9ada-df5e8b901c82" providerId="ADAL" clId="{61768BA7-1DA1-45A4-8DE2-51C6D6714D84}" dt="2022-06-09T11:58:05.402" v="18" actId="20577"/>
        <pc:sldMkLst>
          <pc:docMk/>
          <pc:sldMk cId="2684026461" sldId="259"/>
        </pc:sldMkLst>
        <pc:spChg chg="mod">
          <ac:chgData name="Remi de Vogel" userId="5948360e-7b9c-4a22-9ada-df5e8b901c82" providerId="ADAL" clId="{61768BA7-1DA1-45A4-8DE2-51C6D6714D84}" dt="2022-06-09T11:57:18.903" v="4"/>
          <ac:spMkLst>
            <pc:docMk/>
            <pc:sldMk cId="2684026461" sldId="259"/>
            <ac:spMk id="2" creationId="{ED2FA92F-3760-F867-BBB9-E5AA1AA430A3}"/>
          </ac:spMkLst>
        </pc:spChg>
        <pc:spChg chg="add del mod">
          <ac:chgData name="Remi de Vogel" userId="5948360e-7b9c-4a22-9ada-df5e8b901c82" providerId="ADAL" clId="{61768BA7-1DA1-45A4-8DE2-51C6D6714D84}" dt="2022-06-09T11:57:18.903" v="4"/>
          <ac:spMkLst>
            <pc:docMk/>
            <pc:sldMk cId="2684026461" sldId="259"/>
            <ac:spMk id="3" creationId="{8638CF0A-A796-92D7-471A-67D17EE4F29D}"/>
          </ac:spMkLst>
        </pc:spChg>
        <pc:spChg chg="mod">
          <ac:chgData name="Remi de Vogel" userId="5948360e-7b9c-4a22-9ada-df5e8b901c82" providerId="ADAL" clId="{61768BA7-1DA1-45A4-8DE2-51C6D6714D84}" dt="2022-06-09T11:57:18.903" v="4"/>
          <ac:spMkLst>
            <pc:docMk/>
            <pc:sldMk cId="2684026461" sldId="259"/>
            <ac:spMk id="4" creationId="{C456A5FB-6679-6BF4-11DF-B137524A325E}"/>
          </ac:spMkLst>
        </pc:spChg>
        <pc:spChg chg="mod">
          <ac:chgData name="Remi de Vogel" userId="5948360e-7b9c-4a22-9ada-df5e8b901c82" providerId="ADAL" clId="{61768BA7-1DA1-45A4-8DE2-51C6D6714D84}" dt="2022-06-09T11:57:18.903" v="4"/>
          <ac:spMkLst>
            <pc:docMk/>
            <pc:sldMk cId="2684026461" sldId="259"/>
            <ac:spMk id="5" creationId="{569CD387-9D42-7928-1704-39C106FCB210}"/>
          </ac:spMkLst>
        </pc:spChg>
        <pc:spChg chg="add del mod">
          <ac:chgData name="Remi de Vogel" userId="5948360e-7b9c-4a22-9ada-df5e8b901c82" providerId="ADAL" clId="{61768BA7-1DA1-45A4-8DE2-51C6D6714D84}" dt="2022-06-09T11:57:18.903" v="4"/>
          <ac:spMkLst>
            <pc:docMk/>
            <pc:sldMk cId="2684026461" sldId="259"/>
            <ac:spMk id="6" creationId="{C242766B-A78D-275C-E0E2-5F171F507BEF}"/>
          </ac:spMkLst>
        </pc:spChg>
        <pc:spChg chg="add del mod">
          <ac:chgData name="Remi de Vogel" userId="5948360e-7b9c-4a22-9ada-df5e8b901c82" providerId="ADAL" clId="{61768BA7-1DA1-45A4-8DE2-51C6D6714D84}" dt="2022-06-09T11:57:18.903" v="4"/>
          <ac:spMkLst>
            <pc:docMk/>
            <pc:sldMk cId="2684026461" sldId="259"/>
            <ac:spMk id="7" creationId="{6675C1C0-56C6-A3FC-F45F-D801CF05133D}"/>
          </ac:spMkLst>
        </pc:spChg>
        <pc:spChg chg="add mod">
          <ac:chgData name="Remi de Vogel" userId="5948360e-7b9c-4a22-9ada-df5e8b901c82" providerId="ADAL" clId="{61768BA7-1DA1-45A4-8DE2-51C6D6714D84}" dt="2022-06-09T11:57:18.903" v="4"/>
          <ac:spMkLst>
            <pc:docMk/>
            <pc:sldMk cId="2684026461" sldId="259"/>
            <ac:spMk id="8" creationId="{C24C38AD-B3CF-4A52-FE4A-DB22644E42E1}"/>
          </ac:spMkLst>
        </pc:spChg>
        <pc:spChg chg="add mod">
          <ac:chgData name="Remi de Vogel" userId="5948360e-7b9c-4a22-9ada-df5e8b901c82" providerId="ADAL" clId="{61768BA7-1DA1-45A4-8DE2-51C6D6714D84}" dt="2022-06-09T11:58:05.402" v="18" actId="20577"/>
          <ac:spMkLst>
            <pc:docMk/>
            <pc:sldMk cId="2684026461" sldId="259"/>
            <ac:spMk id="9" creationId="{99FFE961-772C-BFBA-9A86-532291AC96F9}"/>
          </ac:spMkLst>
        </pc:spChg>
        <pc:spChg chg="del">
          <ac:chgData name="Remi de Vogel" userId="5948360e-7b9c-4a22-9ada-df5e8b901c82" providerId="ADAL" clId="{61768BA7-1DA1-45A4-8DE2-51C6D6714D84}" dt="2022-06-09T11:57:18.903" v="4"/>
          <ac:spMkLst>
            <pc:docMk/>
            <pc:sldMk cId="2684026461" sldId="259"/>
            <ac:spMk id="12" creationId="{A250C287-DE2F-C635-51BA-3AEC4F614EB2}"/>
          </ac:spMkLst>
        </pc:spChg>
        <pc:spChg chg="del">
          <ac:chgData name="Remi de Vogel" userId="5948360e-7b9c-4a22-9ada-df5e8b901c82" providerId="ADAL" clId="{61768BA7-1DA1-45A4-8DE2-51C6D6714D84}" dt="2022-06-09T11:57:18.903" v="4"/>
          <ac:spMkLst>
            <pc:docMk/>
            <pc:sldMk cId="2684026461" sldId="259"/>
            <ac:spMk id="13" creationId="{633C0219-370D-A42B-DBED-40969943B164}"/>
          </ac:spMkLst>
        </pc:spChg>
      </pc:sldChg>
      <pc:sldMasterChg chg="modSp mod modSldLayout">
        <pc:chgData name="Remi de Vogel" userId="5948360e-7b9c-4a22-9ada-df5e8b901c82" providerId="ADAL" clId="{61768BA7-1DA1-45A4-8DE2-51C6D6714D84}" dt="2022-06-09T11:57:51.106" v="14" actId="20577"/>
        <pc:sldMasterMkLst>
          <pc:docMk/>
          <pc:sldMasterMk cId="259861064" sldId="2147483648"/>
        </pc:sldMasterMkLst>
        <pc:spChg chg="mod">
          <ac:chgData name="Remi de Vogel" userId="5948360e-7b9c-4a22-9ada-df5e8b901c82" providerId="ADAL" clId="{61768BA7-1DA1-45A4-8DE2-51C6D6714D84}" dt="2022-06-09T11:56:53.547" v="2" actId="207"/>
          <ac:spMkLst>
            <pc:docMk/>
            <pc:sldMasterMk cId="259861064" sldId="2147483648"/>
            <ac:spMk id="4" creationId="{DB57928F-0394-A641-8E3E-2D180F0BE042}"/>
          </ac:spMkLst>
        </pc:spChg>
        <pc:spChg chg="mod">
          <ac:chgData name="Remi de Vogel" userId="5948360e-7b9c-4a22-9ada-df5e8b901c82" providerId="ADAL" clId="{61768BA7-1DA1-45A4-8DE2-51C6D6714D84}" dt="2022-06-09T11:56:53.547" v="2" actId="207"/>
          <ac:spMkLst>
            <pc:docMk/>
            <pc:sldMasterMk cId="259861064" sldId="2147483648"/>
            <ac:spMk id="5" creationId="{891E28BB-B5FE-E965-0E15-F1CED40AB33B}"/>
          </ac:spMkLst>
        </pc:spChg>
        <pc:sldLayoutChg chg="modSp mod">
          <pc:chgData name="Remi de Vogel" userId="5948360e-7b9c-4a22-9ada-df5e8b901c82" providerId="ADAL" clId="{61768BA7-1DA1-45A4-8DE2-51C6D6714D84}" dt="2022-06-09T11:57:51.106" v="14" actId="20577"/>
          <pc:sldLayoutMkLst>
            <pc:docMk/>
            <pc:sldMasterMk cId="259861064" sldId="2147483648"/>
            <pc:sldLayoutMk cId="2882847530" sldId="2147483728"/>
          </pc:sldLayoutMkLst>
          <pc:spChg chg="mod">
            <ac:chgData name="Remi de Vogel" userId="5948360e-7b9c-4a22-9ada-df5e8b901c82" providerId="ADAL" clId="{61768BA7-1DA1-45A4-8DE2-51C6D6714D84}" dt="2022-06-09T11:57:51.106" v="14" actId="20577"/>
            <ac:spMkLst>
              <pc:docMk/>
              <pc:sldMasterMk cId="259861064" sldId="2147483648"/>
              <pc:sldLayoutMk cId="2882847530" sldId="2147483728"/>
              <ac:spMk id="7" creationId="{02F8741F-59EA-13F5-0DE4-B32DD9F9463A}"/>
            </ac:spMkLst>
          </pc:spChg>
          <pc:spChg chg="mod">
            <ac:chgData name="Remi de Vogel" userId="5948360e-7b9c-4a22-9ada-df5e8b901c82" providerId="ADAL" clId="{61768BA7-1DA1-45A4-8DE2-51C6D6714D84}" dt="2022-06-09T11:57:50.481" v="13" actId="20577"/>
            <ac:spMkLst>
              <pc:docMk/>
              <pc:sldMasterMk cId="259861064" sldId="2147483648"/>
              <pc:sldLayoutMk cId="2882847530" sldId="2147483728"/>
              <ac:spMk id="13" creationId="{0F31288B-358A-4E1C-DD16-FE030624C9D7}"/>
            </ac:spMkLst>
          </pc:spChg>
        </pc:sldLayoutChg>
      </pc:sldMasterChg>
    </pc:docChg>
  </pc:docChgLst>
  <pc:docChgLst>
    <pc:chgData name="Charlotte Knaupp" userId="68a7a230-7b40-4667-aed5-d2dc881ae357" providerId="ADAL" clId="{D3D730CE-05D1-4CB6-A972-622873736A8C}"/>
    <pc:docChg chg="undo custSel addSld delSld modSld modMainMaster">
      <pc:chgData name="Charlotte Knaupp" userId="68a7a230-7b40-4667-aed5-d2dc881ae357" providerId="ADAL" clId="{D3D730CE-05D1-4CB6-A972-622873736A8C}" dt="2023-09-12T10:12:37.852" v="75" actId="13244"/>
      <pc:docMkLst>
        <pc:docMk/>
      </pc:docMkLst>
      <pc:sldChg chg="add del">
        <pc:chgData name="Charlotte Knaupp" userId="68a7a230-7b40-4667-aed5-d2dc881ae357" providerId="ADAL" clId="{D3D730CE-05D1-4CB6-A972-622873736A8C}" dt="2023-09-05T14:42:54.862" v="47" actId="47"/>
        <pc:sldMkLst>
          <pc:docMk/>
          <pc:sldMk cId="984917374" sldId="262"/>
        </pc:sldMkLst>
      </pc:sldChg>
      <pc:sldChg chg="addSp delSp modSp mod">
        <pc:chgData name="Charlotte Knaupp" userId="68a7a230-7b40-4667-aed5-d2dc881ae357" providerId="ADAL" clId="{D3D730CE-05D1-4CB6-A972-622873736A8C}" dt="2023-09-12T10:12:20.485" v="69"/>
        <pc:sldMkLst>
          <pc:docMk/>
          <pc:sldMk cId="3144054254" sldId="2145707256"/>
        </pc:sldMkLst>
        <pc:spChg chg="del">
          <ac:chgData name="Charlotte Knaupp" userId="68a7a230-7b40-4667-aed5-d2dc881ae357" providerId="ADAL" clId="{D3D730CE-05D1-4CB6-A972-622873736A8C}" dt="2023-09-12T10:12:10.988" v="65" actId="478"/>
          <ac:spMkLst>
            <pc:docMk/>
            <pc:sldMk cId="3144054254" sldId="2145707256"/>
            <ac:spMk id="3" creationId="{8C85489C-57C7-87F6-9B65-6B90075F5A8F}"/>
          </ac:spMkLst>
        </pc:spChg>
        <pc:spChg chg="del">
          <ac:chgData name="Charlotte Knaupp" userId="68a7a230-7b40-4667-aed5-d2dc881ae357" providerId="ADAL" clId="{D3D730CE-05D1-4CB6-A972-622873736A8C}" dt="2023-09-05T10:09:18.192" v="0" actId="478"/>
          <ac:spMkLst>
            <pc:docMk/>
            <pc:sldMk cId="3144054254" sldId="2145707256"/>
            <ac:spMk id="6" creationId="{4AC8C296-4482-7591-05B4-3A7FCEEA7817}"/>
          </ac:spMkLst>
        </pc:spChg>
        <pc:spChg chg="add mod">
          <ac:chgData name="Charlotte Knaupp" userId="68a7a230-7b40-4667-aed5-d2dc881ae357" providerId="ADAL" clId="{D3D730CE-05D1-4CB6-A972-622873736A8C}" dt="2023-09-05T10:09:22.459" v="2" actId="207"/>
          <ac:spMkLst>
            <pc:docMk/>
            <pc:sldMk cId="3144054254" sldId="2145707256"/>
            <ac:spMk id="8" creationId="{26E3345B-9911-3BB4-5A46-C9986439BCA9}"/>
          </ac:spMkLst>
        </pc:spChg>
        <pc:spChg chg="add mod">
          <ac:chgData name="Charlotte Knaupp" userId="68a7a230-7b40-4667-aed5-d2dc881ae357" providerId="ADAL" clId="{D3D730CE-05D1-4CB6-A972-622873736A8C}" dt="2023-09-05T10:09:22.459" v="2" actId="207"/>
          <ac:spMkLst>
            <pc:docMk/>
            <pc:sldMk cId="3144054254" sldId="2145707256"/>
            <ac:spMk id="9" creationId="{B4AE9CA6-D878-C629-CD7B-8B5C7FF2097C}"/>
          </ac:spMkLst>
        </pc:spChg>
        <pc:spChg chg="add del mod">
          <ac:chgData name="Charlotte Knaupp" userId="68a7a230-7b40-4667-aed5-d2dc881ae357" providerId="ADAL" clId="{D3D730CE-05D1-4CB6-A972-622873736A8C}" dt="2023-09-12T10:12:20.139" v="68" actId="478"/>
          <ac:spMkLst>
            <pc:docMk/>
            <pc:sldMk cId="3144054254" sldId="2145707256"/>
            <ac:spMk id="10" creationId="{6036BDD2-5CD3-86FC-B2AE-F2230F58224F}"/>
          </ac:spMkLst>
        </pc:spChg>
        <pc:spChg chg="del">
          <ac:chgData name="Charlotte Knaupp" userId="68a7a230-7b40-4667-aed5-d2dc881ae357" providerId="ADAL" clId="{D3D730CE-05D1-4CB6-A972-622873736A8C}" dt="2023-09-05T10:09:18.192" v="0" actId="478"/>
          <ac:spMkLst>
            <pc:docMk/>
            <pc:sldMk cId="3144054254" sldId="2145707256"/>
            <ac:spMk id="14" creationId="{AADB1F46-0A3D-7233-8573-BA80356AED56}"/>
          </ac:spMkLst>
        </pc:spChg>
        <pc:spChg chg="add mod">
          <ac:chgData name="Charlotte Knaupp" userId="68a7a230-7b40-4667-aed5-d2dc881ae357" providerId="ADAL" clId="{D3D730CE-05D1-4CB6-A972-622873736A8C}" dt="2023-09-12T10:12:20.485" v="69"/>
          <ac:spMkLst>
            <pc:docMk/>
            <pc:sldMk cId="3144054254" sldId="2145707256"/>
            <ac:spMk id="14" creationId="{E3E20C5E-CD42-A16A-BAF7-5E698CA11DB4}"/>
          </ac:spMkLst>
        </pc:spChg>
        <pc:spChg chg="del">
          <ac:chgData name="Charlotte Knaupp" userId="68a7a230-7b40-4667-aed5-d2dc881ae357" providerId="ADAL" clId="{D3D730CE-05D1-4CB6-A972-622873736A8C}" dt="2023-09-05T10:09:18.192" v="0" actId="478"/>
          <ac:spMkLst>
            <pc:docMk/>
            <pc:sldMk cId="3144054254" sldId="2145707256"/>
            <ac:spMk id="15" creationId="{E84B0FB7-B929-DADB-18B3-B6F13980902B}"/>
          </ac:spMkLst>
        </pc:spChg>
        <pc:spChg chg="del">
          <ac:chgData name="Charlotte Knaupp" userId="68a7a230-7b40-4667-aed5-d2dc881ae357" providerId="ADAL" clId="{D3D730CE-05D1-4CB6-A972-622873736A8C}" dt="2023-09-05T10:09:18.192" v="0" actId="478"/>
          <ac:spMkLst>
            <pc:docMk/>
            <pc:sldMk cId="3144054254" sldId="2145707256"/>
            <ac:spMk id="16" creationId="{AB430D76-7825-43F3-5166-3176B711BF93}"/>
          </ac:spMkLst>
        </pc:spChg>
        <pc:spChg chg="mod">
          <ac:chgData name="Charlotte Knaupp" userId="68a7a230-7b40-4667-aed5-d2dc881ae357" providerId="ADAL" clId="{D3D730CE-05D1-4CB6-A972-622873736A8C}" dt="2023-09-05T10:09:41.131" v="3" actId="207"/>
          <ac:spMkLst>
            <pc:docMk/>
            <pc:sldMk cId="3144054254" sldId="2145707256"/>
            <ac:spMk id="27" creationId="{653EF578-B88D-C468-070B-7A6E28DC989A}"/>
          </ac:spMkLst>
        </pc:spChg>
        <pc:picChg chg="add mod ord">
          <ac:chgData name="Charlotte Knaupp" userId="68a7a230-7b40-4667-aed5-d2dc881ae357" providerId="ADAL" clId="{D3D730CE-05D1-4CB6-A972-622873736A8C}" dt="2023-09-12T10:12:13.728" v="67" actId="13244"/>
          <ac:picMkLst>
            <pc:docMk/>
            <pc:sldMk cId="3144054254" sldId="2145707256"/>
            <ac:picMk id="6" creationId="{5E09B708-F787-A602-990C-77EA58AA32BA}"/>
          </ac:picMkLst>
        </pc:picChg>
      </pc:sldChg>
      <pc:sldChg chg="addSp delSp modSp mod">
        <pc:chgData name="Charlotte Knaupp" userId="68a7a230-7b40-4667-aed5-d2dc881ae357" providerId="ADAL" clId="{D3D730CE-05D1-4CB6-A972-622873736A8C}" dt="2023-09-12T10:12:37.852" v="75" actId="13244"/>
        <pc:sldMkLst>
          <pc:docMk/>
          <pc:sldMk cId="1213052669" sldId="2145707258"/>
        </pc:sldMkLst>
        <pc:spChg chg="del">
          <ac:chgData name="Charlotte Knaupp" userId="68a7a230-7b40-4667-aed5-d2dc881ae357" providerId="ADAL" clId="{D3D730CE-05D1-4CB6-A972-622873736A8C}" dt="2023-09-12T10:12:32.179" v="73" actId="478"/>
          <ac:spMkLst>
            <pc:docMk/>
            <pc:sldMk cId="1213052669" sldId="2145707258"/>
            <ac:spMk id="4" creationId="{A28D0E87-AE84-7CCF-2092-2E19106F5894}"/>
          </ac:spMkLst>
        </pc:spChg>
        <pc:picChg chg="add mod ord">
          <ac:chgData name="Charlotte Knaupp" userId="68a7a230-7b40-4667-aed5-d2dc881ae357" providerId="ADAL" clId="{D3D730CE-05D1-4CB6-A972-622873736A8C}" dt="2023-09-12T10:12:37.852" v="75" actId="13244"/>
          <ac:picMkLst>
            <pc:docMk/>
            <pc:sldMk cId="1213052669" sldId="2145707258"/>
            <ac:picMk id="9" creationId="{4162ABBF-22C6-555A-030C-ADCDBA9A4949}"/>
          </ac:picMkLst>
        </pc:picChg>
      </pc:sldChg>
      <pc:sldChg chg="addSp delSp modSp mod">
        <pc:chgData name="Charlotte Knaupp" userId="68a7a230-7b40-4667-aed5-d2dc881ae357" providerId="ADAL" clId="{D3D730CE-05D1-4CB6-A972-622873736A8C}" dt="2023-09-12T10:12:29.243" v="72" actId="13244"/>
        <pc:sldMkLst>
          <pc:docMk/>
          <pc:sldMk cId="3165483609" sldId="2145707260"/>
        </pc:sldMkLst>
        <pc:spChg chg="del">
          <ac:chgData name="Charlotte Knaupp" userId="68a7a230-7b40-4667-aed5-d2dc881ae357" providerId="ADAL" clId="{D3D730CE-05D1-4CB6-A972-622873736A8C}" dt="2023-09-12T10:12:27.188" v="70" actId="478"/>
          <ac:spMkLst>
            <pc:docMk/>
            <pc:sldMk cId="3165483609" sldId="2145707260"/>
            <ac:spMk id="4" creationId="{A28D0E87-AE84-7CCF-2092-2E19106F5894}"/>
          </ac:spMkLst>
        </pc:spChg>
        <pc:picChg chg="add mod ord">
          <ac:chgData name="Charlotte Knaupp" userId="68a7a230-7b40-4667-aed5-d2dc881ae357" providerId="ADAL" clId="{D3D730CE-05D1-4CB6-A972-622873736A8C}" dt="2023-09-12T10:12:29.243" v="72" actId="13244"/>
          <ac:picMkLst>
            <pc:docMk/>
            <pc:sldMk cId="3165483609" sldId="2145707260"/>
            <ac:picMk id="8" creationId="{3C4BF902-3C3F-8589-2E48-AF627EF1336D}"/>
          </ac:picMkLst>
        </pc:picChg>
      </pc:sldChg>
      <pc:sldChg chg="new">
        <pc:chgData name="Charlotte Knaupp" userId="68a7a230-7b40-4667-aed5-d2dc881ae357" providerId="ADAL" clId="{D3D730CE-05D1-4CB6-A972-622873736A8C}" dt="2023-09-05T14:42:52.737" v="46" actId="680"/>
        <pc:sldMkLst>
          <pc:docMk/>
          <pc:sldMk cId="4229797179" sldId="2145707261"/>
        </pc:sldMkLst>
      </pc:sldChg>
      <pc:sldMasterChg chg="addSp delSp modSp mod modSldLayout">
        <pc:chgData name="Charlotte Knaupp" userId="68a7a230-7b40-4667-aed5-d2dc881ae357" providerId="ADAL" clId="{D3D730CE-05D1-4CB6-A972-622873736A8C}" dt="2023-09-12T10:11:30.178" v="64"/>
        <pc:sldMasterMkLst>
          <pc:docMk/>
          <pc:sldMasterMk cId="259861064" sldId="2147483648"/>
        </pc:sldMasterMkLst>
        <pc:spChg chg="add mod">
          <ac:chgData name="Charlotte Knaupp" userId="68a7a230-7b40-4667-aed5-d2dc881ae357" providerId="ADAL" clId="{D3D730CE-05D1-4CB6-A972-622873736A8C}" dt="2023-09-12T10:10:19.288" v="49"/>
          <ac:spMkLst>
            <pc:docMk/>
            <pc:sldMasterMk cId="259861064" sldId="2147483648"/>
            <ac:spMk id="3" creationId="{769B4D6E-D95E-23ED-E840-20C8D98C5C6F}"/>
          </ac:spMkLst>
        </pc:spChg>
        <pc:spChg chg="del">
          <ac:chgData name="Charlotte Knaupp" userId="68a7a230-7b40-4667-aed5-d2dc881ae357" providerId="ADAL" clId="{D3D730CE-05D1-4CB6-A972-622873736A8C}" dt="2023-09-12T10:10:17.418" v="48" actId="478"/>
          <ac:spMkLst>
            <pc:docMk/>
            <pc:sldMasterMk cId="259861064" sldId="2147483648"/>
            <ac:spMk id="69" creationId="{C07C95ED-9BF9-6B8B-ADC1-7714C14E9097}"/>
          </ac:spMkLst>
        </pc:spChg>
        <pc:sldLayoutChg chg="addSp delSp modSp mod">
          <pc:chgData name="Charlotte Knaupp" userId="68a7a230-7b40-4667-aed5-d2dc881ae357" providerId="ADAL" clId="{D3D730CE-05D1-4CB6-A972-622873736A8C}" dt="2023-09-12T10:10:47.929" v="54" actId="478"/>
          <pc:sldLayoutMkLst>
            <pc:docMk/>
            <pc:sldMasterMk cId="259861064" sldId="2147483648"/>
            <pc:sldLayoutMk cId="1622635753" sldId="2147483658"/>
          </pc:sldLayoutMkLst>
          <pc:spChg chg="add mod">
            <ac:chgData name="Charlotte Knaupp" userId="68a7a230-7b40-4667-aed5-d2dc881ae357" providerId="ADAL" clId="{D3D730CE-05D1-4CB6-A972-622873736A8C}" dt="2023-09-12T10:10:38.611" v="52" actId="1076"/>
            <ac:spMkLst>
              <pc:docMk/>
              <pc:sldMasterMk cId="259861064" sldId="2147483648"/>
              <pc:sldLayoutMk cId="1622635753" sldId="2147483658"/>
              <ac:spMk id="2" creationId="{390C32AF-F620-6D54-4C85-6D188E38A442}"/>
            </ac:spMkLst>
          </pc:spChg>
          <pc:spChg chg="del">
            <ac:chgData name="Charlotte Knaupp" userId="68a7a230-7b40-4667-aed5-d2dc881ae357" providerId="ADAL" clId="{D3D730CE-05D1-4CB6-A972-622873736A8C}" dt="2023-09-12T10:10:32.452" v="50"/>
            <ac:spMkLst>
              <pc:docMk/>
              <pc:sldMasterMk cId="259861064" sldId="2147483648"/>
              <pc:sldLayoutMk cId="1622635753" sldId="2147483658"/>
              <ac:spMk id="3" creationId="{CE17F094-5C30-48A9-421A-FE6807FB5E42}"/>
            </ac:spMkLst>
          </pc:spChg>
          <pc:spChg chg="del mod modVis">
            <ac:chgData name="Charlotte Knaupp" userId="68a7a230-7b40-4667-aed5-d2dc881ae357" providerId="ADAL" clId="{D3D730CE-05D1-4CB6-A972-622873736A8C}" dt="2023-09-12T10:10:32.452" v="50"/>
            <ac:spMkLst>
              <pc:docMk/>
              <pc:sldMasterMk cId="259861064" sldId="2147483648"/>
              <pc:sldLayoutMk cId="1622635753" sldId="2147483658"/>
              <ac:spMk id="4" creationId="{16DB7DF7-FCAC-D317-55B9-B4C894AE9590}"/>
            </ac:spMkLst>
          </pc:spChg>
          <pc:spChg chg="mod">
            <ac:chgData name="Charlotte Knaupp" userId="68a7a230-7b40-4667-aed5-d2dc881ae357" providerId="ADAL" clId="{D3D730CE-05D1-4CB6-A972-622873736A8C}" dt="2023-09-05T12:20:17.500" v="8" actId="1076"/>
            <ac:spMkLst>
              <pc:docMk/>
              <pc:sldMasterMk cId="259861064" sldId="2147483648"/>
              <pc:sldLayoutMk cId="1622635753" sldId="2147483658"/>
              <ac:spMk id="6" creationId="{927B0B4F-F2D0-E42F-AFCB-5B1F56902937}"/>
            </ac:spMkLst>
          </pc:spChg>
          <pc:spChg chg="del">
            <ac:chgData name="Charlotte Knaupp" userId="68a7a230-7b40-4667-aed5-d2dc881ae357" providerId="ADAL" clId="{D3D730CE-05D1-4CB6-A972-622873736A8C}" dt="2023-09-12T10:10:32.452" v="50"/>
            <ac:spMkLst>
              <pc:docMk/>
              <pc:sldMasterMk cId="259861064" sldId="2147483648"/>
              <pc:sldLayoutMk cId="1622635753" sldId="2147483658"/>
              <ac:spMk id="7" creationId="{4037FE4A-10D5-5089-6D84-E34D3610348D}"/>
            </ac:spMkLst>
          </pc:spChg>
          <pc:spChg chg="mod">
            <ac:chgData name="Charlotte Knaupp" userId="68a7a230-7b40-4667-aed5-d2dc881ae357" providerId="ADAL" clId="{D3D730CE-05D1-4CB6-A972-622873736A8C}" dt="2023-09-05T12:20:17.219" v="7" actId="1076"/>
            <ac:spMkLst>
              <pc:docMk/>
              <pc:sldMasterMk cId="259861064" sldId="2147483648"/>
              <pc:sldLayoutMk cId="1622635753" sldId="2147483658"/>
              <ac:spMk id="8" creationId="{00000000-0000-0000-0000-000000000000}"/>
            </ac:spMkLst>
          </pc:spChg>
          <pc:spChg chg="add mod">
            <ac:chgData name="Charlotte Knaupp" userId="68a7a230-7b40-4667-aed5-d2dc881ae357" providerId="ADAL" clId="{D3D730CE-05D1-4CB6-A972-622873736A8C}" dt="2023-09-12T10:10:38.611" v="52" actId="1076"/>
            <ac:spMkLst>
              <pc:docMk/>
              <pc:sldMasterMk cId="259861064" sldId="2147483648"/>
              <pc:sldLayoutMk cId="1622635753" sldId="2147483658"/>
              <ac:spMk id="9" creationId="{F7E5965C-FF80-716F-64D8-5BDAE87CCA40}"/>
            </ac:spMkLst>
          </pc:spChg>
          <pc:spChg chg="del">
            <ac:chgData name="Charlotte Knaupp" userId="68a7a230-7b40-4667-aed5-d2dc881ae357" providerId="ADAL" clId="{D3D730CE-05D1-4CB6-A972-622873736A8C}" dt="2023-09-12T10:10:47.929" v="54" actId="478"/>
            <ac:spMkLst>
              <pc:docMk/>
              <pc:sldMasterMk cId="259861064" sldId="2147483648"/>
              <pc:sldLayoutMk cId="1622635753" sldId="2147483658"/>
              <ac:spMk id="10" creationId="{D63D6E89-68B9-468D-C7ED-9F5E85B7283A}"/>
            </ac:spMkLst>
          </pc:spChg>
          <pc:spChg chg="del">
            <ac:chgData name="Charlotte Knaupp" userId="68a7a230-7b40-4667-aed5-d2dc881ae357" providerId="ADAL" clId="{D3D730CE-05D1-4CB6-A972-622873736A8C}" dt="2023-09-12T10:10:47.929" v="54" actId="478"/>
            <ac:spMkLst>
              <pc:docMk/>
              <pc:sldMasterMk cId="259861064" sldId="2147483648"/>
              <pc:sldLayoutMk cId="1622635753" sldId="2147483658"/>
              <ac:spMk id="11" creationId="{3211E6A7-8B6E-099F-CDE9-3C2B9C711568}"/>
            </ac:spMkLst>
          </pc:spChg>
          <pc:spChg chg="del mod">
            <ac:chgData name="Charlotte Knaupp" userId="68a7a230-7b40-4667-aed5-d2dc881ae357" providerId="ADAL" clId="{D3D730CE-05D1-4CB6-A972-622873736A8C}" dt="2023-09-12T10:10:44.918" v="53" actId="478"/>
            <ac:spMkLst>
              <pc:docMk/>
              <pc:sldMasterMk cId="259861064" sldId="2147483648"/>
              <pc:sldLayoutMk cId="1622635753" sldId="2147483658"/>
              <ac:spMk id="12" creationId="{D242E176-F4AE-BD2B-63BE-D00C9691D546}"/>
            </ac:spMkLst>
          </pc:spChg>
          <pc:spChg chg="add mod">
            <ac:chgData name="Charlotte Knaupp" userId="68a7a230-7b40-4667-aed5-d2dc881ae357" providerId="ADAL" clId="{D3D730CE-05D1-4CB6-A972-622873736A8C}" dt="2023-09-12T10:10:38.611" v="52" actId="1076"/>
            <ac:spMkLst>
              <pc:docMk/>
              <pc:sldMasterMk cId="259861064" sldId="2147483648"/>
              <pc:sldLayoutMk cId="1622635753" sldId="2147483658"/>
              <ac:spMk id="13" creationId="{3A6EAFA2-B3E4-BEE1-AF87-9BB2808D1922}"/>
            </ac:spMkLst>
          </pc:spChg>
        </pc:sldLayoutChg>
        <pc:sldLayoutChg chg="addSp delSp modSp mod">
          <pc:chgData name="Charlotte Knaupp" userId="68a7a230-7b40-4667-aed5-d2dc881ae357" providerId="ADAL" clId="{D3D730CE-05D1-4CB6-A972-622873736A8C}" dt="2023-09-12T10:11:04.419" v="57" actId="207"/>
          <pc:sldLayoutMkLst>
            <pc:docMk/>
            <pc:sldMasterMk cId="259861064" sldId="2147483648"/>
            <pc:sldLayoutMk cId="3277208104" sldId="2147483737"/>
          </pc:sldLayoutMkLst>
          <pc:spChg chg="add mod">
            <ac:chgData name="Charlotte Knaupp" userId="68a7a230-7b40-4667-aed5-d2dc881ae357" providerId="ADAL" clId="{D3D730CE-05D1-4CB6-A972-622873736A8C}" dt="2023-09-12T10:11:04.419" v="57" actId="207"/>
            <ac:spMkLst>
              <pc:docMk/>
              <pc:sldMasterMk cId="259861064" sldId="2147483648"/>
              <pc:sldLayoutMk cId="3277208104" sldId="2147483737"/>
              <ac:spMk id="5" creationId="{D50E9AFD-FA44-F90E-7832-B620EAC4D081}"/>
            </ac:spMkLst>
          </pc:spChg>
          <pc:spChg chg="mod modVis">
            <ac:chgData name="Charlotte Knaupp" userId="68a7a230-7b40-4667-aed5-d2dc881ae357" providerId="ADAL" clId="{D3D730CE-05D1-4CB6-A972-622873736A8C}" dt="2023-09-05T12:20:29.011" v="11" actId="14429"/>
            <ac:spMkLst>
              <pc:docMk/>
              <pc:sldMasterMk cId="259861064" sldId="2147483648"/>
              <pc:sldLayoutMk cId="3277208104" sldId="2147483737"/>
              <ac:spMk id="11" creationId="{7C3D10E2-AE17-CA71-DC90-8A5F1BDC83F7}"/>
            </ac:spMkLst>
          </pc:spChg>
          <pc:spChg chg="del mod modVis">
            <ac:chgData name="Charlotte Knaupp" userId="68a7a230-7b40-4667-aed5-d2dc881ae357" providerId="ADAL" clId="{D3D730CE-05D1-4CB6-A972-622873736A8C}" dt="2023-09-05T12:20:50.171" v="25" actId="478"/>
            <ac:spMkLst>
              <pc:docMk/>
              <pc:sldMasterMk cId="259861064" sldId="2147483648"/>
              <pc:sldLayoutMk cId="3277208104" sldId="2147483737"/>
              <ac:spMk id="12" creationId="{923F0AE6-64A0-48D3-2F58-26CEF71B34E0}"/>
            </ac:spMkLst>
          </pc:spChg>
          <pc:spChg chg="del mod modVis">
            <ac:chgData name="Charlotte Knaupp" userId="68a7a230-7b40-4667-aed5-d2dc881ae357" providerId="ADAL" clId="{D3D730CE-05D1-4CB6-A972-622873736A8C}" dt="2023-09-05T12:22:33.510" v="43" actId="478"/>
            <ac:spMkLst>
              <pc:docMk/>
              <pc:sldMasterMk cId="259861064" sldId="2147483648"/>
              <pc:sldLayoutMk cId="3277208104" sldId="2147483737"/>
              <ac:spMk id="13" creationId="{0B297783-3573-2902-4B98-10768A4D38EF}"/>
            </ac:spMkLst>
          </pc:spChg>
          <pc:spChg chg="del">
            <ac:chgData name="Charlotte Knaupp" userId="68a7a230-7b40-4667-aed5-d2dc881ae357" providerId="ADAL" clId="{D3D730CE-05D1-4CB6-A972-622873736A8C}" dt="2023-09-12T10:11:00.723" v="55" actId="478"/>
            <ac:spMkLst>
              <pc:docMk/>
              <pc:sldMasterMk cId="259861064" sldId="2147483648"/>
              <pc:sldLayoutMk cId="3277208104" sldId="2147483737"/>
              <ac:spMk id="15" creationId="{5953DC72-C0F5-D909-0950-92A3A6FBCB07}"/>
            </ac:spMkLst>
          </pc:spChg>
          <pc:picChg chg="mod modVis">
            <ac:chgData name="Charlotte Knaupp" userId="68a7a230-7b40-4667-aed5-d2dc881ae357" providerId="ADAL" clId="{D3D730CE-05D1-4CB6-A972-622873736A8C}" dt="2023-09-05T12:20:55.340" v="28" actId="14429"/>
            <ac:picMkLst>
              <pc:docMk/>
              <pc:sldMasterMk cId="259861064" sldId="2147483648"/>
              <pc:sldLayoutMk cId="3277208104" sldId="2147483737"/>
              <ac:picMk id="3" creationId="{E0DC69A1-081A-C732-D744-67EE1AD12E36}"/>
            </ac:picMkLst>
          </pc:picChg>
        </pc:sldLayoutChg>
        <pc:sldLayoutChg chg="addSp delSp modSp mod">
          <pc:chgData name="Charlotte Knaupp" userId="68a7a230-7b40-4667-aed5-d2dc881ae357" providerId="ADAL" clId="{D3D730CE-05D1-4CB6-A972-622873736A8C}" dt="2023-09-12T10:11:09.607" v="60" actId="207"/>
          <pc:sldLayoutMkLst>
            <pc:docMk/>
            <pc:sldMasterMk cId="259861064" sldId="2147483648"/>
            <pc:sldLayoutMk cId="3673328579" sldId="2147483743"/>
          </pc:sldLayoutMkLst>
          <pc:spChg chg="mod modVis">
            <ac:chgData name="Charlotte Knaupp" userId="68a7a230-7b40-4667-aed5-d2dc881ae357" providerId="ADAL" clId="{D3D730CE-05D1-4CB6-A972-622873736A8C}" dt="2023-09-05T12:22:24.339" v="42" actId="14429"/>
            <ac:spMkLst>
              <pc:docMk/>
              <pc:sldMasterMk cId="259861064" sldId="2147483648"/>
              <pc:sldLayoutMk cId="3673328579" sldId="2147483743"/>
              <ac:spMk id="4" creationId="{78A8925C-9AC9-3463-8EAD-C2BD76D34BCE}"/>
            </ac:spMkLst>
          </pc:spChg>
          <pc:spChg chg="add mod">
            <ac:chgData name="Charlotte Knaupp" userId="68a7a230-7b40-4667-aed5-d2dc881ae357" providerId="ADAL" clId="{D3D730CE-05D1-4CB6-A972-622873736A8C}" dt="2023-09-12T10:11:09.607" v="60" actId="207"/>
            <ac:spMkLst>
              <pc:docMk/>
              <pc:sldMasterMk cId="259861064" sldId="2147483648"/>
              <pc:sldLayoutMk cId="3673328579" sldId="2147483743"/>
              <ac:spMk id="6" creationId="{943536FF-03A1-B1C4-E3B9-CC61AA020214}"/>
            </ac:spMkLst>
          </pc:spChg>
          <pc:spChg chg="add del">
            <ac:chgData name="Charlotte Knaupp" userId="68a7a230-7b40-4667-aed5-d2dc881ae357" providerId="ADAL" clId="{D3D730CE-05D1-4CB6-A972-622873736A8C}" dt="2023-09-05T12:22:07.017" v="32" actId="478"/>
            <ac:spMkLst>
              <pc:docMk/>
              <pc:sldMasterMk cId="259861064" sldId="2147483648"/>
              <pc:sldLayoutMk cId="3673328579" sldId="2147483743"/>
              <ac:spMk id="9" creationId="{D4749403-08B4-4B8E-0EFA-5684DA4BB62B}"/>
            </ac:spMkLst>
          </pc:spChg>
          <pc:spChg chg="del mod modVis">
            <ac:chgData name="Charlotte Knaupp" userId="68a7a230-7b40-4667-aed5-d2dc881ae357" providerId="ADAL" clId="{D3D730CE-05D1-4CB6-A972-622873736A8C}" dt="2023-09-05T12:22:15.786" v="39" actId="478"/>
            <ac:spMkLst>
              <pc:docMk/>
              <pc:sldMasterMk cId="259861064" sldId="2147483648"/>
              <pc:sldLayoutMk cId="3673328579" sldId="2147483743"/>
              <ac:spMk id="10" creationId="{B2EA15A6-21DB-E648-3969-4AB72CF970E3}"/>
            </ac:spMkLst>
          </pc:spChg>
          <pc:spChg chg="del">
            <ac:chgData name="Charlotte Knaupp" userId="68a7a230-7b40-4667-aed5-d2dc881ae357" providerId="ADAL" clId="{D3D730CE-05D1-4CB6-A972-622873736A8C}" dt="2023-09-05T12:22:17.818" v="40" actId="478"/>
            <ac:spMkLst>
              <pc:docMk/>
              <pc:sldMasterMk cId="259861064" sldId="2147483648"/>
              <pc:sldLayoutMk cId="3673328579" sldId="2147483743"/>
              <ac:spMk id="11" creationId="{E837E1DF-619C-DC4D-9DE3-483718540483}"/>
            </ac:spMkLst>
          </pc:spChg>
          <pc:spChg chg="del">
            <ac:chgData name="Charlotte Knaupp" userId="68a7a230-7b40-4667-aed5-d2dc881ae357" providerId="ADAL" clId="{D3D730CE-05D1-4CB6-A972-622873736A8C}" dt="2023-09-12T10:11:07.479" v="58" actId="478"/>
            <ac:spMkLst>
              <pc:docMk/>
              <pc:sldMasterMk cId="259861064" sldId="2147483648"/>
              <pc:sldLayoutMk cId="3673328579" sldId="2147483743"/>
              <ac:spMk id="14" creationId="{E8CDD0A7-DF41-36AA-3F84-79E1D7EC28AC}"/>
            </ac:spMkLst>
          </pc:spChg>
        </pc:sldLayoutChg>
        <pc:sldLayoutChg chg="addSp delSp modSp mod">
          <pc:chgData name="Charlotte Knaupp" userId="68a7a230-7b40-4667-aed5-d2dc881ae357" providerId="ADAL" clId="{D3D730CE-05D1-4CB6-A972-622873736A8C}" dt="2023-09-12T10:11:30.178" v="64"/>
          <pc:sldLayoutMkLst>
            <pc:docMk/>
            <pc:sldMasterMk cId="259861064" sldId="2147483648"/>
            <pc:sldLayoutMk cId="2122734257" sldId="2147483745"/>
          </pc:sldLayoutMkLst>
          <pc:spChg chg="del">
            <ac:chgData name="Charlotte Knaupp" userId="68a7a230-7b40-4667-aed5-d2dc881ae357" providerId="ADAL" clId="{D3D730CE-05D1-4CB6-A972-622873736A8C}" dt="2023-09-12T10:11:20.518" v="61" actId="478"/>
            <ac:spMkLst>
              <pc:docMk/>
              <pc:sldMasterMk cId="259861064" sldId="2147483648"/>
              <pc:sldLayoutMk cId="2122734257" sldId="2147483745"/>
              <ac:spMk id="2" creationId="{582D7AE3-E7C9-3BF7-F7FD-7648358E7E25}"/>
            </ac:spMkLst>
          </pc:spChg>
          <pc:spChg chg="add mod">
            <ac:chgData name="Charlotte Knaupp" userId="68a7a230-7b40-4667-aed5-d2dc881ae357" providerId="ADAL" clId="{D3D730CE-05D1-4CB6-A972-622873736A8C}" dt="2023-09-12T10:11:22.710" v="63" actId="207"/>
            <ac:spMkLst>
              <pc:docMk/>
              <pc:sldMasterMk cId="259861064" sldId="2147483648"/>
              <pc:sldLayoutMk cId="2122734257" sldId="2147483745"/>
              <ac:spMk id="4" creationId="{4745F0C5-AF1B-DA83-4AF7-C4A87ED43608}"/>
            </ac:spMkLst>
          </pc:spChg>
          <pc:spChg chg="add mod">
            <ac:chgData name="Charlotte Knaupp" userId="68a7a230-7b40-4667-aed5-d2dc881ae357" providerId="ADAL" clId="{D3D730CE-05D1-4CB6-A972-622873736A8C}" dt="2023-09-12T10:11:30.178" v="64"/>
            <ac:spMkLst>
              <pc:docMk/>
              <pc:sldMasterMk cId="259861064" sldId="2147483648"/>
              <pc:sldLayoutMk cId="2122734257" sldId="2147483745"/>
              <ac:spMk id="6" creationId="{2EC6BB08-A53D-2FB7-D51B-9112BFF42AE3}"/>
            </ac:spMkLst>
          </pc:spChg>
          <pc:spChg chg="add mod">
            <ac:chgData name="Charlotte Knaupp" userId="68a7a230-7b40-4667-aed5-d2dc881ae357" providerId="ADAL" clId="{D3D730CE-05D1-4CB6-A972-622873736A8C}" dt="2023-09-12T10:11:30.178" v="64"/>
            <ac:spMkLst>
              <pc:docMk/>
              <pc:sldMasterMk cId="259861064" sldId="2147483648"/>
              <pc:sldLayoutMk cId="2122734257" sldId="2147483745"/>
              <ac:spMk id="7" creationId="{2F8316AC-57BC-6F3D-E1CB-F942187D98C6}"/>
            </ac:spMkLst>
          </pc:spChg>
          <pc:spChg chg="add mod">
            <ac:chgData name="Charlotte Knaupp" userId="68a7a230-7b40-4667-aed5-d2dc881ae357" providerId="ADAL" clId="{D3D730CE-05D1-4CB6-A972-622873736A8C}" dt="2023-09-12T10:11:30.178" v="64"/>
            <ac:spMkLst>
              <pc:docMk/>
              <pc:sldMasterMk cId="259861064" sldId="2147483648"/>
              <pc:sldLayoutMk cId="2122734257" sldId="2147483745"/>
              <ac:spMk id="13" creationId="{ED76945C-3AA8-82EE-B2C9-889D8403E297}"/>
            </ac:spMkLst>
          </pc:spChg>
          <pc:spChg chg="add mod">
            <ac:chgData name="Charlotte Knaupp" userId="68a7a230-7b40-4667-aed5-d2dc881ae357" providerId="ADAL" clId="{D3D730CE-05D1-4CB6-A972-622873736A8C}" dt="2023-09-12T10:11:30.178" v="64"/>
            <ac:spMkLst>
              <pc:docMk/>
              <pc:sldMasterMk cId="259861064" sldId="2147483648"/>
              <pc:sldLayoutMk cId="2122734257" sldId="2147483745"/>
              <ac:spMk id="14" creationId="{91129EFF-9F90-8F0E-A7BC-5D8F94259DD5}"/>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51520"/>
            <a:ext cx="2971800" cy="216000"/>
          </a:xfrm>
          <a:prstGeom prst="rect">
            <a:avLst/>
          </a:prstGeom>
        </p:spPr>
        <p:txBody>
          <a:bodyPr vert="horz" lIns="0" tIns="0" rIns="0" bIns="0" rtlCol="0" anchor="ctr"/>
          <a:lstStyle>
            <a:lvl1pPr algn="l">
              <a:defRPr sz="1200"/>
            </a:lvl1pPr>
          </a:lstStyle>
          <a:p>
            <a:endParaRPr lang="de-DE" dirty="0">
              <a:latin typeface="AA Zuehlke" panose="02000503060000020004" pitchFamily="2" charset="0"/>
            </a:endParaRPr>
          </a:p>
        </p:txBody>
      </p:sp>
      <p:sp>
        <p:nvSpPr>
          <p:cNvPr id="3" name="Datumsplatzhalter 2"/>
          <p:cNvSpPr>
            <a:spLocks noGrp="1"/>
          </p:cNvSpPr>
          <p:nvPr>
            <p:ph type="dt" sz="quarter" idx="1"/>
          </p:nvPr>
        </p:nvSpPr>
        <p:spPr>
          <a:xfrm>
            <a:off x="5157192" y="8676456"/>
            <a:ext cx="720000" cy="216000"/>
          </a:xfrm>
          <a:prstGeom prst="rect">
            <a:avLst/>
          </a:prstGeom>
        </p:spPr>
        <p:txBody>
          <a:bodyPr vert="horz" lIns="0" tIns="0" rIns="0" bIns="0" rtlCol="0" anchor="ctr"/>
          <a:lstStyle>
            <a:lvl1pPr algn="r">
              <a:defRPr sz="1200"/>
            </a:lvl1pPr>
          </a:lstStyle>
          <a:p>
            <a:fld id="{5320D358-F853-4E66-A71E-3A9A01236113}" type="datetimeFigureOut">
              <a:rPr lang="de-DE" sz="800" smtClean="0">
                <a:latin typeface="AA Zuehlke" panose="02000503060000020004" pitchFamily="2" charset="0"/>
              </a:rPr>
              <a:t>28.03.26</a:t>
            </a:fld>
            <a:endParaRPr lang="de-DE" sz="800" dirty="0">
              <a:latin typeface="AA Zuehlke" panose="02000503060000020004" pitchFamily="2" charset="0"/>
            </a:endParaRPr>
          </a:p>
        </p:txBody>
      </p:sp>
      <p:sp>
        <p:nvSpPr>
          <p:cNvPr id="4" name="Fußzeilenplatzhalter 3"/>
          <p:cNvSpPr>
            <a:spLocks noGrp="1"/>
          </p:cNvSpPr>
          <p:nvPr>
            <p:ph type="ftr" sz="quarter" idx="2"/>
          </p:nvPr>
        </p:nvSpPr>
        <p:spPr>
          <a:xfrm>
            <a:off x="477192" y="8676456"/>
            <a:ext cx="4680000" cy="216000"/>
          </a:xfrm>
          <a:prstGeom prst="rect">
            <a:avLst/>
          </a:prstGeom>
        </p:spPr>
        <p:txBody>
          <a:bodyPr vert="horz" lIns="0" tIns="0" rIns="0" bIns="0" rtlCol="0" anchor="ctr"/>
          <a:lstStyle>
            <a:lvl1pPr algn="l">
              <a:defRPr sz="1200"/>
            </a:lvl1pPr>
          </a:lstStyle>
          <a:p>
            <a:endParaRPr lang="de-DE" sz="800" dirty="0">
              <a:latin typeface="AA Zuehlke" panose="02000503060000020004" pitchFamily="2" charset="0"/>
            </a:endParaRPr>
          </a:p>
        </p:txBody>
      </p:sp>
      <p:sp>
        <p:nvSpPr>
          <p:cNvPr id="5" name="Foliennummernplatzhalter 4"/>
          <p:cNvSpPr>
            <a:spLocks noGrp="1"/>
          </p:cNvSpPr>
          <p:nvPr>
            <p:ph type="sldNum" sz="quarter" idx="3"/>
          </p:nvPr>
        </p:nvSpPr>
        <p:spPr>
          <a:xfrm>
            <a:off x="6021328" y="8685213"/>
            <a:ext cx="360000" cy="216000"/>
          </a:xfrm>
          <a:prstGeom prst="rect">
            <a:avLst/>
          </a:prstGeom>
        </p:spPr>
        <p:txBody>
          <a:bodyPr vert="horz" lIns="0" tIns="0" rIns="0" bIns="0" rtlCol="0" anchor="ctr"/>
          <a:lstStyle>
            <a:lvl1pPr algn="r">
              <a:defRPr sz="1200"/>
            </a:lvl1pPr>
          </a:lstStyle>
          <a:p>
            <a:fld id="{E5BBCCF6-F8A8-4C49-BF3D-CA1AA74CA975}" type="slidenum">
              <a:rPr lang="de-DE" sz="800" smtClean="0">
                <a:latin typeface="AA Zuehlke" panose="02000503060000020004" pitchFamily="2" charset="0"/>
              </a:rPr>
              <a:t>‹#›</a:t>
            </a:fld>
            <a:endParaRPr lang="de-DE" sz="800" dirty="0">
              <a:latin typeface="AA Zuehlke" panose="02000503060000020004" pitchFamily="2" charset="0"/>
            </a:endParaRPr>
          </a:p>
        </p:txBody>
      </p:sp>
    </p:spTree>
    <p:extLst>
      <p:ext uri="{BB962C8B-B14F-4D97-AF65-F5344CB8AC3E}">
        <p14:creationId xmlns:p14="http://schemas.microsoft.com/office/powerpoint/2010/main" val="314386119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pos="302" userDrawn="1">
          <p15:clr>
            <a:srgbClr val="F26B43"/>
          </p15:clr>
        </p15:guide>
        <p15:guide id="2" pos="4021"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Folienbildplatzhalter 3"/>
          <p:cNvSpPr>
            <a:spLocks noGrp="1" noRot="1" noChangeAspect="1"/>
          </p:cNvSpPr>
          <p:nvPr>
            <p:ph type="sldImg" idx="2"/>
          </p:nvPr>
        </p:nvSpPr>
        <p:spPr>
          <a:xfrm>
            <a:off x="476672" y="611560"/>
            <a:ext cx="5904000" cy="3321000"/>
          </a:xfrm>
          <a:prstGeom prst="rect">
            <a:avLst/>
          </a:prstGeom>
          <a:noFill/>
          <a:ln w="6350">
            <a:solidFill>
              <a:schemeClr val="accent4"/>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476672" y="4139952"/>
            <a:ext cx="5904000" cy="4320000"/>
          </a:xfrm>
          <a:prstGeom prst="rect">
            <a:avLst/>
          </a:prstGeom>
        </p:spPr>
        <p:txBody>
          <a:bodyPr vert="horz" lIns="0" tIns="0" rIns="0" bIns="0" rtlCol="0"/>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8" name="Kopfzeilenplatzhalter 1"/>
          <p:cNvSpPr>
            <a:spLocks noGrp="1"/>
          </p:cNvSpPr>
          <p:nvPr>
            <p:ph type="hdr" sz="quarter"/>
          </p:nvPr>
        </p:nvSpPr>
        <p:spPr>
          <a:xfrm>
            <a:off x="476672" y="251520"/>
            <a:ext cx="2971800" cy="216000"/>
          </a:xfrm>
          <a:prstGeom prst="rect">
            <a:avLst/>
          </a:prstGeom>
        </p:spPr>
        <p:txBody>
          <a:bodyPr vert="horz" lIns="0" tIns="0" rIns="0" bIns="0" rtlCol="0" anchor="ctr"/>
          <a:lstStyle>
            <a:lvl1pPr algn="l">
              <a:defRPr sz="1200">
                <a:latin typeface="AA Zuehlke" panose="02000503060000020004" pitchFamily="2" charset="0"/>
              </a:defRPr>
            </a:lvl1pPr>
          </a:lstStyle>
          <a:p>
            <a:endParaRPr lang="de-DE" sz="1000" dirty="0"/>
          </a:p>
        </p:txBody>
      </p:sp>
      <p:sp>
        <p:nvSpPr>
          <p:cNvPr id="9" name="Datumsplatzhalter 2"/>
          <p:cNvSpPr>
            <a:spLocks noGrp="1"/>
          </p:cNvSpPr>
          <p:nvPr>
            <p:ph type="dt" sz="quarter" idx="1"/>
          </p:nvPr>
        </p:nvSpPr>
        <p:spPr>
          <a:xfrm>
            <a:off x="5157192" y="8676456"/>
            <a:ext cx="720000" cy="216000"/>
          </a:xfrm>
          <a:prstGeom prst="rect">
            <a:avLst/>
          </a:prstGeom>
        </p:spPr>
        <p:txBody>
          <a:bodyPr vert="horz" lIns="0" tIns="0" rIns="0" bIns="0" rtlCol="0" anchor="ctr"/>
          <a:lstStyle>
            <a:lvl1pPr algn="r">
              <a:defRPr sz="800">
                <a:latin typeface="AA Zuehlke" panose="02000503060000020004" pitchFamily="2" charset="0"/>
              </a:defRPr>
            </a:lvl1pPr>
          </a:lstStyle>
          <a:p>
            <a:fld id="{5320D358-F853-4E66-A71E-3A9A01236113}" type="datetimeFigureOut">
              <a:rPr lang="de-DE" smtClean="0"/>
              <a:pPr/>
              <a:t>28.03.26</a:t>
            </a:fld>
            <a:endParaRPr lang="de-DE" dirty="0"/>
          </a:p>
        </p:txBody>
      </p:sp>
      <p:sp>
        <p:nvSpPr>
          <p:cNvPr id="10" name="Fußzeilenplatzhalter 3"/>
          <p:cNvSpPr>
            <a:spLocks noGrp="1"/>
          </p:cNvSpPr>
          <p:nvPr>
            <p:ph type="ftr" sz="quarter" idx="4"/>
          </p:nvPr>
        </p:nvSpPr>
        <p:spPr>
          <a:xfrm>
            <a:off x="477192" y="8676456"/>
            <a:ext cx="4680000" cy="216000"/>
          </a:xfrm>
          <a:prstGeom prst="rect">
            <a:avLst/>
          </a:prstGeom>
        </p:spPr>
        <p:txBody>
          <a:bodyPr vert="horz" lIns="0" tIns="0" rIns="0" bIns="0" rtlCol="0" anchor="ctr"/>
          <a:lstStyle>
            <a:lvl1pPr algn="l">
              <a:defRPr sz="800">
                <a:latin typeface="AA Zuehlke" panose="02000503060000020004" pitchFamily="2" charset="0"/>
              </a:defRPr>
            </a:lvl1pPr>
          </a:lstStyle>
          <a:p>
            <a:endParaRPr lang="de-DE" dirty="0"/>
          </a:p>
        </p:txBody>
      </p:sp>
      <p:sp>
        <p:nvSpPr>
          <p:cNvPr id="11" name="Foliennummernplatzhalter 4"/>
          <p:cNvSpPr>
            <a:spLocks noGrp="1"/>
          </p:cNvSpPr>
          <p:nvPr>
            <p:ph type="sldNum" sz="quarter" idx="5"/>
          </p:nvPr>
        </p:nvSpPr>
        <p:spPr>
          <a:xfrm>
            <a:off x="6021328" y="8685213"/>
            <a:ext cx="360000" cy="216000"/>
          </a:xfrm>
          <a:prstGeom prst="rect">
            <a:avLst/>
          </a:prstGeom>
        </p:spPr>
        <p:txBody>
          <a:bodyPr vert="horz" lIns="0" tIns="0" rIns="0" bIns="0" rtlCol="0" anchor="ctr"/>
          <a:lstStyle>
            <a:lvl1pPr algn="r">
              <a:defRPr sz="800">
                <a:latin typeface="AA Zuehlke" panose="02000503060000020004" pitchFamily="2" charset="0"/>
              </a:defRPr>
            </a:lvl1pPr>
          </a:lstStyle>
          <a:p>
            <a:fld id="{E5BBCCF6-F8A8-4C49-BF3D-CA1AA74CA975}" type="slidenum">
              <a:rPr lang="de-DE" smtClean="0"/>
              <a:pPr/>
              <a:t>‹#›</a:t>
            </a:fld>
            <a:endParaRPr lang="de-DE" dirty="0"/>
          </a:p>
        </p:txBody>
      </p:sp>
    </p:spTree>
    <p:extLst>
      <p:ext uri="{BB962C8B-B14F-4D97-AF65-F5344CB8AC3E}">
        <p14:creationId xmlns:p14="http://schemas.microsoft.com/office/powerpoint/2010/main" val="2846198732"/>
      </p:ext>
    </p:extLst>
  </p:cSld>
  <p:clrMap bg1="lt1" tx1="dk1" bg2="lt2" tx2="dk2" accent1="accent1" accent2="accent2" accent3="accent3" accent4="accent4" accent5="accent5" accent6="accent6" hlink="hlink" folHlink="folHlink"/>
  <p:notesStyle>
    <a:lvl1pPr marL="0" algn="l" defTabSz="914400" rtl="0" eaLnBrk="1" latinLnBrk="0" hangingPunct="1">
      <a:lnSpc>
        <a:spcPct val="120000"/>
      </a:lnSpc>
      <a:spcBef>
        <a:spcPts val="1200"/>
      </a:spcBef>
      <a:spcAft>
        <a:spcPts val="200"/>
      </a:spcAft>
      <a:defRPr sz="1200" b="1" kern="1200">
        <a:solidFill>
          <a:schemeClr val="tx1"/>
        </a:solidFill>
        <a:latin typeface="AA Zuehlke" panose="02000503060000020004" pitchFamily="2" charset="0"/>
        <a:ea typeface="+mn-ea"/>
        <a:cs typeface="+mn-cs"/>
      </a:defRPr>
    </a:lvl1pPr>
    <a:lvl2pPr marL="0" algn="l" defTabSz="914400" rtl="0" eaLnBrk="1" latinLnBrk="0" hangingPunct="1">
      <a:lnSpc>
        <a:spcPct val="120000"/>
      </a:lnSpc>
      <a:spcBef>
        <a:spcPts val="100"/>
      </a:spcBef>
      <a:spcAft>
        <a:spcPts val="200"/>
      </a:spcAft>
      <a:defRPr sz="1200" kern="1200">
        <a:solidFill>
          <a:schemeClr val="tx1"/>
        </a:solidFill>
        <a:latin typeface="AA Zuehlke" panose="02000503060000020004" pitchFamily="2" charset="0"/>
        <a:ea typeface="+mn-ea"/>
        <a:cs typeface="+mn-cs"/>
      </a:defRPr>
    </a:lvl2pPr>
    <a:lvl3pPr marL="144000" indent="-144000" algn="l" defTabSz="914400" rtl="0" eaLnBrk="1" latinLnBrk="0" hangingPunct="1">
      <a:lnSpc>
        <a:spcPct val="120000"/>
      </a:lnSpc>
      <a:spcBef>
        <a:spcPts val="100"/>
      </a:spcBef>
      <a:spcAft>
        <a:spcPts val="200"/>
      </a:spcAft>
      <a:buFont typeface="Wingdings 2" panose="05020102010507070707" pitchFamily="18" charset="2"/>
      <a:buChar char="¡"/>
      <a:defRPr sz="1200" kern="1200">
        <a:solidFill>
          <a:schemeClr val="tx1"/>
        </a:solidFill>
        <a:latin typeface="AA Zuehlke" panose="02000503060000020004" pitchFamily="2" charset="0"/>
        <a:ea typeface="+mn-ea"/>
        <a:cs typeface="+mn-cs"/>
      </a:defRPr>
    </a:lvl3pPr>
    <a:lvl4pPr marL="288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4pPr>
    <a:lvl5pPr marL="432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5pPr>
    <a:lvl6pPr marL="576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6pPr>
    <a:lvl7pPr marL="576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7pPr>
    <a:lvl8pPr marL="576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8pPr>
    <a:lvl9pPr marL="576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9pPr>
  </p:notesStyle>
  <p:extLst>
    <p:ext uri="{620B2872-D7B9-4A21-9093-7833F8D536E1}">
      <p15:sldGuideLst xmlns:p15="http://schemas.microsoft.com/office/powerpoint/2012/main">
        <p15:guide id="1" pos="302" userDrawn="1">
          <p15:clr>
            <a:srgbClr val="F26B43"/>
          </p15:clr>
        </p15:guide>
        <p15:guide id="2" pos="4021"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on who you are, then move. Every command this talk runs is in demo.md at the repo root, in slide order — keep it open on a second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other talk today has AI in the title. This one is the unglamorous thing that makes the glamorous thing safe. The last line sets up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seconds. Point at 05 and 06 as the parts worth staying for.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actually wait. Expect nearly every hand — this is not a niche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far fewer hands, and a laugh. Do not rush past the laugh.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almost none. Nobody gates a merge on a suite they cannot trust. Reveal the line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oversell AI. The only claim is that the ratio moved: generation got cheap, verification did not, so verification is where the leverage is now.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Orientation, not content. Point at the uneven lib sharing — it is what makes the affected demo land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 live if the timing works.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promise slide — the four map onto the rest of the talk, in order.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'generated'. That is the difference from hand-rolled spec sharding.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Commands for this slide are in demo.md at the repo root.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 on the third bullet — for much of the room this is a purchase order, not a technical problem. The good news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script does two things: ask Nx for the list, hand it to run-many.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Sharding by index is what people expect — say why it is the wrong default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run on the public repo — offer the link if anyone wants to check it. The per-app matrix is generated from the graph, so those three jobs appeared without anyone editing the workflow, and they finish within four seconds of each other. discover costs 32s before any test starts: the honest price of a dynamic matrix.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up-arrow and enter. It returns before you finish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39→28: the two seeded failures are the slowest specs and each still boots Cypress. The saving scales with how many pass.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real example from this repo — nobody planned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is 4m20s to 55s, but do not skip rung 2. Rung 3 is one flag and gets most of the win.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 live — clean tree exits instantly, then touch libs/ui.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suite was already stable-ish at ~1,000 tests. We read all of them, deleted a lot that tested nothing, added more that tested something. 48→25 is a full rebuild; the number people feel day to day is under ten minutes for a single-app change.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is not 'rebuild your CI this week'. It is clone it, let your agent read it, and run the benchmark on your own suite.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this up before the first question so the QR is on screen for the whole Q&amp;A.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Skip past unless someone asks.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 — it is the slide people photograph. On item 2: on this laptop five and eight tied at 141s but eight went red twice in five runs, while an 18-core M5 reached 34s at 18 and stayed green. Not memory — 8 concurrent needs 8 GB of this machine's 32. The limit here is the 8 performance cores, and a Cypress target wants about 1.5 of them, which puts the ceiling near 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Checked against @nx/playwright 23.2.0, not from memory: the plugin names targets `${ciTargetName}--${relativeSpecFilePath}` and sets the same nonAtomizedTarget marker that triggers the Nx Cloud refusal. It also emits an extra e2e-ci--wait-for-webserver target, because it coordinates the shared dev server differently. If the questioner owns a Playwright suite: take section 05, skip section 04.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only — do not present this, it is for you when a question lands. Numbers 1, 4 and 8 are the ones that actually come up. On 1: do not be defensive, Nx Cloud is a good product and the talk only claims the free tier is unclaimed. On 8: this is the answer that separates people who have done it from people who have read about it — parallel-safe test data is the real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5.png"/><Relationship Id="rId4" Type="http://schemas.microsoft.com/office/2007/relationships/hdphoto" Target="../media/hdphoto1.wdp"/></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slideMaster" Target="../slideMasters/slideMaster1.xml"/><Relationship Id="rId4" Type="http://schemas.openxmlformats.org/officeDocument/2006/relationships/image" Target="../media/image5.png"/><Relationship Id="rId5" Type="http://schemas.microsoft.com/office/2007/relationships/hdphoto" Target="../media/hdphoto1.wdp"/></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slideMaster" Target="../slideMasters/slideMaster1.xml"/><Relationship Id="rId4" Type="http://schemas.openxmlformats.org/officeDocument/2006/relationships/image" Target="../media/image5.png"/><Relationship Id="rId5" Type="http://schemas.microsoft.com/office/2007/relationships/hdphoto" Target="../media/hdphoto1.wdp"/></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slideMaster" Target="../slideMasters/slideMaster1.xml"/><Relationship Id="rId4" Type="http://schemas.openxmlformats.org/officeDocument/2006/relationships/image" Target="../media/image5.png"/><Relationship Id="rId5" Type="http://schemas.microsoft.com/office/2007/relationships/hdphoto" Target="../media/hdphoto1.wdp"/></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tags" Target="../tags/tag11.xml"/><Relationship Id="rId3" Type="http://schemas.openxmlformats.org/officeDocument/2006/relationships/slideMaster" Target="../slideMasters/slideMaster1.xml"/><Relationship Id="rId4" Type="http://schemas.openxmlformats.org/officeDocument/2006/relationships/image" Target="../media/image5.png"/><Relationship Id="rId5" Type="http://schemas.microsoft.com/office/2007/relationships/hdphoto" Target="../media/hdphoto1.wdp"/></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 Outro">
    <p:spTree>
      <p:nvGrpSpPr>
        <p:cNvPr id="1" name=""/>
        <p:cNvGrpSpPr/>
        <p:nvPr/>
      </p:nvGrpSpPr>
      <p:grpSpPr>
        <a:xfrm>
          <a:off x="0" y="0"/>
          <a:ext cx="0" cy="0"/>
          <a:chOff x="0" y="0"/>
          <a:chExt cx="0" cy="0"/>
        </a:xfrm>
      </p:grpSpPr>
      <p:grpSp>
        <p:nvGrpSpPr>
          <p:cNvPr id="8" name="Gruppieren 7">
            <a:extLst>
              <a:ext uri="{FF2B5EF4-FFF2-40B4-BE49-F238E27FC236}">
                <a16:creationId xmlns:a16="http://schemas.microsoft.com/office/drawing/2014/main" id="{228CF61A-3F15-4A25-AD01-F293184100C1}"/>
              </a:ext>
              <a:ext uri="{C183D7F6-B498-43B3-948B-1728B52AA6E4}">
                <adec:decorative xmlns:adec="http://schemas.microsoft.com/office/drawing/2017/decorative" val="1"/>
              </a:ext>
            </a:extLst>
          </p:cNvPr>
          <p:cNvGrpSpPr/>
          <p:nvPr userDrawn="1"/>
        </p:nvGrpSpPr>
        <p:grpSpPr bwMode="gray">
          <a:xfrm>
            <a:off x="1127448" y="-2979712"/>
            <a:ext cx="12097344" cy="12097344"/>
            <a:chOff x="5944242" y="4834696"/>
            <a:chExt cx="5699939" cy="5699939"/>
          </a:xfrm>
        </p:grpSpPr>
        <p:sp>
          <p:nvSpPr>
            <p:cNvPr id="9" name="Ellipse 8">
              <a:extLst>
                <a:ext uri="{FF2B5EF4-FFF2-40B4-BE49-F238E27FC236}">
                  <a16:creationId xmlns:a16="http://schemas.microsoft.com/office/drawing/2014/main" id="{BC13A644-F11C-4151-A2B1-23D22693F7AA}"/>
                </a:ext>
              </a:extLst>
            </p:cNvPr>
            <p:cNvSpPr/>
            <p:nvPr/>
          </p:nvSpPr>
          <p:spPr bwMode="gray">
            <a:xfrm>
              <a:off x="6887488" y="5987211"/>
              <a:ext cx="4296877" cy="4296877"/>
            </a:xfrm>
            <a:prstGeom prst="ellipse">
              <a:avLst/>
            </a:prstGeom>
            <a:noFill/>
            <a:ln w="12700">
              <a:solidFill>
                <a:srgbClr val="D9D9D9"/>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Ellipse 9">
              <a:extLst>
                <a:ext uri="{FF2B5EF4-FFF2-40B4-BE49-F238E27FC236}">
                  <a16:creationId xmlns:a16="http://schemas.microsoft.com/office/drawing/2014/main" id="{AB8FCFB3-5D96-47F6-96DD-3B07D64099A1}"/>
                </a:ext>
              </a:extLst>
            </p:cNvPr>
            <p:cNvSpPr/>
            <p:nvPr/>
          </p:nvSpPr>
          <p:spPr bwMode="gray">
            <a:xfrm>
              <a:off x="5944242" y="4834696"/>
              <a:ext cx="5699939" cy="5699939"/>
            </a:xfrm>
            <a:prstGeom prst="ellipse">
              <a:avLst/>
            </a:prstGeom>
            <a:noFill/>
            <a:ln w="12700">
              <a:solidFill>
                <a:schemeClr val="bg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grpSp>
      <p:sp>
        <p:nvSpPr>
          <p:cNvPr id="11" name="Ellipse 10">
            <a:extLst>
              <a:ext uri="{FF2B5EF4-FFF2-40B4-BE49-F238E27FC236}">
                <a16:creationId xmlns:a16="http://schemas.microsoft.com/office/drawing/2014/main" id="{2E42F436-01B4-4CAF-AA99-B4E5E1CB5A74}"/>
              </a:ext>
              <a:ext uri="{C183D7F6-B498-43B3-948B-1728B52AA6E4}">
                <adec:decorative xmlns:adec="http://schemas.microsoft.com/office/drawing/2017/decorative" val="1"/>
              </a:ext>
            </a:extLst>
          </p:cNvPr>
          <p:cNvSpPr/>
          <p:nvPr userDrawn="1"/>
        </p:nvSpPr>
        <p:spPr bwMode="gray">
          <a:xfrm>
            <a:off x="1127448" y="-2979712"/>
            <a:ext cx="12097344" cy="12097344"/>
          </a:xfrm>
          <a:prstGeom prst="ellipse">
            <a:avLst/>
          </a:prstGeom>
          <a:noFill/>
          <a:ln w="12700">
            <a:solidFill>
              <a:srgbClr val="8CD9FF"/>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12" name="Grafik 11" descr="Intro Zuehlke Engeneering Logo">
            <a:extLst>
              <a:ext uri="{FF2B5EF4-FFF2-40B4-BE49-F238E27FC236}">
                <a16:creationId xmlns:a16="http://schemas.microsoft.com/office/drawing/2014/main" id="{FA4DAB92-BE43-4CE1-BAC9-70C34461F02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5160000" y="2493000"/>
            <a:ext cx="1872000" cy="1872000"/>
          </a:xfrm>
          <a:prstGeom prst="rect">
            <a:avLst/>
          </a:prstGeom>
        </p:spPr>
      </p:pic>
      <p:sp>
        <p:nvSpPr>
          <p:cNvPr id="5" name="Date Placeholder 4">
            <a:extLst>
              <a:ext uri="{FF2B5EF4-FFF2-40B4-BE49-F238E27FC236}">
                <a16:creationId xmlns:a16="http://schemas.microsoft.com/office/drawing/2014/main" id="{DD69D43F-93EB-6479-0F52-798E6E7F9A3C}"/>
              </a:ext>
            </a:extLst>
          </p:cNvPr>
          <p:cNvSpPr>
            <a:spLocks noGrp="1"/>
          </p:cNvSpPr>
          <p:nvPr>
            <p:ph type="dt" sz="half" idx="10"/>
          </p:nvPr>
        </p:nvSpPr>
        <p:spPr>
          <a:xfrm>
            <a:off x="10416480" y="7101408"/>
            <a:ext cx="679792" cy="144000"/>
          </a:xfrm>
        </p:spPr>
        <p:txBody>
          <a:bodyPr/>
          <a:lstStyle/>
          <a:p>
            <a:fld id="{AAA7C611-BE2C-487E-B362-870675A1E528}" type="datetime1">
              <a:rPr lang="de-DE" smtClean="0"/>
              <a:t>08.09.2026</a:t>
            </a:fld>
            <a:endParaRPr lang="en-GB" dirty="0"/>
          </a:p>
        </p:txBody>
      </p:sp>
      <p:sp>
        <p:nvSpPr>
          <p:cNvPr id="6" name="Footer Placeholder 5">
            <a:extLst>
              <a:ext uri="{FF2B5EF4-FFF2-40B4-BE49-F238E27FC236}">
                <a16:creationId xmlns:a16="http://schemas.microsoft.com/office/drawing/2014/main" id="{A1DD3ABC-5F5C-E0AB-D85D-2C3E0E24B15D}"/>
              </a:ext>
            </a:extLst>
          </p:cNvPr>
          <p:cNvSpPr>
            <a:spLocks noGrp="1"/>
          </p:cNvSpPr>
          <p:nvPr>
            <p:ph type="ftr" sz="quarter" idx="11"/>
          </p:nvPr>
        </p:nvSpPr>
        <p:spPr>
          <a:xfrm rot="10800000" flipV="1">
            <a:off x="1559496" y="7101408"/>
            <a:ext cx="4392000" cy="144000"/>
          </a:xfrm>
        </p:spPr>
        <p:txBody>
          <a:bodyPr/>
          <a:lstStyle/>
          <a:p>
            <a:endParaRPr lang="en-GB" dirty="0"/>
          </a:p>
        </p:txBody>
      </p:sp>
      <p:sp>
        <p:nvSpPr>
          <p:cNvPr id="7" name="Slide Number Placeholder 6">
            <a:extLst>
              <a:ext uri="{FF2B5EF4-FFF2-40B4-BE49-F238E27FC236}">
                <a16:creationId xmlns:a16="http://schemas.microsoft.com/office/drawing/2014/main" id="{09A88976-04ED-30DD-1296-E18526ABCAD4}"/>
              </a:ext>
            </a:extLst>
          </p:cNvPr>
          <p:cNvSpPr>
            <a:spLocks noGrp="1"/>
          </p:cNvSpPr>
          <p:nvPr>
            <p:ph type="sldNum" sz="quarter" idx="12"/>
          </p:nvPr>
        </p:nvSpPr>
        <p:spPr>
          <a:xfrm>
            <a:off x="11178000" y="7101408"/>
            <a:ext cx="392400" cy="144000"/>
          </a:xfrm>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882847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nodeType="withEffect">
                                  <p:stCondLst>
                                    <p:cond delay="0"/>
                                  </p:stCondLst>
                                  <p:childTnLst>
                                    <p:animRot by="21600000">
                                      <p:cBhvr>
                                        <p:cTn id="6" dur="20000" fill="hold"/>
                                        <p:tgtEl>
                                          <p:spTgt spid="8"/>
                                        </p:tgtEl>
                                        <p:attrNameLst>
                                          <p:attrName>r</p:attrName>
                                        </p:attrNameLst>
                                      </p:cBhvr>
                                    </p:animRot>
                                  </p:childTnLst>
                                </p:cTn>
                              </p:par>
                              <p:par>
                                <p:cTn id="7" presetID="8" presetClass="emph" presetSubtype="0" fill="hold" grpId="0" nodeType="withEffect">
                                  <p:stCondLst>
                                    <p:cond delay="0"/>
                                  </p:stCondLst>
                                  <p:childTnLst>
                                    <p:animRot by="21600000">
                                      <p:cBhvr>
                                        <p:cTn id="8" dur="40000" fill="hold"/>
                                        <p:tgtEl>
                                          <p:spTgt spid="11"/>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big picture">
    <p:spTree>
      <p:nvGrpSpPr>
        <p:cNvPr id="1" name=""/>
        <p:cNvGrpSpPr/>
        <p:nvPr/>
      </p:nvGrpSpPr>
      <p:grpSpPr>
        <a:xfrm>
          <a:off x="0" y="0"/>
          <a:ext cx="0" cy="0"/>
          <a:chOff x="0" y="0"/>
          <a:chExt cx="0" cy="0"/>
        </a:xfrm>
      </p:grpSpPr>
      <p:sp>
        <p:nvSpPr>
          <p:cNvPr id="7" name="Bildplatzhalter 8"/>
          <p:cNvSpPr>
            <a:spLocks noGrp="1"/>
          </p:cNvSpPr>
          <p:nvPr>
            <p:ph type="pic" sz="quarter" idx="13" hasCustomPrompt="1"/>
          </p:nvPr>
        </p:nvSpPr>
        <p:spPr bwMode="gray">
          <a:xfrm>
            <a:off x="0" y="0"/>
            <a:ext cx="12191999" cy="6858000"/>
          </a:xfrm>
          <a:prstGeom prst="rect">
            <a:avLst/>
          </a:prstGeom>
          <a:solidFill>
            <a:schemeClr val="bg1">
              <a:lumMod val="95000"/>
            </a:schemeClr>
          </a:solidFill>
        </p:spPr>
        <p:txBody>
          <a:bodyPr lIns="5976000" rIns="288000" bIns="1296000" anchor="ctr"/>
          <a:lstStyle>
            <a:lvl1pPr algn="l">
              <a:lnSpc>
                <a:spcPct val="100000"/>
              </a:lnSpc>
              <a:spcBef>
                <a:spcPts val="0"/>
              </a:spcBef>
              <a:defRPr sz="1200" b="0">
                <a:latin typeface="+mn-lt"/>
              </a:defRPr>
            </a:lvl1pPr>
          </a:lstStyle>
          <a:p>
            <a:pPr lvl="0"/>
            <a:r>
              <a:rPr lang="en-GB" sz="1000" dirty="0">
                <a:solidFill>
                  <a:schemeClr val="tx1"/>
                </a:solidFill>
              </a:rPr>
              <a:t>Please insert an image using the "Insert" tab and click on the "Images" button. </a:t>
            </a:r>
            <a:br>
              <a:rPr lang="en-GB" sz="1000" dirty="0">
                <a:solidFill>
                  <a:schemeClr val="tx1"/>
                </a:solidFill>
              </a:rPr>
            </a:br>
            <a:r>
              <a:rPr lang="en-US" sz="1000" dirty="0">
                <a:solidFill>
                  <a:schemeClr val="tx1"/>
                </a:solidFill>
              </a:rPr>
              <a:t>Alternatively, right-click on the gradient and the title placeholder and place them in the background. Insert the image by clicking on the icon and place it in the background again.</a:t>
            </a:r>
            <a:endParaRPr lang="en-GB" sz="1000" dirty="0">
              <a:solidFill>
                <a:schemeClr val="tx1"/>
              </a:solidFill>
            </a:endParaRPr>
          </a:p>
        </p:txBody>
      </p:sp>
      <p:sp>
        <p:nvSpPr>
          <p:cNvPr id="13" name="Textplatzhalter 13">
            <a:extLst>
              <a:ext uri="{FF2B5EF4-FFF2-40B4-BE49-F238E27FC236}">
                <a16:creationId xmlns:a16="http://schemas.microsoft.com/office/drawing/2014/main" id="{5978AB7B-5994-57EA-0579-6A896E88B723}"/>
              </a:ext>
              <a:ext uri="{C183D7F6-B498-43B3-948B-1728B52AA6E4}">
                <adec:decorative xmlns:adec="http://schemas.microsoft.com/office/drawing/2017/decorative" val="1"/>
              </a:ext>
            </a:extLst>
          </p:cNvPr>
          <p:cNvSpPr>
            <a:spLocks noGrp="1"/>
          </p:cNvSpPr>
          <p:nvPr>
            <p:ph type="body" sz="quarter" idx="18" hasCustomPrompt="1"/>
          </p:nvPr>
        </p:nvSpPr>
        <p:spPr bwMode="gray">
          <a:xfrm>
            <a:off x="3" y="0"/>
            <a:ext cx="12191997" cy="6857999"/>
          </a:xfrm>
          <a:gradFill>
            <a:gsLst>
              <a:gs pos="0">
                <a:srgbClr val="000000">
                  <a:alpha val="80000"/>
                </a:srgbClr>
              </a:gs>
              <a:gs pos="75000">
                <a:srgbClr val="000000">
                  <a:alpha val="0"/>
                </a:srgbClr>
              </a:gs>
            </a:gsLst>
            <a:lin ang="0" scaled="1"/>
          </a:gradFill>
        </p:spPr>
        <p:txBody>
          <a:bodyPr/>
          <a:lstStyle>
            <a:lvl1pPr marL="0" indent="0">
              <a:lnSpc>
                <a:spcPct val="100000"/>
              </a:lnSpc>
              <a:spcBef>
                <a:spcPts val="0"/>
              </a:spcBef>
              <a:spcAft>
                <a:spcPts val="0"/>
              </a:spcAft>
              <a:buFont typeface="Arial" panose="020B0604020202020204" pitchFamily="34" charset="0"/>
              <a:buNone/>
              <a:defRPr sz="100">
                <a:solidFill>
                  <a:schemeClr val="tx1">
                    <a:alpha val="0"/>
                  </a:schemeClr>
                </a:solidFill>
                <a:latin typeface="+mn-lt"/>
              </a:defRPr>
            </a:lvl1pPr>
            <a:lvl2pPr marL="0" indent="0">
              <a:lnSpc>
                <a:spcPct val="100000"/>
              </a:lnSpc>
              <a:spcBef>
                <a:spcPts val="0"/>
              </a:spcBef>
              <a:spcAft>
                <a:spcPts val="0"/>
              </a:spcAft>
              <a:buFont typeface="Arial" panose="020B0604020202020204" pitchFamily="34" charset="0"/>
              <a:buNone/>
              <a:defRPr sz="100">
                <a:solidFill>
                  <a:schemeClr val="tx1">
                    <a:alpha val="0"/>
                  </a:schemeClr>
                </a:solidFill>
                <a:latin typeface="+mn-lt"/>
              </a:defRPr>
            </a:lvl2pPr>
            <a:lvl3pPr marL="0" indent="0">
              <a:lnSpc>
                <a:spcPct val="100000"/>
              </a:lnSpc>
              <a:spcBef>
                <a:spcPts val="0"/>
              </a:spcBef>
              <a:spcAft>
                <a:spcPts val="0"/>
              </a:spcAft>
              <a:buNone/>
              <a:defRPr sz="100">
                <a:solidFill>
                  <a:schemeClr val="tx1">
                    <a:alpha val="0"/>
                  </a:schemeClr>
                </a:solidFill>
                <a:latin typeface="+mn-lt"/>
              </a:defRPr>
            </a:lvl3pPr>
            <a:lvl4pPr marL="0" indent="0">
              <a:lnSpc>
                <a:spcPct val="100000"/>
              </a:lnSpc>
              <a:spcBef>
                <a:spcPts val="0"/>
              </a:spcBef>
              <a:spcAft>
                <a:spcPts val="0"/>
              </a:spcAft>
              <a:buNone/>
              <a:defRPr sz="100">
                <a:solidFill>
                  <a:schemeClr val="tx1">
                    <a:alpha val="0"/>
                  </a:schemeClr>
                </a:solidFill>
                <a:latin typeface="+mn-lt"/>
              </a:defRPr>
            </a:lvl4pPr>
            <a:lvl5pPr marL="0" indent="0">
              <a:lnSpc>
                <a:spcPct val="100000"/>
              </a:lnSpc>
              <a:spcBef>
                <a:spcPts val="0"/>
              </a:spcBef>
              <a:spcAft>
                <a:spcPts val="0"/>
              </a:spcAft>
              <a:buNone/>
              <a:defRPr sz="100">
                <a:solidFill>
                  <a:schemeClr val="tx1">
                    <a:alpha val="0"/>
                  </a:schemeClr>
                </a:solidFill>
                <a:latin typeface="+mn-lt"/>
              </a:defRPr>
            </a:lvl5pPr>
            <a:lvl6pPr marL="0" indent="0">
              <a:lnSpc>
                <a:spcPct val="100000"/>
              </a:lnSpc>
              <a:spcBef>
                <a:spcPts val="0"/>
              </a:spcBef>
              <a:spcAft>
                <a:spcPts val="0"/>
              </a:spcAft>
              <a:buNone/>
              <a:defRPr sz="100">
                <a:solidFill>
                  <a:schemeClr val="tx1">
                    <a:alpha val="0"/>
                  </a:schemeClr>
                </a:solidFill>
                <a:latin typeface="+mn-lt"/>
              </a:defRPr>
            </a:lvl6pPr>
            <a:lvl7pPr marL="0" indent="0">
              <a:lnSpc>
                <a:spcPct val="100000"/>
              </a:lnSpc>
              <a:spcBef>
                <a:spcPts val="0"/>
              </a:spcBef>
              <a:spcAft>
                <a:spcPts val="0"/>
              </a:spcAft>
              <a:buNone/>
              <a:defRPr sz="100">
                <a:solidFill>
                  <a:schemeClr val="tx1">
                    <a:alpha val="0"/>
                  </a:schemeClr>
                </a:solidFill>
                <a:latin typeface="+mn-lt"/>
              </a:defRPr>
            </a:lvl7pPr>
            <a:lvl8pPr marL="0" indent="0">
              <a:lnSpc>
                <a:spcPct val="100000"/>
              </a:lnSpc>
              <a:spcBef>
                <a:spcPts val="0"/>
              </a:spcBef>
              <a:spcAft>
                <a:spcPts val="0"/>
              </a:spcAft>
              <a:buNone/>
              <a:defRPr sz="100">
                <a:solidFill>
                  <a:schemeClr val="tx1">
                    <a:alpha val="0"/>
                  </a:schemeClr>
                </a:solidFill>
                <a:latin typeface="+mn-lt"/>
              </a:defRPr>
            </a:lvl8pPr>
            <a:lvl9pPr marL="0" indent="0">
              <a:lnSpc>
                <a:spcPct val="100000"/>
              </a:lnSpc>
              <a:spcBef>
                <a:spcPts val="0"/>
              </a:spcBef>
              <a:spcAft>
                <a:spcPts val="0"/>
              </a:spcAft>
              <a:buNone/>
              <a:defRPr sz="100">
                <a:solidFill>
                  <a:schemeClr val="tx1">
                    <a:alpha val="0"/>
                  </a:schemeClr>
                </a:solidFill>
                <a:latin typeface="+mn-lt"/>
              </a:defRPr>
            </a:lvl9pPr>
          </a:lstStyle>
          <a:p>
            <a:r>
              <a:rPr lang="en-GB" dirty="0"/>
              <a:t> </a:t>
            </a:r>
          </a:p>
        </p:txBody>
      </p:sp>
      <p:sp>
        <p:nvSpPr>
          <p:cNvPr id="9" name="Textplatzhalter 3">
            <a:extLst>
              <a:ext uri="{FF2B5EF4-FFF2-40B4-BE49-F238E27FC236}">
                <a16:creationId xmlns:a16="http://schemas.microsoft.com/office/drawing/2014/main" id="{3EDB29FC-FCED-42E2-BC8D-9BE3A24F370A}"/>
              </a:ext>
              <a:ext uri="{C183D7F6-B498-43B3-948B-1728B52AA6E4}">
                <adec:decorative xmlns:adec="http://schemas.microsoft.com/office/drawing/2017/decorative" val="1"/>
              </a:ext>
            </a:extLst>
          </p:cNvPr>
          <p:cNvSpPr>
            <a:spLocks noGrp="1"/>
          </p:cNvSpPr>
          <p:nvPr>
            <p:ph type="body" sz="quarter" idx="14" hasCustomPrompt="1"/>
          </p:nvPr>
        </p:nvSpPr>
        <p:spPr bwMode="gray">
          <a:xfrm>
            <a:off x="9552496" y="548792"/>
            <a:ext cx="1008000" cy="1008000"/>
          </a:xfrm>
          <a:prstGeom prst="rect">
            <a:avLst/>
          </a:prstGeom>
          <a:blipFill>
            <a:blip>
              <a:extLst>
                <a:ext uri="{96DAC541-7B7A-43D3-8B79-37D633B846F1}">
                  <asvg:svgBlip xmlns:asvg="http://schemas.microsoft.com/office/drawing/2016/SVG/main" r:embed="rId2"/>
                </a:ext>
              </a:extLst>
            </a:blip>
            <a:stretch>
              <a:fillRect/>
            </a:stretch>
          </a:blipFill>
        </p:spPr>
        <p:txBody>
          <a:bodyPr/>
          <a:lstStyle>
            <a:lvl1pPr marL="0" indent="0">
              <a:lnSpc>
                <a:spcPct val="50000"/>
              </a:lnSpc>
              <a:spcBef>
                <a:spcPts val="0"/>
              </a:spcBef>
              <a:spcAft>
                <a:spcPts val="0"/>
              </a:spcAft>
              <a:buFont typeface="Arial" panose="020B0604020202020204" pitchFamily="34" charset="0"/>
              <a:buNone/>
              <a:defRPr sz="100" b="0">
                <a:solidFill>
                  <a:schemeClr val="bg1"/>
                </a:solidFill>
              </a:defRPr>
            </a:lvl1pPr>
            <a:lvl2pPr marL="0" indent="0">
              <a:lnSpc>
                <a:spcPct val="50000"/>
              </a:lnSpc>
              <a:spcBef>
                <a:spcPts val="0"/>
              </a:spcBef>
              <a:spcAft>
                <a:spcPts val="0"/>
              </a:spcAft>
              <a:buFont typeface="Arial" panose="020B0604020202020204" pitchFamily="34" charset="0"/>
              <a:buNone/>
              <a:defRPr sz="100" b="0">
                <a:solidFill>
                  <a:schemeClr val="bg1"/>
                </a:solidFill>
              </a:defRPr>
            </a:lvl2pPr>
            <a:lvl3pPr marL="0" indent="0">
              <a:lnSpc>
                <a:spcPct val="50000"/>
              </a:lnSpc>
              <a:spcBef>
                <a:spcPts val="0"/>
              </a:spcBef>
              <a:spcAft>
                <a:spcPts val="0"/>
              </a:spcAft>
              <a:buNone/>
              <a:defRPr sz="100" b="0">
                <a:solidFill>
                  <a:schemeClr val="bg1"/>
                </a:solidFill>
              </a:defRPr>
            </a:lvl3pPr>
            <a:lvl4pPr marL="0" indent="0">
              <a:lnSpc>
                <a:spcPct val="50000"/>
              </a:lnSpc>
              <a:spcBef>
                <a:spcPts val="0"/>
              </a:spcBef>
              <a:spcAft>
                <a:spcPts val="0"/>
              </a:spcAft>
              <a:buNone/>
              <a:defRPr sz="100" b="0">
                <a:solidFill>
                  <a:schemeClr val="bg1"/>
                </a:solidFill>
              </a:defRPr>
            </a:lvl4pPr>
            <a:lvl5pPr marL="0" indent="0">
              <a:lnSpc>
                <a:spcPct val="50000"/>
              </a:lnSpc>
              <a:spcBef>
                <a:spcPts val="0"/>
              </a:spcBef>
              <a:spcAft>
                <a:spcPts val="0"/>
              </a:spcAft>
              <a:buNone/>
              <a:defRPr sz="100" b="0">
                <a:solidFill>
                  <a:schemeClr val="bg1"/>
                </a:solidFill>
              </a:defRPr>
            </a:lvl5pPr>
            <a:lvl6pPr marL="0" indent="0">
              <a:lnSpc>
                <a:spcPct val="50000"/>
              </a:lnSpc>
              <a:spcBef>
                <a:spcPts val="0"/>
              </a:spcBef>
              <a:spcAft>
                <a:spcPts val="0"/>
              </a:spcAft>
              <a:buNone/>
              <a:defRPr sz="100" b="0">
                <a:solidFill>
                  <a:schemeClr val="bg1"/>
                </a:solidFill>
              </a:defRPr>
            </a:lvl6pPr>
            <a:lvl7pPr marL="0" indent="0">
              <a:lnSpc>
                <a:spcPct val="50000"/>
              </a:lnSpc>
              <a:spcBef>
                <a:spcPts val="0"/>
              </a:spcBef>
              <a:spcAft>
                <a:spcPts val="0"/>
              </a:spcAft>
              <a:buNone/>
              <a:defRPr sz="100" b="0">
                <a:solidFill>
                  <a:schemeClr val="bg1"/>
                </a:solidFill>
              </a:defRPr>
            </a:lvl7pPr>
            <a:lvl8pPr marL="0" indent="0">
              <a:lnSpc>
                <a:spcPct val="50000"/>
              </a:lnSpc>
              <a:spcBef>
                <a:spcPts val="0"/>
              </a:spcBef>
              <a:spcAft>
                <a:spcPts val="0"/>
              </a:spcAft>
              <a:buNone/>
              <a:defRPr sz="100" b="0">
                <a:solidFill>
                  <a:schemeClr val="bg1"/>
                </a:solidFill>
              </a:defRPr>
            </a:lvl8pPr>
            <a:lvl9pPr marL="0" indent="0">
              <a:lnSpc>
                <a:spcPct val="50000"/>
              </a:lnSpc>
              <a:spcBef>
                <a:spcPts val="0"/>
              </a:spcBef>
              <a:spcAft>
                <a:spcPts val="0"/>
              </a:spcAft>
              <a:buNone/>
              <a:defRPr sz="100" b="0">
                <a:solidFill>
                  <a:schemeClr val="bg1"/>
                </a:solidFill>
              </a:defRPr>
            </a:lvl9pPr>
          </a:lstStyle>
          <a:p>
            <a:pPr lvl="0"/>
            <a:r>
              <a:rPr lang="de-DE" dirty="0"/>
              <a:t> </a:t>
            </a:r>
          </a:p>
        </p:txBody>
      </p:sp>
      <p:sp>
        <p:nvSpPr>
          <p:cNvPr id="3" name="Subtitle"/>
          <p:cNvSpPr>
            <a:spLocks noGrp="1"/>
          </p:cNvSpPr>
          <p:nvPr>
            <p:ph type="subTitle" idx="1" hasCustomPrompt="1"/>
          </p:nvPr>
        </p:nvSpPr>
        <p:spPr bwMode="gray">
          <a:xfrm>
            <a:off x="1271588" y="5013325"/>
            <a:ext cx="5616575" cy="359891"/>
          </a:xfrm>
          <a:prstGeom prst="rect">
            <a:avLst/>
          </a:prstGeom>
        </p:spPr>
        <p:txBody>
          <a:bodyPr/>
          <a:lstStyle>
            <a:lvl1pPr marL="0" indent="0" algn="l">
              <a:lnSpc>
                <a:spcPct val="120000"/>
              </a:lnSpc>
              <a:spcBef>
                <a:spcPts val="0"/>
              </a:spcBef>
              <a:spcAft>
                <a:spcPts val="1200"/>
              </a:spcAft>
              <a:buFont typeface="Arial" panose="020B0604020202020204" pitchFamily="34" charset="0"/>
              <a:buNone/>
              <a:defRPr sz="2000" b="0">
                <a:solidFill>
                  <a:schemeClr val="bg1"/>
                </a:solidFill>
                <a:latin typeface="+mn-lt"/>
              </a:defRPr>
            </a:lvl1pPr>
            <a:lvl2pPr marL="0" indent="0" algn="l">
              <a:lnSpc>
                <a:spcPct val="100000"/>
              </a:lnSpc>
              <a:spcBef>
                <a:spcPts val="0"/>
              </a:spcBef>
              <a:spcAft>
                <a:spcPts val="0"/>
              </a:spcAft>
              <a:buFont typeface="Arial" panose="020B0604020202020204" pitchFamily="34" charset="0"/>
              <a:buNone/>
              <a:defRPr sz="1200" b="0">
                <a:solidFill>
                  <a:schemeClr val="bg1"/>
                </a:solidFill>
              </a:defRPr>
            </a:lvl2pPr>
            <a:lvl3pPr marL="0" indent="0" algn="l">
              <a:lnSpc>
                <a:spcPct val="100000"/>
              </a:lnSpc>
              <a:spcBef>
                <a:spcPts val="0"/>
              </a:spcBef>
              <a:spcAft>
                <a:spcPts val="0"/>
              </a:spcAft>
              <a:buFont typeface="Arial" panose="020B0604020202020204" pitchFamily="34" charset="0"/>
              <a:buNone/>
              <a:defRPr sz="1200" b="0">
                <a:solidFill>
                  <a:schemeClr val="bg1"/>
                </a:solidFill>
              </a:defRPr>
            </a:lvl3pPr>
            <a:lvl4pPr marL="0" indent="0" algn="l">
              <a:lnSpc>
                <a:spcPct val="100000"/>
              </a:lnSpc>
              <a:spcBef>
                <a:spcPts val="0"/>
              </a:spcBef>
              <a:spcAft>
                <a:spcPts val="0"/>
              </a:spcAft>
              <a:buFont typeface="Arial" panose="020B0604020202020204" pitchFamily="34" charset="0"/>
              <a:buNone/>
              <a:defRPr sz="1200" b="0">
                <a:solidFill>
                  <a:schemeClr val="bg1"/>
                </a:solidFill>
              </a:defRPr>
            </a:lvl4pPr>
            <a:lvl5pPr marL="0" indent="0" algn="l">
              <a:lnSpc>
                <a:spcPct val="100000"/>
              </a:lnSpc>
              <a:spcBef>
                <a:spcPts val="0"/>
              </a:spcBef>
              <a:spcAft>
                <a:spcPts val="0"/>
              </a:spcAft>
              <a:buFont typeface="Arial" panose="020B0604020202020204" pitchFamily="34" charset="0"/>
              <a:buNone/>
              <a:defRPr sz="1200" b="0">
                <a:solidFill>
                  <a:schemeClr val="bg1"/>
                </a:solidFill>
              </a:defRPr>
            </a:lvl5pPr>
            <a:lvl6pPr marL="0" indent="0" algn="l">
              <a:lnSpc>
                <a:spcPct val="100000"/>
              </a:lnSpc>
              <a:spcBef>
                <a:spcPts val="0"/>
              </a:spcBef>
              <a:spcAft>
                <a:spcPts val="0"/>
              </a:spcAft>
              <a:buFont typeface="Arial" panose="020B0604020202020204" pitchFamily="34" charset="0"/>
              <a:buNone/>
              <a:defRPr sz="1200" b="0">
                <a:solidFill>
                  <a:schemeClr val="bg1"/>
                </a:solidFill>
              </a:defRPr>
            </a:lvl6pPr>
            <a:lvl7pPr marL="0" indent="0" algn="l">
              <a:lnSpc>
                <a:spcPct val="100000"/>
              </a:lnSpc>
              <a:spcBef>
                <a:spcPts val="0"/>
              </a:spcBef>
              <a:spcAft>
                <a:spcPts val="0"/>
              </a:spcAft>
              <a:buFont typeface="Arial" panose="020B0604020202020204" pitchFamily="34" charset="0"/>
              <a:buNone/>
              <a:defRPr sz="1200" b="0">
                <a:solidFill>
                  <a:schemeClr val="bg1"/>
                </a:solidFill>
              </a:defRPr>
            </a:lvl7pPr>
            <a:lvl8pPr marL="0" indent="0" algn="l">
              <a:lnSpc>
                <a:spcPct val="100000"/>
              </a:lnSpc>
              <a:spcBef>
                <a:spcPts val="0"/>
              </a:spcBef>
              <a:spcAft>
                <a:spcPts val="0"/>
              </a:spcAft>
              <a:buFont typeface="Arial" panose="020B0604020202020204" pitchFamily="34" charset="0"/>
              <a:buNone/>
              <a:defRPr sz="1200" b="0">
                <a:solidFill>
                  <a:schemeClr val="bg1"/>
                </a:solidFill>
              </a:defRPr>
            </a:lvl8pPr>
            <a:lvl9pPr marL="0" indent="0" algn="l">
              <a:lnSpc>
                <a:spcPct val="100000"/>
              </a:lnSpc>
              <a:spcBef>
                <a:spcPts val="0"/>
              </a:spcBef>
              <a:spcAft>
                <a:spcPts val="0"/>
              </a:spcAft>
              <a:buFont typeface="Arial" panose="020B0604020202020204" pitchFamily="34" charset="0"/>
              <a:buNone/>
              <a:defRPr sz="1200" b="0">
                <a:solidFill>
                  <a:schemeClr val="bg1"/>
                </a:solidFill>
              </a:defRPr>
            </a:lvl9pPr>
          </a:lstStyle>
          <a:p>
            <a:r>
              <a:rPr lang="de-DE" dirty="0" err="1"/>
              <a:t>Subtitle</a:t>
            </a:r>
            <a:r>
              <a:rPr lang="de-DE" dirty="0"/>
              <a:t> </a:t>
            </a:r>
            <a:r>
              <a:rPr lang="de-DE" dirty="0" err="1"/>
              <a:t>of</a:t>
            </a:r>
            <a:r>
              <a:rPr lang="de-DE" dirty="0"/>
              <a:t> </a:t>
            </a:r>
            <a:r>
              <a:rPr lang="de-DE" dirty="0" err="1"/>
              <a:t>the</a:t>
            </a:r>
            <a:r>
              <a:rPr lang="de-DE" dirty="0"/>
              <a:t> </a:t>
            </a:r>
            <a:r>
              <a:rPr lang="de-DE" dirty="0" err="1"/>
              <a:t>presentation</a:t>
            </a:r>
            <a:endParaRPr lang="de-DE" dirty="0"/>
          </a:p>
        </p:txBody>
      </p:sp>
      <p:sp>
        <p:nvSpPr>
          <p:cNvPr id="8" name="Text Placeholder 13">
            <a:extLst>
              <a:ext uri="{FF2B5EF4-FFF2-40B4-BE49-F238E27FC236}">
                <a16:creationId xmlns:a16="http://schemas.microsoft.com/office/drawing/2014/main" id="{37301626-1033-A8B4-E705-0EA1916006EC}"/>
              </a:ext>
            </a:extLst>
          </p:cNvPr>
          <p:cNvSpPr>
            <a:spLocks noGrp="1"/>
          </p:cNvSpPr>
          <p:nvPr>
            <p:ph type="body" sz="quarter" idx="15" hasCustomPrompt="1"/>
          </p:nvPr>
        </p:nvSpPr>
        <p:spPr>
          <a:xfrm>
            <a:off x="1268563" y="5506715"/>
            <a:ext cx="3888928" cy="277516"/>
          </a:xfrm>
          <a:prstGeom prst="rect">
            <a:avLst/>
          </a:prstGeom>
        </p:spPr>
        <p:txBody>
          <a:bodyPr/>
          <a:lstStyle>
            <a:lvl1pPr>
              <a:defRPr sz="1200">
                <a:solidFill>
                  <a:schemeClr val="bg1"/>
                </a:solidFill>
                <a:latin typeface="+mj-lt"/>
              </a:defRPr>
            </a:lvl1pPr>
            <a:lvl2pPr>
              <a:defRPr sz="1200">
                <a:latin typeface="+mj-lt"/>
              </a:defRPr>
            </a:lvl2pPr>
            <a:lvl3pPr>
              <a:defRPr sz="1200">
                <a:latin typeface="+mj-lt"/>
              </a:defRPr>
            </a:lvl3pPr>
            <a:lvl4pPr>
              <a:defRPr sz="1200">
                <a:latin typeface="+mj-lt"/>
              </a:defRPr>
            </a:lvl4pPr>
            <a:lvl5pPr>
              <a:defRPr sz="1200">
                <a:latin typeface="+mj-lt"/>
              </a:defRPr>
            </a:lvl5pPr>
          </a:lstStyle>
          <a:p>
            <a:pPr lvl="0"/>
            <a:r>
              <a:rPr lang="en-US" dirty="0"/>
              <a:t>Author | Date | Place</a:t>
            </a:r>
          </a:p>
        </p:txBody>
      </p:sp>
      <p:sp>
        <p:nvSpPr>
          <p:cNvPr id="11" name="Titel 1">
            <a:extLst>
              <a:ext uri="{FF2B5EF4-FFF2-40B4-BE49-F238E27FC236}">
                <a16:creationId xmlns:a16="http://schemas.microsoft.com/office/drawing/2014/main" id="{2E0C5F3B-A499-285E-CE16-EDC4AA4587B6}"/>
              </a:ext>
            </a:extLst>
          </p:cNvPr>
          <p:cNvSpPr>
            <a:spLocks noGrp="1"/>
          </p:cNvSpPr>
          <p:nvPr>
            <p:ph type="ctrTitle" hasCustomPrompt="1"/>
          </p:nvPr>
        </p:nvSpPr>
        <p:spPr bwMode="gray">
          <a:xfrm>
            <a:off x="1271588" y="2565400"/>
            <a:ext cx="5616575" cy="2158999"/>
          </a:xfrm>
        </p:spPr>
        <p:txBody>
          <a:bodyPr anchor="b"/>
          <a:lstStyle>
            <a:lvl1pPr algn="l">
              <a:lnSpc>
                <a:spcPct val="105000"/>
              </a:lnSpc>
              <a:defRPr sz="4400" b="0" i="0">
                <a:solidFill>
                  <a:schemeClr val="bg1"/>
                </a:solidFill>
                <a:latin typeface="+mj-lt"/>
              </a:defRPr>
            </a:lvl1pPr>
          </a:lstStyle>
          <a:p>
            <a:r>
              <a:rPr lang="en-GB" dirty="0"/>
              <a:t>Title of the </a:t>
            </a:r>
            <a:br>
              <a:rPr lang="en-GB" dirty="0"/>
            </a:br>
            <a:r>
              <a:rPr lang="en-GB" dirty="0"/>
              <a:t>presentation</a:t>
            </a:r>
          </a:p>
        </p:txBody>
      </p:sp>
      <p:sp>
        <p:nvSpPr>
          <p:cNvPr id="6" name="Date Placeholder 5">
            <a:extLst>
              <a:ext uri="{FF2B5EF4-FFF2-40B4-BE49-F238E27FC236}">
                <a16:creationId xmlns:a16="http://schemas.microsoft.com/office/drawing/2014/main" id="{1C52422D-0E2D-1EA9-7F00-A5F4238CF4A8}"/>
              </a:ext>
            </a:extLst>
          </p:cNvPr>
          <p:cNvSpPr>
            <a:spLocks noGrp="1"/>
          </p:cNvSpPr>
          <p:nvPr>
            <p:ph type="dt" sz="half" idx="19"/>
          </p:nvPr>
        </p:nvSpPr>
        <p:spPr>
          <a:xfrm>
            <a:off x="10416480" y="7127453"/>
            <a:ext cx="679792" cy="144000"/>
          </a:xfrm>
        </p:spPr>
        <p:txBody>
          <a:bodyPr/>
          <a:lstStyle/>
          <a:p>
            <a:fld id="{D08BA402-EB53-4DA8-B231-4A9D3A9EFA0A}" type="datetime1">
              <a:rPr lang="de-DE" smtClean="0"/>
              <a:t>08.09.2026</a:t>
            </a:fld>
            <a:endParaRPr lang="en-GB" dirty="0"/>
          </a:p>
        </p:txBody>
      </p:sp>
      <p:sp>
        <p:nvSpPr>
          <p:cNvPr id="10" name="Footer Placeholder 9">
            <a:extLst>
              <a:ext uri="{FF2B5EF4-FFF2-40B4-BE49-F238E27FC236}">
                <a16:creationId xmlns:a16="http://schemas.microsoft.com/office/drawing/2014/main" id="{FE556992-3409-8100-07D7-6BFB7010D751}"/>
              </a:ext>
            </a:extLst>
          </p:cNvPr>
          <p:cNvSpPr>
            <a:spLocks noGrp="1"/>
          </p:cNvSpPr>
          <p:nvPr>
            <p:ph type="ftr" sz="quarter" idx="20"/>
          </p:nvPr>
        </p:nvSpPr>
        <p:spPr>
          <a:xfrm rot="10800000" flipV="1">
            <a:off x="1559496" y="7127453"/>
            <a:ext cx="4392000" cy="144000"/>
          </a:xfrm>
        </p:spPr>
        <p:txBody>
          <a:bodyPr/>
          <a:lstStyle/>
          <a:p>
            <a:endParaRPr lang="en-GB" dirty="0"/>
          </a:p>
        </p:txBody>
      </p:sp>
      <p:sp>
        <p:nvSpPr>
          <p:cNvPr id="12" name="Slide Number Placeholder 11">
            <a:extLst>
              <a:ext uri="{FF2B5EF4-FFF2-40B4-BE49-F238E27FC236}">
                <a16:creationId xmlns:a16="http://schemas.microsoft.com/office/drawing/2014/main" id="{AB9AFC0A-8A3A-A238-4C29-C9839B86D74B}"/>
              </a:ext>
            </a:extLst>
          </p:cNvPr>
          <p:cNvSpPr>
            <a:spLocks noGrp="1"/>
          </p:cNvSpPr>
          <p:nvPr>
            <p:ph type="sldNum" sz="quarter" idx="21"/>
          </p:nvPr>
        </p:nvSpPr>
        <p:spPr>
          <a:xfrm>
            <a:off x="11178000" y="7127453"/>
            <a:ext cx="392400" cy="144000"/>
          </a:xfrm>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031695121"/>
      </p:ext>
    </p:extLst>
  </p:cSld>
  <p:clrMapOvr>
    <a:masterClrMapping/>
  </p:clrMapOvr>
  <p:extLst>
    <p:ext uri="{DCECCB84-F9BA-43D5-87BE-67443E8EF086}">
      <p15:sldGuideLst xmlns:p15="http://schemas.microsoft.com/office/powerpoint/2012/main">
        <p15:guide id="1" orient="horz" pos="3884" userDrawn="1">
          <p15:clr>
            <a:srgbClr val="C35EA4"/>
          </p15:clr>
        </p15:guide>
        <p15:guide id="2" orient="horz" pos="346" userDrawn="1">
          <p15:clr>
            <a:srgbClr val="C35EA4"/>
          </p15:clr>
        </p15:guide>
        <p15:guide id="3" pos="393" userDrawn="1">
          <p15:clr>
            <a:srgbClr val="C35EA4"/>
          </p15:clr>
        </p15:guide>
        <p15:guide id="4" pos="7287" userDrawn="1">
          <p15:clr>
            <a:srgbClr val="C35EA4"/>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big picture &amp; gradient">
    <p:spTree>
      <p:nvGrpSpPr>
        <p:cNvPr id="1" name=""/>
        <p:cNvGrpSpPr/>
        <p:nvPr/>
      </p:nvGrpSpPr>
      <p:grpSpPr>
        <a:xfrm>
          <a:off x="0" y="0"/>
          <a:ext cx="0" cy="0"/>
          <a:chOff x="0" y="0"/>
          <a:chExt cx="0" cy="0"/>
        </a:xfrm>
      </p:grpSpPr>
      <p:sp>
        <p:nvSpPr>
          <p:cNvPr id="26" name="Strictly Confidential" descr="{&quot;templafy&quot;:{&quot;id&quot;:&quot;8da2efac-df4b-4bc4-97e9-2e43a7cf8120&quot;}}" hidden="1">
            <a:extLst>
              <a:ext uri="{FF2B5EF4-FFF2-40B4-BE49-F238E27FC236}">
                <a16:creationId xmlns:a16="http://schemas.microsoft.com/office/drawing/2014/main" id="{752DE5CE-B029-A545-5B60-06A3ADB219E7}"/>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27" name="Restricted" descr="{&quot;templafy&quot;:{&quot;id&quot;:&quot;2657aa09-e5cc-41f7-89e0-d902c6905f3a&quot;}}" hidden="1">
            <a:extLst>
              <a:ext uri="{FF2B5EF4-FFF2-40B4-BE49-F238E27FC236}">
                <a16:creationId xmlns:a16="http://schemas.microsoft.com/office/drawing/2014/main" id="{A22D6CEA-AD6C-12B7-676C-00A5A54C9294}"/>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30" name="Confidential" descr="{&quot;templafy&quot;:{&quot;id&quot;:&quot;b0ec8b90-8ab9-42c1-b7aa-0c426ebeb139&quot;}}" hidden="1">
            <a:extLst>
              <a:ext uri="{FF2B5EF4-FFF2-40B4-BE49-F238E27FC236}">
                <a16:creationId xmlns:a16="http://schemas.microsoft.com/office/drawing/2014/main" id="{AE9E025A-730A-8F41-FCF4-E1F7D602D7EB}"/>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31" name="Public" descr="{&quot;templafy&quot;:{&quot;id&quot;:&quot;43a2a11d-1ad7-4120-b41c-bad828eaef9c&quot;}}">
            <a:extLst>
              <a:ext uri="{FF2B5EF4-FFF2-40B4-BE49-F238E27FC236}">
                <a16:creationId xmlns:a16="http://schemas.microsoft.com/office/drawing/2014/main" id="{3A0280CA-B730-7635-2D8E-76C4DC0D1850}"/>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
        <p:nvSpPr>
          <p:cNvPr id="2" name="Picture Placeholder 1">
            <a:extLst>
              <a:ext uri="{FF2B5EF4-FFF2-40B4-BE49-F238E27FC236}">
                <a16:creationId xmlns:a16="http://schemas.microsoft.com/office/drawing/2014/main" id="{756FB73D-9AB2-8BC6-FF89-AAAB2CB72B6F}"/>
              </a:ext>
            </a:extLst>
          </p:cNvPr>
          <p:cNvSpPr>
            <a:spLocks noGrp="1"/>
          </p:cNvSpPr>
          <p:nvPr>
            <p:ph type="pic" sz="quarter" idx="13" hasCustomPrompt="1"/>
          </p:nvPr>
        </p:nvSpPr>
        <p:spPr bwMode="gray">
          <a:xfrm>
            <a:off x="0" y="0"/>
            <a:ext cx="12192000" cy="6858000"/>
          </a:xfrm>
          <a:custGeom>
            <a:avLst/>
            <a:gdLst>
              <a:gd name="connsiteX0" fmla="*/ 9552496 w 12192000"/>
              <a:gd name="connsiteY0" fmla="*/ 548792 h 6858000"/>
              <a:gd name="connsiteX1" fmla="*/ 9552496 w 12192000"/>
              <a:gd name="connsiteY1" fmla="*/ 1556792 h 6858000"/>
              <a:gd name="connsiteX2" fmla="*/ 10560496 w 12192000"/>
              <a:gd name="connsiteY2" fmla="*/ 1556792 h 6858000"/>
              <a:gd name="connsiteX3" fmla="*/ 10560496 w 12192000"/>
              <a:gd name="connsiteY3" fmla="*/ 548792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9552496" y="548792"/>
                </a:moveTo>
                <a:lnTo>
                  <a:pt x="9552496" y="1556792"/>
                </a:lnTo>
                <a:lnTo>
                  <a:pt x="10560496" y="1556792"/>
                </a:lnTo>
                <a:lnTo>
                  <a:pt x="10560496" y="548792"/>
                </a:lnTo>
                <a:close/>
                <a:moveTo>
                  <a:pt x="0" y="0"/>
                </a:moveTo>
                <a:lnTo>
                  <a:pt x="12192000" y="0"/>
                </a:lnTo>
                <a:lnTo>
                  <a:pt x="12192000" y="6858000"/>
                </a:lnTo>
                <a:lnTo>
                  <a:pt x="0" y="6858000"/>
                </a:lnTo>
                <a:close/>
              </a:path>
            </a:pathLst>
          </a:custGeom>
          <a:solidFill>
            <a:schemeClr val="bg1">
              <a:lumMod val="95000"/>
            </a:schemeClr>
          </a:solidFill>
        </p:spPr>
        <p:txBody>
          <a:bodyPr wrap="square" lIns="7200000" rIns="0" bIns="0" anchor="ctr">
            <a:noAutofit/>
          </a:bodyPr>
          <a:lstStyle>
            <a:lvl1pPr algn="l">
              <a:lnSpc>
                <a:spcPct val="100000"/>
              </a:lnSpc>
              <a:spcBef>
                <a:spcPts val="0"/>
              </a:spcBef>
              <a:defRPr sz="1000" b="0">
                <a:latin typeface="+mn-lt"/>
              </a:defRPr>
            </a:lvl1pPr>
          </a:lstStyle>
          <a:p>
            <a:r>
              <a:rPr lang="en-GB" dirty="0"/>
              <a:t>Insert image by: </a:t>
            </a:r>
            <a:br>
              <a:rPr lang="en-GB" dirty="0"/>
            </a:br>
            <a:r>
              <a:rPr lang="en-GB" dirty="0"/>
              <a:t>A) clicking on the icon</a:t>
            </a:r>
            <a:br>
              <a:rPr lang="en-GB" dirty="0"/>
            </a:br>
            <a:r>
              <a:rPr lang="en-GB" dirty="0"/>
              <a:t>or B) selecting this shape and choosing an image in Templafy</a:t>
            </a:r>
          </a:p>
        </p:txBody>
      </p:sp>
      <p:sp>
        <p:nvSpPr>
          <p:cNvPr id="6" name="Date Placeholder 5">
            <a:extLst>
              <a:ext uri="{FF2B5EF4-FFF2-40B4-BE49-F238E27FC236}">
                <a16:creationId xmlns:a16="http://schemas.microsoft.com/office/drawing/2014/main" id="{579B7FD4-9CE0-6818-FCDE-9CC1CF68CA8D}"/>
              </a:ext>
            </a:extLst>
          </p:cNvPr>
          <p:cNvSpPr>
            <a:spLocks noGrp="1"/>
          </p:cNvSpPr>
          <p:nvPr>
            <p:ph type="dt" sz="half" idx="16"/>
          </p:nvPr>
        </p:nvSpPr>
        <p:spPr>
          <a:xfrm>
            <a:off x="10416480" y="7173416"/>
            <a:ext cx="679792" cy="144000"/>
          </a:xfrm>
        </p:spPr>
        <p:txBody>
          <a:bodyPr/>
          <a:lstStyle/>
          <a:p>
            <a:fld id="{7C5BAB06-F901-456A-B17C-6C85207B6452}" type="datetime1">
              <a:rPr lang="de-DE" smtClean="0"/>
              <a:t>08.09.2026</a:t>
            </a:fld>
            <a:endParaRPr lang="en-GB" dirty="0"/>
          </a:p>
        </p:txBody>
      </p:sp>
      <p:sp>
        <p:nvSpPr>
          <p:cNvPr id="7" name="Footer Placeholder 6">
            <a:extLst>
              <a:ext uri="{FF2B5EF4-FFF2-40B4-BE49-F238E27FC236}">
                <a16:creationId xmlns:a16="http://schemas.microsoft.com/office/drawing/2014/main" id="{5D7C5B78-94EA-578E-15D0-DB33F75E5C80}"/>
              </a:ext>
            </a:extLst>
          </p:cNvPr>
          <p:cNvSpPr>
            <a:spLocks noGrp="1"/>
          </p:cNvSpPr>
          <p:nvPr>
            <p:ph type="ftr" sz="quarter" idx="17"/>
          </p:nvPr>
        </p:nvSpPr>
        <p:spPr>
          <a:xfrm rot="10800000" flipV="1">
            <a:off x="1559496" y="7173416"/>
            <a:ext cx="4392000" cy="144000"/>
          </a:xfrm>
        </p:spPr>
        <p:txBody>
          <a:bodyPr/>
          <a:lstStyle/>
          <a:p>
            <a:endParaRPr lang="en-GB" dirty="0"/>
          </a:p>
        </p:txBody>
      </p:sp>
      <p:sp>
        <p:nvSpPr>
          <p:cNvPr id="8" name="Slide Number Placeholder 7">
            <a:extLst>
              <a:ext uri="{FF2B5EF4-FFF2-40B4-BE49-F238E27FC236}">
                <a16:creationId xmlns:a16="http://schemas.microsoft.com/office/drawing/2014/main" id="{2D4ED67A-2B06-C3C9-B32A-D052C3CA0D52}"/>
              </a:ext>
            </a:extLst>
          </p:cNvPr>
          <p:cNvSpPr>
            <a:spLocks noGrp="1"/>
          </p:cNvSpPr>
          <p:nvPr>
            <p:ph type="sldNum" sz="quarter" idx="18"/>
          </p:nvPr>
        </p:nvSpPr>
        <p:spPr>
          <a:xfrm>
            <a:off x="11178000" y="7173416"/>
            <a:ext cx="392400" cy="144000"/>
          </a:xfrm>
        </p:spPr>
        <p:txBody>
          <a:bodyPr/>
          <a:lstStyle/>
          <a:p>
            <a:r>
              <a:rPr lang="de-DE"/>
              <a:t>|  </a:t>
            </a:r>
            <a:fld id="{8CF9DE7D-F270-4E16-BA04-5BCA8969A2EA}" type="slidenum">
              <a:rPr lang="de-DE" smtClean="0"/>
              <a:pPr/>
              <a:t>‹#›</a:t>
            </a:fld>
            <a:endParaRPr lang="de-DE" dirty="0"/>
          </a:p>
        </p:txBody>
      </p:sp>
      <p:pic>
        <p:nvPicPr>
          <p:cNvPr id="3" name="Grafik 10">
            <a:extLst>
              <a:ext uri="{FF2B5EF4-FFF2-40B4-BE49-F238E27FC236}">
                <a16:creationId xmlns:a16="http://schemas.microsoft.com/office/drawing/2014/main" id="{1540215C-6C1C-B65E-ECA6-318CC6BA7DB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8759952" y="2651760"/>
            <a:ext cx="1554480" cy="1554480"/>
          </a:xfrm>
          <a:prstGeom prst="rect">
            <a:avLst/>
          </a:prstGeom>
        </p:spPr>
      </p:pic>
      <p:sp>
        <p:nvSpPr>
          <p:cNvPr id="21" name="Text Placeholder 20">
            <a:extLst>
              <a:ext uri="{FF2B5EF4-FFF2-40B4-BE49-F238E27FC236}">
                <a16:creationId xmlns:a16="http://schemas.microsoft.com/office/drawing/2014/main" id="{00F97C6B-19A6-9A0A-AE00-C0CC523D92C1}"/>
              </a:ext>
            </a:extLst>
          </p:cNvPr>
          <p:cNvSpPr>
            <a:spLocks noGrp="1"/>
          </p:cNvSpPr>
          <p:nvPr>
            <p:ph type="body" sz="quarter" idx="19" hasCustomPrompt="1"/>
          </p:nvPr>
        </p:nvSpPr>
        <p:spPr>
          <a:xfrm>
            <a:off x="0" y="0"/>
            <a:ext cx="6888088" cy="6861196"/>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a:lvl1pPr>
          </a:lstStyle>
          <a:p>
            <a:pPr lvl="0"/>
            <a:r>
              <a:rPr lang="en-GB" dirty="0"/>
              <a:t> </a:t>
            </a:r>
          </a:p>
        </p:txBody>
      </p:sp>
      <p:sp>
        <p:nvSpPr>
          <p:cNvPr id="23" name="Text Placeholder 13">
            <a:extLst>
              <a:ext uri="{FF2B5EF4-FFF2-40B4-BE49-F238E27FC236}">
                <a16:creationId xmlns:a16="http://schemas.microsoft.com/office/drawing/2014/main" id="{0385F304-A428-A018-1977-FEFA6A2486EE}"/>
              </a:ext>
            </a:extLst>
          </p:cNvPr>
          <p:cNvSpPr>
            <a:spLocks noGrp="1"/>
          </p:cNvSpPr>
          <p:nvPr>
            <p:ph type="body" sz="quarter" idx="15" hasCustomPrompt="1"/>
          </p:nvPr>
        </p:nvSpPr>
        <p:spPr>
          <a:xfrm>
            <a:off x="616589" y="5527427"/>
            <a:ext cx="4390080" cy="277516"/>
          </a:xfrm>
          <a:prstGeom prst="rect">
            <a:avLst/>
          </a:prstGeom>
        </p:spPr>
        <p:txBody>
          <a:bodyPr/>
          <a:lstStyle>
            <a:lvl1pPr>
              <a:defRPr sz="1200">
                <a:solidFill>
                  <a:schemeClr val="bg1"/>
                </a:solidFill>
                <a:latin typeface="+mj-lt"/>
              </a:defRPr>
            </a:lvl1pPr>
            <a:lvl2pPr>
              <a:defRPr sz="1200">
                <a:latin typeface="+mj-lt"/>
              </a:defRPr>
            </a:lvl2pPr>
            <a:lvl3pPr>
              <a:defRPr sz="1200">
                <a:latin typeface="+mj-lt"/>
              </a:defRPr>
            </a:lvl3pPr>
            <a:lvl4pPr>
              <a:defRPr sz="1200">
                <a:latin typeface="+mj-lt"/>
              </a:defRPr>
            </a:lvl4pPr>
            <a:lvl5pPr>
              <a:defRPr sz="1200">
                <a:latin typeface="+mj-lt"/>
              </a:defRPr>
            </a:lvl5pPr>
          </a:lstStyle>
          <a:p>
            <a:pPr lvl="0"/>
            <a:r>
              <a:rPr lang="en-US" dirty="0"/>
              <a:t>Author | Date | Place</a:t>
            </a:r>
          </a:p>
        </p:txBody>
      </p:sp>
      <p:sp>
        <p:nvSpPr>
          <p:cNvPr id="24" name="Subtitle">
            <a:extLst>
              <a:ext uri="{FF2B5EF4-FFF2-40B4-BE49-F238E27FC236}">
                <a16:creationId xmlns:a16="http://schemas.microsoft.com/office/drawing/2014/main" id="{E15EA6A6-ACB5-D954-83F0-A488F5616739}"/>
              </a:ext>
            </a:extLst>
          </p:cNvPr>
          <p:cNvSpPr>
            <a:spLocks noGrp="1"/>
          </p:cNvSpPr>
          <p:nvPr>
            <p:ph type="subTitle" idx="1" hasCustomPrompt="1"/>
          </p:nvPr>
        </p:nvSpPr>
        <p:spPr bwMode="gray">
          <a:xfrm>
            <a:off x="619838" y="4957093"/>
            <a:ext cx="4386831" cy="410767"/>
          </a:xfrm>
          <a:prstGeom prst="rect">
            <a:avLst/>
          </a:prstGeom>
        </p:spPr>
        <p:txBody>
          <a:bodyPr/>
          <a:lstStyle>
            <a:lvl1pPr marL="0" indent="0" algn="l">
              <a:lnSpc>
                <a:spcPct val="120000"/>
              </a:lnSpc>
              <a:spcBef>
                <a:spcPts val="0"/>
              </a:spcBef>
              <a:spcAft>
                <a:spcPts val="1200"/>
              </a:spcAft>
              <a:buFont typeface="Arial" panose="020B0604020202020204" pitchFamily="34" charset="0"/>
              <a:buNone/>
              <a:defRPr sz="2000" b="0">
                <a:solidFill>
                  <a:schemeClr val="bg1"/>
                </a:solidFill>
                <a:latin typeface="+mn-lt"/>
              </a:defRPr>
            </a:lvl1pPr>
            <a:lvl2pPr marL="0" indent="0" algn="l">
              <a:lnSpc>
                <a:spcPct val="100000"/>
              </a:lnSpc>
              <a:spcBef>
                <a:spcPts val="0"/>
              </a:spcBef>
              <a:spcAft>
                <a:spcPts val="0"/>
              </a:spcAft>
              <a:buFont typeface="Arial" panose="020B0604020202020204" pitchFamily="34" charset="0"/>
              <a:buNone/>
              <a:defRPr sz="1200" b="0">
                <a:solidFill>
                  <a:schemeClr val="bg1"/>
                </a:solidFill>
              </a:defRPr>
            </a:lvl2pPr>
            <a:lvl3pPr marL="0" indent="0" algn="l">
              <a:lnSpc>
                <a:spcPct val="100000"/>
              </a:lnSpc>
              <a:spcBef>
                <a:spcPts val="0"/>
              </a:spcBef>
              <a:spcAft>
                <a:spcPts val="0"/>
              </a:spcAft>
              <a:buFont typeface="Arial" panose="020B0604020202020204" pitchFamily="34" charset="0"/>
              <a:buNone/>
              <a:defRPr sz="1200" b="0">
                <a:solidFill>
                  <a:schemeClr val="bg1"/>
                </a:solidFill>
              </a:defRPr>
            </a:lvl3pPr>
            <a:lvl4pPr marL="0" indent="0" algn="l">
              <a:lnSpc>
                <a:spcPct val="100000"/>
              </a:lnSpc>
              <a:spcBef>
                <a:spcPts val="0"/>
              </a:spcBef>
              <a:spcAft>
                <a:spcPts val="0"/>
              </a:spcAft>
              <a:buFont typeface="Arial" panose="020B0604020202020204" pitchFamily="34" charset="0"/>
              <a:buNone/>
              <a:defRPr sz="1200" b="0">
                <a:solidFill>
                  <a:schemeClr val="bg1"/>
                </a:solidFill>
              </a:defRPr>
            </a:lvl4pPr>
            <a:lvl5pPr marL="0" indent="0" algn="l">
              <a:lnSpc>
                <a:spcPct val="100000"/>
              </a:lnSpc>
              <a:spcBef>
                <a:spcPts val="0"/>
              </a:spcBef>
              <a:spcAft>
                <a:spcPts val="0"/>
              </a:spcAft>
              <a:buFont typeface="Arial" panose="020B0604020202020204" pitchFamily="34" charset="0"/>
              <a:buNone/>
              <a:defRPr sz="1200" b="0">
                <a:solidFill>
                  <a:schemeClr val="bg1"/>
                </a:solidFill>
              </a:defRPr>
            </a:lvl5pPr>
            <a:lvl6pPr marL="0" indent="0" algn="l">
              <a:lnSpc>
                <a:spcPct val="100000"/>
              </a:lnSpc>
              <a:spcBef>
                <a:spcPts val="0"/>
              </a:spcBef>
              <a:spcAft>
                <a:spcPts val="0"/>
              </a:spcAft>
              <a:buFont typeface="Arial" panose="020B0604020202020204" pitchFamily="34" charset="0"/>
              <a:buNone/>
              <a:defRPr sz="1200" b="0">
                <a:solidFill>
                  <a:schemeClr val="bg1"/>
                </a:solidFill>
              </a:defRPr>
            </a:lvl6pPr>
            <a:lvl7pPr marL="0" indent="0" algn="l">
              <a:lnSpc>
                <a:spcPct val="100000"/>
              </a:lnSpc>
              <a:spcBef>
                <a:spcPts val="0"/>
              </a:spcBef>
              <a:spcAft>
                <a:spcPts val="0"/>
              </a:spcAft>
              <a:buFont typeface="Arial" panose="020B0604020202020204" pitchFamily="34" charset="0"/>
              <a:buNone/>
              <a:defRPr sz="1200" b="0">
                <a:solidFill>
                  <a:schemeClr val="bg1"/>
                </a:solidFill>
              </a:defRPr>
            </a:lvl7pPr>
            <a:lvl8pPr marL="0" indent="0" algn="l">
              <a:lnSpc>
                <a:spcPct val="100000"/>
              </a:lnSpc>
              <a:spcBef>
                <a:spcPts val="0"/>
              </a:spcBef>
              <a:spcAft>
                <a:spcPts val="0"/>
              </a:spcAft>
              <a:buFont typeface="Arial" panose="020B0604020202020204" pitchFamily="34" charset="0"/>
              <a:buNone/>
              <a:defRPr sz="1200" b="0">
                <a:solidFill>
                  <a:schemeClr val="bg1"/>
                </a:solidFill>
              </a:defRPr>
            </a:lvl8pPr>
            <a:lvl9pPr marL="0" indent="0" algn="l">
              <a:lnSpc>
                <a:spcPct val="100000"/>
              </a:lnSpc>
              <a:spcBef>
                <a:spcPts val="0"/>
              </a:spcBef>
              <a:spcAft>
                <a:spcPts val="0"/>
              </a:spcAft>
              <a:buFont typeface="Arial" panose="020B0604020202020204" pitchFamily="34" charset="0"/>
              <a:buNone/>
              <a:defRPr sz="1200" b="0">
                <a:solidFill>
                  <a:schemeClr val="bg1"/>
                </a:solidFill>
              </a:defRPr>
            </a:lvl9pPr>
          </a:lstStyle>
          <a:p>
            <a:r>
              <a:rPr lang="de-DE" dirty="0" err="1"/>
              <a:t>Subtitle</a:t>
            </a:r>
            <a:r>
              <a:rPr lang="de-DE" dirty="0"/>
              <a:t> </a:t>
            </a:r>
            <a:r>
              <a:rPr lang="de-DE" dirty="0" err="1"/>
              <a:t>of</a:t>
            </a:r>
            <a:r>
              <a:rPr lang="de-DE" dirty="0"/>
              <a:t> </a:t>
            </a:r>
            <a:r>
              <a:rPr lang="de-DE" dirty="0" err="1"/>
              <a:t>the</a:t>
            </a:r>
            <a:r>
              <a:rPr lang="de-DE" dirty="0"/>
              <a:t> </a:t>
            </a:r>
            <a:r>
              <a:rPr lang="de-DE" dirty="0" err="1"/>
              <a:t>presentation</a:t>
            </a:r>
            <a:endParaRPr lang="de-DE" dirty="0"/>
          </a:p>
        </p:txBody>
      </p:sp>
      <p:sp>
        <p:nvSpPr>
          <p:cNvPr id="25" name="Titel 1">
            <a:extLst>
              <a:ext uri="{FF2B5EF4-FFF2-40B4-BE49-F238E27FC236}">
                <a16:creationId xmlns:a16="http://schemas.microsoft.com/office/drawing/2014/main" id="{E44CC23E-4E0C-BF9F-7154-7FD4ACF71FD1}"/>
              </a:ext>
            </a:extLst>
          </p:cNvPr>
          <p:cNvSpPr>
            <a:spLocks noGrp="1"/>
          </p:cNvSpPr>
          <p:nvPr>
            <p:ph type="ctrTitle" hasCustomPrompt="1"/>
          </p:nvPr>
        </p:nvSpPr>
        <p:spPr bwMode="gray">
          <a:xfrm>
            <a:off x="620862" y="2947219"/>
            <a:ext cx="4385807" cy="1800199"/>
          </a:xfrm>
        </p:spPr>
        <p:txBody>
          <a:bodyPr anchor="b"/>
          <a:lstStyle>
            <a:lvl1pPr algn="l">
              <a:lnSpc>
                <a:spcPct val="105000"/>
              </a:lnSpc>
              <a:defRPr sz="4400" b="0" i="0">
                <a:solidFill>
                  <a:schemeClr val="bg1"/>
                </a:solidFill>
                <a:latin typeface="+mj-lt"/>
              </a:defRPr>
            </a:lvl1pPr>
          </a:lstStyle>
          <a:p>
            <a:r>
              <a:rPr lang="en-GB" dirty="0"/>
              <a:t>Title of the </a:t>
            </a:r>
            <a:br>
              <a:rPr lang="en-GB" dirty="0"/>
            </a:br>
            <a:r>
              <a:rPr lang="en-GB" dirty="0"/>
              <a:t>presentation</a:t>
            </a:r>
          </a:p>
        </p:txBody>
      </p:sp>
    </p:spTree>
    <p:extLst>
      <p:ext uri="{BB962C8B-B14F-4D97-AF65-F5344CB8AC3E}">
        <p14:creationId xmlns:p14="http://schemas.microsoft.com/office/powerpoint/2010/main" val="3180032711"/>
      </p:ext>
    </p:extLst>
  </p:cSld>
  <p:clrMapOvr>
    <a:masterClrMapping/>
  </p:clrMapOvr>
  <p:extLst>
    <p:ext uri="{DCECCB84-F9BA-43D5-87BE-67443E8EF086}">
      <p15:sldGuideLst xmlns:p15="http://schemas.microsoft.com/office/powerpoint/2012/main">
        <p15:guide id="1" pos="4520">
          <p15:clr>
            <a:srgbClr val="C35EA4"/>
          </p15:clr>
        </p15:guide>
        <p15:guide id="2" pos="7287">
          <p15:clr>
            <a:srgbClr val="C35EA4"/>
          </p15:clr>
        </p15:guide>
        <p15:guide id="3" orient="horz" pos="3884">
          <p15:clr>
            <a:srgbClr val="C35EA4"/>
          </p15:clr>
        </p15:guide>
        <p15:guide id="4" orient="horz" pos="1616">
          <p15:clr>
            <a:srgbClr val="C35EA4"/>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 small picture">
    <p:spTree>
      <p:nvGrpSpPr>
        <p:cNvPr id="1" name=""/>
        <p:cNvGrpSpPr/>
        <p:nvPr/>
      </p:nvGrpSpPr>
      <p:grpSpPr>
        <a:xfrm>
          <a:off x="0" y="0"/>
          <a:ext cx="0" cy="0"/>
          <a:chOff x="0" y="0"/>
          <a:chExt cx="0" cy="0"/>
        </a:xfrm>
      </p:grpSpPr>
      <p:sp>
        <p:nvSpPr>
          <p:cNvPr id="15" name="Text Placeholder 13">
            <a:extLst>
              <a:ext uri="{FF2B5EF4-FFF2-40B4-BE49-F238E27FC236}">
                <a16:creationId xmlns:a16="http://schemas.microsoft.com/office/drawing/2014/main" id="{7365C329-876D-0693-62A9-8A136E057C10}"/>
              </a:ext>
            </a:extLst>
          </p:cNvPr>
          <p:cNvSpPr>
            <a:spLocks noGrp="1"/>
          </p:cNvSpPr>
          <p:nvPr>
            <p:ph type="body" sz="quarter" idx="15" hasCustomPrompt="1"/>
          </p:nvPr>
        </p:nvSpPr>
        <p:spPr>
          <a:xfrm>
            <a:off x="1268563" y="5518795"/>
            <a:ext cx="3455989" cy="265436"/>
          </a:xfrm>
          <a:prstGeom prst="rect">
            <a:avLst/>
          </a:prstGeom>
        </p:spPr>
        <p:txBody>
          <a:bodyPr/>
          <a:lstStyle>
            <a:lvl1pPr>
              <a:defRPr sz="1200">
                <a:latin typeface="+mj-lt"/>
              </a:defRPr>
            </a:lvl1pPr>
            <a:lvl2pPr>
              <a:defRPr sz="1200">
                <a:latin typeface="+mj-lt"/>
              </a:defRPr>
            </a:lvl2pPr>
            <a:lvl3pPr>
              <a:defRPr sz="1200">
                <a:latin typeface="+mj-lt"/>
              </a:defRPr>
            </a:lvl3pPr>
            <a:lvl4pPr>
              <a:defRPr sz="1200">
                <a:latin typeface="+mj-lt"/>
              </a:defRPr>
            </a:lvl4pPr>
            <a:lvl5pPr>
              <a:defRPr sz="1200">
                <a:latin typeface="+mj-lt"/>
              </a:defRPr>
            </a:lvl5pPr>
          </a:lstStyle>
          <a:p>
            <a:pPr lvl="0"/>
            <a:r>
              <a:rPr lang="en-US" dirty="0"/>
              <a:t>Author | Date | Place</a:t>
            </a:r>
          </a:p>
        </p:txBody>
      </p:sp>
      <p:sp>
        <p:nvSpPr>
          <p:cNvPr id="19" name="Strictly Confidential" descr="{&quot;templafy&quot;:{&quot;id&quot;:&quot;4bbb2971-a795-40b7-abdf-fb9b9a2e1fff&quot;}}" hidden="1">
            <a:extLst>
              <a:ext uri="{FF2B5EF4-FFF2-40B4-BE49-F238E27FC236}">
                <a16:creationId xmlns:a16="http://schemas.microsoft.com/office/drawing/2014/main" id="{0A1D6E7A-A09E-2C6A-5B99-74A97CC81479}"/>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20" name="Restricted" descr="{&quot;templafy&quot;:{&quot;id&quot;:&quot;92f569b2-e339-4c03-9312-69c886fb6143&quot;}}" hidden="1">
            <a:extLst>
              <a:ext uri="{FF2B5EF4-FFF2-40B4-BE49-F238E27FC236}">
                <a16:creationId xmlns:a16="http://schemas.microsoft.com/office/drawing/2014/main" id="{5A783CE9-BCB9-F844-AB8D-7B7A763CC446}"/>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21" name="Confidential" descr="{&quot;templafy&quot;:{&quot;id&quot;:&quot;e4089d13-fcff-464e-86b5-d908813ef37d&quot;}}" hidden="1">
            <a:extLst>
              <a:ext uri="{FF2B5EF4-FFF2-40B4-BE49-F238E27FC236}">
                <a16:creationId xmlns:a16="http://schemas.microsoft.com/office/drawing/2014/main" id="{61D7DB85-DC0E-911C-AFC0-A00FE9FB4218}"/>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22" name="Public" descr="{&quot;templafy&quot;:{&quot;id&quot;:&quot;b76f8af2-9b68-4d95-b3cf-21363d414963&quot;}}">
            <a:extLst>
              <a:ext uri="{FF2B5EF4-FFF2-40B4-BE49-F238E27FC236}">
                <a16:creationId xmlns:a16="http://schemas.microsoft.com/office/drawing/2014/main" id="{FBC4D1F0-0B8C-F5F7-35AE-8CBBE25F01E4}"/>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
        <p:nvSpPr>
          <p:cNvPr id="24" name="Subtitle">
            <a:extLst>
              <a:ext uri="{FF2B5EF4-FFF2-40B4-BE49-F238E27FC236}">
                <a16:creationId xmlns:a16="http://schemas.microsoft.com/office/drawing/2014/main" id="{26695D76-282B-8F58-C3D0-42E32978511E}"/>
              </a:ext>
            </a:extLst>
          </p:cNvPr>
          <p:cNvSpPr>
            <a:spLocks noGrp="1"/>
          </p:cNvSpPr>
          <p:nvPr>
            <p:ph type="subTitle" idx="1" hasCustomPrompt="1"/>
          </p:nvPr>
        </p:nvSpPr>
        <p:spPr bwMode="gray">
          <a:xfrm>
            <a:off x="1266165" y="4936381"/>
            <a:ext cx="3456796" cy="410767"/>
          </a:xfrm>
          <a:prstGeom prst="rect">
            <a:avLst/>
          </a:prstGeom>
        </p:spPr>
        <p:txBody>
          <a:bodyPr/>
          <a:lstStyle>
            <a:lvl1pPr marL="0" indent="0" algn="l">
              <a:lnSpc>
                <a:spcPct val="120000"/>
              </a:lnSpc>
              <a:spcBef>
                <a:spcPts val="0"/>
              </a:spcBef>
              <a:spcAft>
                <a:spcPts val="1200"/>
              </a:spcAft>
              <a:buFont typeface="Arial" panose="020B0604020202020204" pitchFamily="34" charset="0"/>
              <a:buNone/>
              <a:defRPr sz="2000" b="0">
                <a:solidFill>
                  <a:schemeClr val="tx1"/>
                </a:solidFill>
                <a:latin typeface="+mn-lt"/>
              </a:defRPr>
            </a:lvl1pPr>
            <a:lvl2pPr marL="0" indent="0" algn="l">
              <a:lnSpc>
                <a:spcPct val="100000"/>
              </a:lnSpc>
              <a:spcBef>
                <a:spcPts val="0"/>
              </a:spcBef>
              <a:spcAft>
                <a:spcPts val="0"/>
              </a:spcAft>
              <a:buFont typeface="Arial" panose="020B0604020202020204" pitchFamily="34" charset="0"/>
              <a:buNone/>
              <a:defRPr sz="1200" b="0">
                <a:solidFill>
                  <a:schemeClr val="bg1"/>
                </a:solidFill>
              </a:defRPr>
            </a:lvl2pPr>
            <a:lvl3pPr marL="0" indent="0" algn="l">
              <a:lnSpc>
                <a:spcPct val="100000"/>
              </a:lnSpc>
              <a:spcBef>
                <a:spcPts val="0"/>
              </a:spcBef>
              <a:spcAft>
                <a:spcPts val="0"/>
              </a:spcAft>
              <a:buFont typeface="Arial" panose="020B0604020202020204" pitchFamily="34" charset="0"/>
              <a:buNone/>
              <a:defRPr sz="1200" b="0">
                <a:solidFill>
                  <a:schemeClr val="bg1"/>
                </a:solidFill>
              </a:defRPr>
            </a:lvl3pPr>
            <a:lvl4pPr marL="0" indent="0" algn="l">
              <a:lnSpc>
                <a:spcPct val="100000"/>
              </a:lnSpc>
              <a:spcBef>
                <a:spcPts val="0"/>
              </a:spcBef>
              <a:spcAft>
                <a:spcPts val="0"/>
              </a:spcAft>
              <a:buFont typeface="Arial" panose="020B0604020202020204" pitchFamily="34" charset="0"/>
              <a:buNone/>
              <a:defRPr sz="1200" b="0">
                <a:solidFill>
                  <a:schemeClr val="bg1"/>
                </a:solidFill>
              </a:defRPr>
            </a:lvl4pPr>
            <a:lvl5pPr marL="0" indent="0" algn="l">
              <a:lnSpc>
                <a:spcPct val="100000"/>
              </a:lnSpc>
              <a:spcBef>
                <a:spcPts val="0"/>
              </a:spcBef>
              <a:spcAft>
                <a:spcPts val="0"/>
              </a:spcAft>
              <a:buFont typeface="Arial" panose="020B0604020202020204" pitchFamily="34" charset="0"/>
              <a:buNone/>
              <a:defRPr sz="1200" b="0">
                <a:solidFill>
                  <a:schemeClr val="bg1"/>
                </a:solidFill>
              </a:defRPr>
            </a:lvl5pPr>
            <a:lvl6pPr marL="0" indent="0" algn="l">
              <a:lnSpc>
                <a:spcPct val="100000"/>
              </a:lnSpc>
              <a:spcBef>
                <a:spcPts val="0"/>
              </a:spcBef>
              <a:spcAft>
                <a:spcPts val="0"/>
              </a:spcAft>
              <a:buFont typeface="Arial" panose="020B0604020202020204" pitchFamily="34" charset="0"/>
              <a:buNone/>
              <a:defRPr sz="1200" b="0">
                <a:solidFill>
                  <a:schemeClr val="bg1"/>
                </a:solidFill>
              </a:defRPr>
            </a:lvl6pPr>
            <a:lvl7pPr marL="0" indent="0" algn="l">
              <a:lnSpc>
                <a:spcPct val="100000"/>
              </a:lnSpc>
              <a:spcBef>
                <a:spcPts val="0"/>
              </a:spcBef>
              <a:spcAft>
                <a:spcPts val="0"/>
              </a:spcAft>
              <a:buFont typeface="Arial" panose="020B0604020202020204" pitchFamily="34" charset="0"/>
              <a:buNone/>
              <a:defRPr sz="1200" b="0">
                <a:solidFill>
                  <a:schemeClr val="bg1"/>
                </a:solidFill>
              </a:defRPr>
            </a:lvl7pPr>
            <a:lvl8pPr marL="0" indent="0" algn="l">
              <a:lnSpc>
                <a:spcPct val="100000"/>
              </a:lnSpc>
              <a:spcBef>
                <a:spcPts val="0"/>
              </a:spcBef>
              <a:spcAft>
                <a:spcPts val="0"/>
              </a:spcAft>
              <a:buFont typeface="Arial" panose="020B0604020202020204" pitchFamily="34" charset="0"/>
              <a:buNone/>
              <a:defRPr sz="1200" b="0">
                <a:solidFill>
                  <a:schemeClr val="bg1"/>
                </a:solidFill>
              </a:defRPr>
            </a:lvl8pPr>
            <a:lvl9pPr marL="0" indent="0" algn="l">
              <a:lnSpc>
                <a:spcPct val="100000"/>
              </a:lnSpc>
              <a:spcBef>
                <a:spcPts val="0"/>
              </a:spcBef>
              <a:spcAft>
                <a:spcPts val="0"/>
              </a:spcAft>
              <a:buFont typeface="Arial" panose="020B0604020202020204" pitchFamily="34" charset="0"/>
              <a:buNone/>
              <a:defRPr sz="1200" b="0">
                <a:solidFill>
                  <a:schemeClr val="bg1"/>
                </a:solidFill>
              </a:defRPr>
            </a:lvl9pPr>
          </a:lstStyle>
          <a:p>
            <a:r>
              <a:rPr lang="de-DE" dirty="0" err="1"/>
              <a:t>Subtitle</a:t>
            </a:r>
            <a:r>
              <a:rPr lang="de-DE" dirty="0"/>
              <a:t> </a:t>
            </a:r>
            <a:r>
              <a:rPr lang="de-DE" dirty="0" err="1"/>
              <a:t>of</a:t>
            </a:r>
            <a:r>
              <a:rPr lang="de-DE" dirty="0"/>
              <a:t> </a:t>
            </a:r>
            <a:r>
              <a:rPr lang="de-DE" dirty="0" err="1"/>
              <a:t>the</a:t>
            </a:r>
            <a:r>
              <a:rPr lang="de-DE" dirty="0"/>
              <a:t> </a:t>
            </a:r>
            <a:r>
              <a:rPr lang="de-DE" dirty="0" err="1"/>
              <a:t>presentation</a:t>
            </a:r>
            <a:endParaRPr lang="de-DE" dirty="0"/>
          </a:p>
        </p:txBody>
      </p:sp>
      <p:sp>
        <p:nvSpPr>
          <p:cNvPr id="25" name="Titel 1">
            <a:extLst>
              <a:ext uri="{FF2B5EF4-FFF2-40B4-BE49-F238E27FC236}">
                <a16:creationId xmlns:a16="http://schemas.microsoft.com/office/drawing/2014/main" id="{4ADFFA39-1D88-D336-CA75-F9073F637E13}"/>
              </a:ext>
            </a:extLst>
          </p:cNvPr>
          <p:cNvSpPr>
            <a:spLocks noGrp="1"/>
          </p:cNvSpPr>
          <p:nvPr>
            <p:ph type="ctrTitle" hasCustomPrompt="1"/>
          </p:nvPr>
        </p:nvSpPr>
        <p:spPr bwMode="gray">
          <a:xfrm>
            <a:off x="1266972" y="2926507"/>
            <a:ext cx="3455989" cy="1800199"/>
          </a:xfrm>
        </p:spPr>
        <p:txBody>
          <a:bodyPr anchor="b"/>
          <a:lstStyle>
            <a:lvl1pPr algn="l">
              <a:lnSpc>
                <a:spcPct val="105000"/>
              </a:lnSpc>
              <a:defRPr sz="4400" b="0" i="0">
                <a:solidFill>
                  <a:schemeClr val="tx1"/>
                </a:solidFill>
                <a:latin typeface="+mj-lt"/>
              </a:defRPr>
            </a:lvl1pPr>
          </a:lstStyle>
          <a:p>
            <a:r>
              <a:rPr lang="en-GB" dirty="0"/>
              <a:t>Title of the </a:t>
            </a:r>
            <a:br>
              <a:rPr lang="en-GB" dirty="0"/>
            </a:br>
            <a:r>
              <a:rPr lang="en-GB" dirty="0"/>
              <a:t>presentation</a:t>
            </a:r>
          </a:p>
        </p:txBody>
      </p:sp>
      <p:sp>
        <p:nvSpPr>
          <p:cNvPr id="5" name="Date Placeholder 4">
            <a:extLst>
              <a:ext uri="{FF2B5EF4-FFF2-40B4-BE49-F238E27FC236}">
                <a16:creationId xmlns:a16="http://schemas.microsoft.com/office/drawing/2014/main" id="{C8B14FCF-7A24-0775-5720-6E2885BFC04A}"/>
              </a:ext>
            </a:extLst>
          </p:cNvPr>
          <p:cNvSpPr>
            <a:spLocks noGrp="1"/>
          </p:cNvSpPr>
          <p:nvPr>
            <p:ph type="dt" sz="half" idx="16"/>
          </p:nvPr>
        </p:nvSpPr>
        <p:spPr>
          <a:xfrm>
            <a:off x="10416480" y="7145282"/>
            <a:ext cx="679792" cy="144000"/>
          </a:xfrm>
        </p:spPr>
        <p:txBody>
          <a:bodyPr/>
          <a:lstStyle/>
          <a:p>
            <a:fld id="{8874E82A-B776-4F48-A676-1C2EF16A82EB}" type="datetime1">
              <a:rPr lang="de-DE" smtClean="0"/>
              <a:t>08.09.2026</a:t>
            </a:fld>
            <a:endParaRPr lang="en-GB" dirty="0"/>
          </a:p>
        </p:txBody>
      </p:sp>
      <p:sp>
        <p:nvSpPr>
          <p:cNvPr id="6" name="Footer Placeholder 5">
            <a:extLst>
              <a:ext uri="{FF2B5EF4-FFF2-40B4-BE49-F238E27FC236}">
                <a16:creationId xmlns:a16="http://schemas.microsoft.com/office/drawing/2014/main" id="{522FE90E-1F7F-EF8C-ED2E-E0AE0C540DCB}"/>
              </a:ext>
            </a:extLst>
          </p:cNvPr>
          <p:cNvSpPr>
            <a:spLocks noGrp="1"/>
          </p:cNvSpPr>
          <p:nvPr>
            <p:ph type="ftr" sz="quarter" idx="17"/>
          </p:nvPr>
        </p:nvSpPr>
        <p:spPr>
          <a:xfrm rot="10800000" flipV="1">
            <a:off x="1559496" y="7145282"/>
            <a:ext cx="4392000" cy="144000"/>
          </a:xfrm>
        </p:spPr>
        <p:txBody>
          <a:bodyPr/>
          <a:lstStyle/>
          <a:p>
            <a:endParaRPr lang="en-GB" dirty="0"/>
          </a:p>
        </p:txBody>
      </p:sp>
      <p:sp>
        <p:nvSpPr>
          <p:cNvPr id="7" name="Slide Number Placeholder 6">
            <a:extLst>
              <a:ext uri="{FF2B5EF4-FFF2-40B4-BE49-F238E27FC236}">
                <a16:creationId xmlns:a16="http://schemas.microsoft.com/office/drawing/2014/main" id="{6CE849AB-1986-335F-42AA-7018843C5AF7}"/>
              </a:ext>
            </a:extLst>
          </p:cNvPr>
          <p:cNvSpPr>
            <a:spLocks noGrp="1"/>
          </p:cNvSpPr>
          <p:nvPr>
            <p:ph type="sldNum" sz="quarter" idx="18"/>
          </p:nvPr>
        </p:nvSpPr>
        <p:spPr>
          <a:xfrm>
            <a:off x="11178000" y="7145282"/>
            <a:ext cx="392400" cy="144000"/>
          </a:xfrm>
        </p:spPr>
        <p:txBody>
          <a:bodyPr/>
          <a:lstStyle/>
          <a:p>
            <a:r>
              <a:rPr lang="de-DE"/>
              <a:t>|  </a:t>
            </a:r>
            <a:fld id="{8CF9DE7D-F270-4E16-BA04-5BCA8969A2EA}" type="slidenum">
              <a:rPr lang="de-DE" smtClean="0"/>
              <a:pPr/>
              <a:t>‹#›</a:t>
            </a:fld>
            <a:endParaRPr lang="de-DE" dirty="0"/>
          </a:p>
        </p:txBody>
      </p:sp>
      <p:pic>
        <p:nvPicPr>
          <p:cNvPr id="3" name="Grafik 8">
            <a:extLst>
              <a:ext uri="{FF2B5EF4-FFF2-40B4-BE49-F238E27FC236}">
                <a16:creationId xmlns:a16="http://schemas.microsoft.com/office/drawing/2014/main" id="{699CDFEB-8F7F-8702-FE9F-97420CAC5B64}"/>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rcRect l="22219" r="16349" b="22031"/>
          <a:stretch/>
        </p:blipFill>
        <p:spPr bwMode="gray">
          <a:xfrm rot="16200000">
            <a:off x="4357436" y="2530731"/>
            <a:ext cx="6857998" cy="1796533"/>
          </a:xfrm>
          <a:prstGeom prst="rect">
            <a:avLst/>
          </a:prstGeom>
        </p:spPr>
      </p:pic>
      <p:sp>
        <p:nvSpPr>
          <p:cNvPr id="14" name="Picture Placeholder 13">
            <a:extLst>
              <a:ext uri="{FF2B5EF4-FFF2-40B4-BE49-F238E27FC236}">
                <a16:creationId xmlns:a16="http://schemas.microsoft.com/office/drawing/2014/main" id="{8ED5AFCB-B14E-23B1-16CE-C9AAF0B76179}"/>
              </a:ext>
            </a:extLst>
          </p:cNvPr>
          <p:cNvSpPr>
            <a:spLocks noGrp="1"/>
          </p:cNvSpPr>
          <p:nvPr>
            <p:ph type="pic" sz="quarter" idx="19" hasCustomPrompt="1"/>
          </p:nvPr>
        </p:nvSpPr>
        <p:spPr bwMode="gray">
          <a:xfrm>
            <a:off x="7104111" y="0"/>
            <a:ext cx="5087889" cy="6858000"/>
          </a:xfrm>
          <a:custGeom>
            <a:avLst/>
            <a:gdLst>
              <a:gd name="connsiteX0" fmla="*/ 2448385 w 5087889"/>
              <a:gd name="connsiteY0" fmla="*/ 548792 h 6858000"/>
              <a:gd name="connsiteX1" fmla="*/ 2448385 w 5087889"/>
              <a:gd name="connsiteY1" fmla="*/ 1556792 h 6858000"/>
              <a:gd name="connsiteX2" fmla="*/ 3456385 w 5087889"/>
              <a:gd name="connsiteY2" fmla="*/ 1556792 h 6858000"/>
              <a:gd name="connsiteX3" fmla="*/ 3456385 w 5087889"/>
              <a:gd name="connsiteY3" fmla="*/ 548792 h 6858000"/>
              <a:gd name="connsiteX4" fmla="*/ 0 w 5087889"/>
              <a:gd name="connsiteY4" fmla="*/ 0 h 6858000"/>
              <a:gd name="connsiteX5" fmla="*/ 5087889 w 5087889"/>
              <a:gd name="connsiteY5" fmla="*/ 0 h 6858000"/>
              <a:gd name="connsiteX6" fmla="*/ 5087889 w 5087889"/>
              <a:gd name="connsiteY6" fmla="*/ 6858000 h 6858000"/>
              <a:gd name="connsiteX7" fmla="*/ 0 w 508788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87889" h="6858000">
                <a:moveTo>
                  <a:pt x="2448385" y="548792"/>
                </a:moveTo>
                <a:lnTo>
                  <a:pt x="2448385" y="1556792"/>
                </a:lnTo>
                <a:lnTo>
                  <a:pt x="3456385" y="1556792"/>
                </a:lnTo>
                <a:lnTo>
                  <a:pt x="3456385" y="548792"/>
                </a:lnTo>
                <a:close/>
                <a:moveTo>
                  <a:pt x="0" y="0"/>
                </a:moveTo>
                <a:lnTo>
                  <a:pt x="5087889" y="0"/>
                </a:lnTo>
                <a:lnTo>
                  <a:pt x="5087889" y="6858000"/>
                </a:lnTo>
                <a:lnTo>
                  <a:pt x="0" y="6858000"/>
                </a:lnTo>
                <a:close/>
              </a:path>
            </a:pathLst>
          </a:custGeom>
          <a:solidFill>
            <a:schemeClr val="bg1">
              <a:lumMod val="95000"/>
            </a:schemeClr>
          </a:solidFill>
        </p:spPr>
        <p:txBody>
          <a:bodyPr wrap="square" lIns="180000" tIns="360000" anchor="ctr">
            <a:noAutofit/>
          </a:bodyPr>
          <a:lstStyle>
            <a:lvl1pPr>
              <a:lnSpc>
                <a:spcPct val="100000"/>
              </a:lnSpc>
              <a:spcBef>
                <a:spcPts val="0"/>
              </a:spcBef>
              <a:defRPr sz="1000"/>
            </a:lvl1pPr>
          </a:lstStyle>
          <a:p>
            <a:r>
              <a:rPr lang="en-GB" dirty="0"/>
              <a:t>Insert image by: </a:t>
            </a:r>
            <a:br>
              <a:rPr lang="en-GB" dirty="0"/>
            </a:br>
            <a:r>
              <a:rPr lang="en-GB" dirty="0"/>
              <a:t>A) clicking on the icon</a:t>
            </a:r>
            <a:br>
              <a:rPr lang="en-GB" dirty="0"/>
            </a:br>
            <a:r>
              <a:rPr lang="en-GB" dirty="0"/>
              <a:t>or B) selecting this shape and choosing an image in Templafy</a:t>
            </a:r>
          </a:p>
        </p:txBody>
      </p:sp>
      <p:pic>
        <p:nvPicPr>
          <p:cNvPr id="16" name="Grafik 10">
            <a:extLst>
              <a:ext uri="{FF2B5EF4-FFF2-40B4-BE49-F238E27FC236}">
                <a16:creationId xmlns:a16="http://schemas.microsoft.com/office/drawing/2014/main" id="{FCE29150-5556-029E-D823-F6C5034CB76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bwMode="gray">
          <a:xfrm>
            <a:off x="9552496" y="548792"/>
            <a:ext cx="1008000" cy="1008000"/>
          </a:xfrm>
          <a:prstGeom prst="rect">
            <a:avLst/>
          </a:prstGeom>
        </p:spPr>
      </p:pic>
    </p:spTree>
    <p:extLst>
      <p:ext uri="{BB962C8B-B14F-4D97-AF65-F5344CB8AC3E}">
        <p14:creationId xmlns:p14="http://schemas.microsoft.com/office/powerpoint/2010/main" val="4020523231"/>
      </p:ext>
    </p:extLst>
  </p:cSld>
  <p:clrMapOvr>
    <a:masterClrMapping/>
  </p:clrMapOvr>
  <p:extLst>
    <p:ext uri="{DCECCB84-F9BA-43D5-87BE-67443E8EF086}">
      <p15:sldGuideLst xmlns:p15="http://schemas.microsoft.com/office/powerpoint/2012/main">
        <p15:guide id="1" pos="5110">
          <p15:clr>
            <a:srgbClr val="C35EA4"/>
          </p15:clr>
        </p15:guide>
        <p15:guide id="2" pos="7287">
          <p15:clr>
            <a:srgbClr val="C35EA4"/>
          </p15:clr>
        </p15:guide>
        <p15:guide id="3" orient="horz" pos="3884">
          <p15:clr>
            <a:srgbClr val="C35EA4"/>
          </p15:clr>
        </p15:guide>
        <p15:guide id="4" orient="horz" pos="1344">
          <p15:clr>
            <a:srgbClr val="C35EA4"/>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97EB39CA-3AD7-DCAD-9EE3-969C721516E7}"/>
              </a:ext>
            </a:extLst>
          </p:cNvPr>
          <p:cNvSpPr>
            <a:spLocks noGrp="1"/>
          </p:cNvSpPr>
          <p:nvPr>
            <p:ph type="pic" sz="quarter" idx="13" hasCustomPrompt="1"/>
          </p:nvPr>
        </p:nvSpPr>
        <p:spPr bwMode="gray">
          <a:xfrm>
            <a:off x="0" y="0"/>
            <a:ext cx="12192000" cy="6858000"/>
          </a:xfrm>
          <a:prstGeom prst="rect">
            <a:avLst/>
          </a:prstGeom>
          <a:solidFill>
            <a:schemeClr val="bg1">
              <a:lumMod val="95000"/>
            </a:schemeClr>
          </a:solidFill>
        </p:spPr>
        <p:txBody>
          <a:bodyPr wrap="square" lIns="5940000" tIns="1080000" rIns="0" bIns="0" anchor="ctr">
            <a:noAutofit/>
          </a:bodyPr>
          <a:lstStyle>
            <a:lvl1pPr algn="l">
              <a:lnSpc>
                <a:spcPct val="100000"/>
              </a:lnSpc>
              <a:spcBef>
                <a:spcPts val="0"/>
              </a:spcBef>
              <a:defRPr sz="1000" b="0">
                <a:latin typeface="+mn-lt"/>
              </a:defRPr>
            </a:lvl1pPr>
          </a:lstStyle>
          <a:p>
            <a:r>
              <a:rPr lang="en-GB" dirty="0"/>
              <a:t>Insert image by: </a:t>
            </a:r>
            <a:br>
              <a:rPr lang="en-GB" dirty="0"/>
            </a:br>
            <a:r>
              <a:rPr lang="en-GB" dirty="0"/>
              <a:t>A) clicking on the icon</a:t>
            </a:r>
            <a:br>
              <a:rPr lang="en-GB" dirty="0"/>
            </a:br>
            <a:r>
              <a:rPr lang="en-GB" dirty="0"/>
              <a:t>or B) selecting this shape and choosing an image in Templafy</a:t>
            </a:r>
          </a:p>
        </p:txBody>
      </p:sp>
      <p:sp>
        <p:nvSpPr>
          <p:cNvPr id="5" name="Date Placeholder 4">
            <a:extLst>
              <a:ext uri="{FF2B5EF4-FFF2-40B4-BE49-F238E27FC236}">
                <a16:creationId xmlns:a16="http://schemas.microsoft.com/office/drawing/2014/main" id="{8E66FE70-59B6-AC87-507C-CEB424D60120}"/>
              </a:ext>
            </a:extLst>
          </p:cNvPr>
          <p:cNvSpPr>
            <a:spLocks noGrp="1"/>
          </p:cNvSpPr>
          <p:nvPr>
            <p:ph type="dt" sz="half" idx="19"/>
          </p:nvPr>
        </p:nvSpPr>
        <p:spPr>
          <a:xfrm>
            <a:off x="10416480" y="7173416"/>
            <a:ext cx="679792" cy="144000"/>
          </a:xfrm>
        </p:spPr>
        <p:txBody>
          <a:bodyPr/>
          <a:lstStyle/>
          <a:p>
            <a:fld id="{B1C4C974-51FB-4C4B-910E-CCD81FBB4E24}" type="datetime1">
              <a:rPr lang="de-DE" smtClean="0"/>
              <a:t>08.09.2026</a:t>
            </a:fld>
            <a:endParaRPr lang="en-GB" dirty="0"/>
          </a:p>
        </p:txBody>
      </p:sp>
      <p:sp>
        <p:nvSpPr>
          <p:cNvPr id="6" name="Footer Placeholder 5">
            <a:extLst>
              <a:ext uri="{FF2B5EF4-FFF2-40B4-BE49-F238E27FC236}">
                <a16:creationId xmlns:a16="http://schemas.microsoft.com/office/drawing/2014/main" id="{E0F84F3F-CCA7-1138-E397-F036F4D56251}"/>
              </a:ext>
            </a:extLst>
          </p:cNvPr>
          <p:cNvSpPr>
            <a:spLocks noGrp="1"/>
          </p:cNvSpPr>
          <p:nvPr>
            <p:ph type="ftr" sz="quarter" idx="20"/>
          </p:nvPr>
        </p:nvSpPr>
        <p:spPr>
          <a:xfrm rot="10800000" flipV="1">
            <a:off x="1559496" y="7173416"/>
            <a:ext cx="4392000" cy="144000"/>
          </a:xfrm>
        </p:spPr>
        <p:txBody>
          <a:bodyPr/>
          <a:lstStyle/>
          <a:p>
            <a:endParaRPr lang="en-GB" dirty="0"/>
          </a:p>
        </p:txBody>
      </p:sp>
      <p:sp>
        <p:nvSpPr>
          <p:cNvPr id="7" name="Slide Number Placeholder 6">
            <a:extLst>
              <a:ext uri="{FF2B5EF4-FFF2-40B4-BE49-F238E27FC236}">
                <a16:creationId xmlns:a16="http://schemas.microsoft.com/office/drawing/2014/main" id="{68B62FC2-7106-0197-2DB6-50E3466396B1}"/>
              </a:ext>
            </a:extLst>
          </p:cNvPr>
          <p:cNvSpPr>
            <a:spLocks noGrp="1"/>
          </p:cNvSpPr>
          <p:nvPr>
            <p:ph type="sldNum" sz="quarter" idx="21"/>
          </p:nvPr>
        </p:nvSpPr>
        <p:spPr>
          <a:xfrm>
            <a:off x="11178000" y="7173416"/>
            <a:ext cx="392400" cy="144000"/>
          </a:xfrm>
        </p:spPr>
        <p:txBody>
          <a:bodyPr/>
          <a:lstStyle/>
          <a:p>
            <a:r>
              <a:rPr lang="de-DE"/>
              <a:t>|  </a:t>
            </a:r>
            <a:fld id="{8CF9DE7D-F270-4E16-BA04-5BCA8969A2EA}" type="slidenum">
              <a:rPr lang="de-DE" smtClean="0"/>
              <a:pPr/>
              <a:t>‹#›</a:t>
            </a:fld>
            <a:endParaRPr lang="de-DE" dirty="0"/>
          </a:p>
        </p:txBody>
      </p:sp>
      <p:sp>
        <p:nvSpPr>
          <p:cNvPr id="10" name="Text Placeholder 20">
            <a:extLst>
              <a:ext uri="{FF2B5EF4-FFF2-40B4-BE49-F238E27FC236}">
                <a16:creationId xmlns:a16="http://schemas.microsoft.com/office/drawing/2014/main" id="{FEDBDD80-8AEF-1F88-6927-CE301C48C1D4}"/>
              </a:ext>
            </a:extLst>
          </p:cNvPr>
          <p:cNvSpPr>
            <a:spLocks noGrp="1"/>
          </p:cNvSpPr>
          <p:nvPr>
            <p:ph type="body" sz="quarter" idx="22" hasCustomPrompt="1"/>
          </p:nvPr>
        </p:nvSpPr>
        <p:spPr>
          <a:xfrm>
            <a:off x="0" y="0"/>
            <a:ext cx="5663952" cy="6861196"/>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a:lvl1pPr>
          </a:lstStyle>
          <a:p>
            <a:pPr lvl="0"/>
            <a:r>
              <a:rPr lang="en-GB" dirty="0"/>
              <a:t> </a:t>
            </a:r>
          </a:p>
        </p:txBody>
      </p:sp>
      <p:sp>
        <p:nvSpPr>
          <p:cNvPr id="18" name="Textplatzhalter 3">
            <a:extLst>
              <a:ext uri="{FF2B5EF4-FFF2-40B4-BE49-F238E27FC236}">
                <a16:creationId xmlns:a16="http://schemas.microsoft.com/office/drawing/2014/main" id="{8ADFD71C-F224-420F-BE63-A063DEFF9D1E}"/>
              </a:ext>
              <a:ext uri="{C183D7F6-B498-43B3-948B-1728B52AA6E4}">
                <adec:decorative xmlns:adec="http://schemas.microsoft.com/office/drawing/2017/decorative" val="0"/>
              </a:ext>
            </a:extLst>
          </p:cNvPr>
          <p:cNvSpPr>
            <a:spLocks noGrp="1"/>
          </p:cNvSpPr>
          <p:nvPr>
            <p:ph type="body" sz="quarter" idx="18" hasCustomPrompt="1"/>
          </p:nvPr>
        </p:nvSpPr>
        <p:spPr bwMode="gray">
          <a:xfrm>
            <a:off x="0" y="980728"/>
            <a:ext cx="1607968" cy="648072"/>
          </a:xfrm>
          <a:prstGeom prst="rect">
            <a:avLst/>
          </a:prstGeom>
          <a:solidFill>
            <a:schemeClr val="tx2">
              <a:lumMod val="40000"/>
              <a:lumOff val="60000"/>
            </a:schemeClr>
          </a:solidFill>
        </p:spPr>
        <p:txBody>
          <a:bodyPr lIns="0" tIns="0" anchor="ctr"/>
          <a:lstStyle>
            <a:lvl1pPr marL="0" indent="0" algn="r">
              <a:lnSpc>
                <a:spcPct val="100000"/>
              </a:lnSpc>
              <a:spcBef>
                <a:spcPts val="0"/>
              </a:spcBef>
              <a:spcAft>
                <a:spcPts val="0"/>
              </a:spcAft>
              <a:buFont typeface="Arial" panose="020B0604020202020204" pitchFamily="34" charset="0"/>
              <a:buNone/>
              <a:defRPr sz="6000">
                <a:solidFill>
                  <a:schemeClr val="tx2"/>
                </a:solidFill>
                <a:latin typeface="+mj-lt"/>
              </a:defRPr>
            </a:lvl1pPr>
            <a:lvl2pPr marL="0" indent="0" algn="r">
              <a:lnSpc>
                <a:spcPct val="100000"/>
              </a:lnSpc>
              <a:spcBef>
                <a:spcPts val="0"/>
              </a:spcBef>
              <a:spcAft>
                <a:spcPts val="0"/>
              </a:spcAft>
              <a:buFont typeface="Arial" panose="020B0604020202020204" pitchFamily="34" charset="0"/>
              <a:buNone/>
              <a:defRPr sz="6000">
                <a:latin typeface="+mj-lt"/>
              </a:defRPr>
            </a:lvl2pPr>
            <a:lvl3pPr marL="0" indent="0" algn="r">
              <a:lnSpc>
                <a:spcPct val="100000"/>
              </a:lnSpc>
              <a:spcBef>
                <a:spcPts val="0"/>
              </a:spcBef>
              <a:spcAft>
                <a:spcPts val="0"/>
              </a:spcAft>
              <a:buNone/>
              <a:defRPr sz="6000">
                <a:latin typeface="+mj-lt"/>
              </a:defRPr>
            </a:lvl3pPr>
            <a:lvl4pPr marL="0" indent="0" algn="r">
              <a:lnSpc>
                <a:spcPct val="100000"/>
              </a:lnSpc>
              <a:spcBef>
                <a:spcPts val="0"/>
              </a:spcBef>
              <a:spcAft>
                <a:spcPts val="0"/>
              </a:spcAft>
              <a:buNone/>
              <a:defRPr sz="6000">
                <a:latin typeface="+mj-lt"/>
              </a:defRPr>
            </a:lvl4pPr>
            <a:lvl5pPr marL="0" indent="0" algn="r">
              <a:lnSpc>
                <a:spcPct val="100000"/>
              </a:lnSpc>
              <a:spcBef>
                <a:spcPts val="0"/>
              </a:spcBef>
              <a:spcAft>
                <a:spcPts val="0"/>
              </a:spcAft>
              <a:buNone/>
              <a:defRPr sz="6000">
                <a:latin typeface="+mj-lt"/>
              </a:defRPr>
            </a:lvl5pPr>
            <a:lvl6pPr marL="0" indent="0" algn="r">
              <a:lnSpc>
                <a:spcPct val="100000"/>
              </a:lnSpc>
              <a:spcBef>
                <a:spcPts val="0"/>
              </a:spcBef>
              <a:spcAft>
                <a:spcPts val="0"/>
              </a:spcAft>
              <a:buNone/>
              <a:defRPr sz="6000">
                <a:latin typeface="+mj-lt"/>
              </a:defRPr>
            </a:lvl6pPr>
            <a:lvl7pPr marL="0" indent="0" algn="r">
              <a:lnSpc>
                <a:spcPct val="100000"/>
              </a:lnSpc>
              <a:spcBef>
                <a:spcPts val="0"/>
              </a:spcBef>
              <a:spcAft>
                <a:spcPts val="0"/>
              </a:spcAft>
              <a:buNone/>
              <a:defRPr sz="6000">
                <a:latin typeface="+mj-lt"/>
              </a:defRPr>
            </a:lvl7pPr>
            <a:lvl8pPr marL="0" indent="0" algn="r">
              <a:lnSpc>
                <a:spcPct val="100000"/>
              </a:lnSpc>
              <a:spcBef>
                <a:spcPts val="0"/>
              </a:spcBef>
              <a:spcAft>
                <a:spcPts val="0"/>
              </a:spcAft>
              <a:buNone/>
              <a:defRPr sz="6000">
                <a:latin typeface="+mj-lt"/>
              </a:defRPr>
            </a:lvl8pPr>
            <a:lvl9pPr marL="0" indent="0" algn="r">
              <a:lnSpc>
                <a:spcPct val="100000"/>
              </a:lnSpc>
              <a:spcBef>
                <a:spcPts val="0"/>
              </a:spcBef>
              <a:spcAft>
                <a:spcPts val="0"/>
              </a:spcAft>
              <a:buNone/>
              <a:defRPr sz="6000">
                <a:latin typeface="+mj-lt"/>
              </a:defRPr>
            </a:lvl9pPr>
          </a:lstStyle>
          <a:p>
            <a:pPr lvl="0"/>
            <a:r>
              <a:rPr lang="de-DE" dirty="0"/>
              <a:t>00</a:t>
            </a:r>
          </a:p>
        </p:txBody>
      </p:sp>
      <p:sp>
        <p:nvSpPr>
          <p:cNvPr id="12" name="Titel 1">
            <a:extLst>
              <a:ext uri="{FF2B5EF4-FFF2-40B4-BE49-F238E27FC236}">
                <a16:creationId xmlns:a16="http://schemas.microsoft.com/office/drawing/2014/main" id="{16ED3BDF-F719-C449-4F1C-D91E5FC88300}"/>
              </a:ext>
            </a:extLst>
          </p:cNvPr>
          <p:cNvSpPr>
            <a:spLocks noGrp="1"/>
          </p:cNvSpPr>
          <p:nvPr>
            <p:ph type="ctrTitle" hasCustomPrompt="1"/>
          </p:nvPr>
        </p:nvSpPr>
        <p:spPr bwMode="gray">
          <a:xfrm>
            <a:off x="623888" y="3140968"/>
            <a:ext cx="4392068" cy="1799655"/>
          </a:xfrm>
        </p:spPr>
        <p:txBody>
          <a:bodyPr anchor="b"/>
          <a:lstStyle>
            <a:lvl1pPr algn="l">
              <a:lnSpc>
                <a:spcPct val="105000"/>
              </a:lnSpc>
              <a:defRPr sz="3600" b="0" i="0">
                <a:solidFill>
                  <a:schemeClr val="bg1"/>
                </a:solidFill>
                <a:latin typeface="+mj-lt"/>
              </a:defRPr>
            </a:lvl1pPr>
          </a:lstStyle>
          <a:p>
            <a:r>
              <a:rPr lang="en-GB" dirty="0"/>
              <a:t>Name of the </a:t>
            </a:r>
            <a:br>
              <a:rPr lang="en-GB" dirty="0"/>
            </a:br>
            <a:r>
              <a:rPr lang="en-GB" dirty="0"/>
              <a:t>current chapter</a:t>
            </a:r>
          </a:p>
        </p:txBody>
      </p:sp>
      <p:sp>
        <p:nvSpPr>
          <p:cNvPr id="13" name="Untertitel 2">
            <a:extLst>
              <a:ext uri="{FF2B5EF4-FFF2-40B4-BE49-F238E27FC236}">
                <a16:creationId xmlns:a16="http://schemas.microsoft.com/office/drawing/2014/main" id="{B139AF02-4A7D-9A27-7B77-A1BFC370B885}"/>
              </a:ext>
            </a:extLst>
          </p:cNvPr>
          <p:cNvSpPr>
            <a:spLocks noGrp="1"/>
          </p:cNvSpPr>
          <p:nvPr>
            <p:ph type="subTitle" idx="1" hasCustomPrompt="1"/>
          </p:nvPr>
        </p:nvSpPr>
        <p:spPr bwMode="gray">
          <a:xfrm>
            <a:off x="623888" y="5227960"/>
            <a:ext cx="4392068" cy="937890"/>
          </a:xfrm>
        </p:spPr>
        <p:txBody>
          <a:bodyPr/>
          <a:lstStyle>
            <a:lvl1pPr marL="0" indent="0" algn="l">
              <a:lnSpc>
                <a:spcPct val="120000"/>
              </a:lnSpc>
              <a:spcBef>
                <a:spcPts val="0"/>
              </a:spcBef>
              <a:spcAft>
                <a:spcPts val="0"/>
              </a:spcAft>
              <a:buFont typeface="Arial" panose="020B0604020202020204" pitchFamily="34" charset="0"/>
              <a:buNone/>
              <a:defRPr sz="1600" b="0">
                <a:solidFill>
                  <a:schemeClr val="bg1"/>
                </a:solidFill>
                <a:latin typeface="+mn-lt"/>
              </a:defRPr>
            </a:lvl1pPr>
            <a:lvl2pPr marL="0" indent="0" algn="l">
              <a:lnSpc>
                <a:spcPct val="120000"/>
              </a:lnSpc>
              <a:spcBef>
                <a:spcPts val="0"/>
              </a:spcBef>
              <a:spcAft>
                <a:spcPts val="0"/>
              </a:spcAft>
              <a:buFont typeface="Arial" panose="020B0604020202020204" pitchFamily="34" charset="0"/>
              <a:buNone/>
              <a:defRPr sz="1600" b="0">
                <a:solidFill>
                  <a:schemeClr val="tx1"/>
                </a:solidFill>
              </a:defRPr>
            </a:lvl2pPr>
            <a:lvl3pPr marL="0" indent="0" algn="l">
              <a:lnSpc>
                <a:spcPct val="120000"/>
              </a:lnSpc>
              <a:spcBef>
                <a:spcPts val="0"/>
              </a:spcBef>
              <a:spcAft>
                <a:spcPts val="0"/>
              </a:spcAft>
              <a:buFont typeface="Arial" panose="020B0604020202020204" pitchFamily="34" charset="0"/>
              <a:buNone/>
              <a:defRPr sz="1600" b="0">
                <a:solidFill>
                  <a:schemeClr val="tx1"/>
                </a:solidFill>
              </a:defRPr>
            </a:lvl3pPr>
            <a:lvl4pPr marL="0" indent="0" algn="l">
              <a:lnSpc>
                <a:spcPct val="120000"/>
              </a:lnSpc>
              <a:spcBef>
                <a:spcPts val="0"/>
              </a:spcBef>
              <a:spcAft>
                <a:spcPts val="0"/>
              </a:spcAft>
              <a:buFont typeface="Arial" panose="020B0604020202020204" pitchFamily="34" charset="0"/>
              <a:buNone/>
              <a:defRPr sz="1600" b="0">
                <a:solidFill>
                  <a:schemeClr val="tx1"/>
                </a:solidFill>
              </a:defRPr>
            </a:lvl4pPr>
            <a:lvl5pPr marL="0" indent="0" algn="l">
              <a:lnSpc>
                <a:spcPct val="120000"/>
              </a:lnSpc>
              <a:spcBef>
                <a:spcPts val="0"/>
              </a:spcBef>
              <a:spcAft>
                <a:spcPts val="0"/>
              </a:spcAft>
              <a:buFont typeface="Arial" panose="020B0604020202020204" pitchFamily="34" charset="0"/>
              <a:buNone/>
              <a:defRPr sz="1600" b="0">
                <a:solidFill>
                  <a:schemeClr val="tx1"/>
                </a:solidFill>
              </a:defRPr>
            </a:lvl5pPr>
            <a:lvl6pPr marL="0" indent="0" algn="l">
              <a:lnSpc>
                <a:spcPct val="120000"/>
              </a:lnSpc>
              <a:spcBef>
                <a:spcPts val="0"/>
              </a:spcBef>
              <a:spcAft>
                <a:spcPts val="0"/>
              </a:spcAft>
              <a:buFont typeface="Arial" panose="020B0604020202020204" pitchFamily="34" charset="0"/>
              <a:buNone/>
              <a:defRPr sz="1600" b="0">
                <a:solidFill>
                  <a:schemeClr val="tx1"/>
                </a:solidFill>
              </a:defRPr>
            </a:lvl6pPr>
            <a:lvl7pPr marL="0" indent="0" algn="l">
              <a:lnSpc>
                <a:spcPct val="120000"/>
              </a:lnSpc>
              <a:spcBef>
                <a:spcPts val="0"/>
              </a:spcBef>
              <a:spcAft>
                <a:spcPts val="0"/>
              </a:spcAft>
              <a:buFont typeface="Arial" panose="020B0604020202020204" pitchFamily="34" charset="0"/>
              <a:buNone/>
              <a:defRPr sz="1600" b="0">
                <a:solidFill>
                  <a:schemeClr val="tx1"/>
                </a:solidFill>
              </a:defRPr>
            </a:lvl7pPr>
            <a:lvl8pPr marL="0" indent="0" algn="l">
              <a:lnSpc>
                <a:spcPct val="120000"/>
              </a:lnSpc>
              <a:spcBef>
                <a:spcPts val="0"/>
              </a:spcBef>
              <a:spcAft>
                <a:spcPts val="0"/>
              </a:spcAft>
              <a:buFont typeface="Arial" panose="020B0604020202020204" pitchFamily="34" charset="0"/>
              <a:buNone/>
              <a:defRPr sz="1600" b="0">
                <a:solidFill>
                  <a:schemeClr val="tx1"/>
                </a:solidFill>
              </a:defRPr>
            </a:lvl8pPr>
            <a:lvl9pPr marL="0" indent="0" algn="l">
              <a:lnSpc>
                <a:spcPct val="120000"/>
              </a:lnSpc>
              <a:spcBef>
                <a:spcPts val="0"/>
              </a:spcBef>
              <a:spcAft>
                <a:spcPts val="0"/>
              </a:spcAft>
              <a:buFont typeface="Arial" panose="020B0604020202020204" pitchFamily="34" charset="0"/>
              <a:buNone/>
              <a:defRPr sz="1600" b="0">
                <a:solidFill>
                  <a:schemeClr val="tx1"/>
                </a:solidFill>
              </a:defRPr>
            </a:lvl9pPr>
          </a:lstStyle>
          <a:p>
            <a:r>
              <a:rPr lang="en-GB" dirty="0"/>
              <a:t>Optional short description</a:t>
            </a:r>
          </a:p>
        </p:txBody>
      </p:sp>
    </p:spTree>
    <p:extLst>
      <p:ext uri="{BB962C8B-B14F-4D97-AF65-F5344CB8AC3E}">
        <p14:creationId xmlns:p14="http://schemas.microsoft.com/office/powerpoint/2010/main" val="1091740077"/>
      </p:ext>
    </p:extLst>
  </p:cSld>
  <p:clrMapOvr>
    <a:masterClrMapping/>
  </p:clrMapOvr>
  <p:extLst>
    <p:ext uri="{DCECCB84-F9BA-43D5-87BE-67443E8EF086}">
      <p15:sldGuideLst xmlns:p15="http://schemas.microsoft.com/office/powerpoint/2012/main">
        <p15:guide id="1" pos="4520">
          <p15:clr>
            <a:srgbClr val="C35EA4"/>
          </p15:clr>
        </p15:guide>
        <p15:guide id="2" pos="7287">
          <p15:clr>
            <a:srgbClr val="C35EA4"/>
          </p15:clr>
        </p15:guide>
        <p15:guide id="3" orient="horz" pos="3884">
          <p15:clr>
            <a:srgbClr val="C35EA4"/>
          </p15:clr>
        </p15:guide>
        <p15:guide id="4" orient="horz" pos="1979">
          <p15:clr>
            <a:srgbClr val="C35E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7" name="Textplatzhalter 7">
            <a:extLst>
              <a:ext uri="{FF2B5EF4-FFF2-40B4-BE49-F238E27FC236}">
                <a16:creationId xmlns:a16="http://schemas.microsoft.com/office/drawing/2014/main" id="{F81DB133-05A6-9B0F-11E3-79207B07B901}"/>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8" name="Titel 1">
            <a:extLst>
              <a:ext uri="{FF2B5EF4-FFF2-40B4-BE49-F238E27FC236}">
                <a16:creationId xmlns:a16="http://schemas.microsoft.com/office/drawing/2014/main" id="{12CD28C3-31E7-FA68-9CFD-1841A42750CC}"/>
              </a:ext>
            </a:extLst>
          </p:cNvPr>
          <p:cNvSpPr>
            <a:spLocks noGrp="1"/>
          </p:cNvSpPr>
          <p:nvPr>
            <p:ph type="title" hasCustomPrompt="1"/>
          </p:nvPr>
        </p:nvSpPr>
        <p:spPr bwMode="gray">
          <a:xfrm>
            <a:off x="619304" y="548720"/>
            <a:ext cx="9072000" cy="432000"/>
          </a:xfrm>
        </p:spPr>
        <p:txBody>
          <a:bodyPr/>
          <a:lstStyle/>
          <a:p>
            <a:r>
              <a:rPr lang="en-GB" dirty="0"/>
              <a:t>Click to add title</a:t>
            </a:r>
          </a:p>
        </p:txBody>
      </p:sp>
      <p:sp>
        <p:nvSpPr>
          <p:cNvPr id="9" name="Untertitel 2">
            <a:extLst>
              <a:ext uri="{FF2B5EF4-FFF2-40B4-BE49-F238E27FC236}">
                <a16:creationId xmlns:a16="http://schemas.microsoft.com/office/drawing/2014/main" id="{6C134EEB-22AC-95AD-2B02-0C41A43C8E19}"/>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0" name="Inhaltsplatzhalter 2">
            <a:extLst>
              <a:ext uri="{FF2B5EF4-FFF2-40B4-BE49-F238E27FC236}">
                <a16:creationId xmlns:a16="http://schemas.microsoft.com/office/drawing/2014/main" id="{D6F9C74F-7E94-E848-AE50-F248994ABA05}"/>
              </a:ext>
            </a:extLst>
          </p:cNvPr>
          <p:cNvSpPr>
            <a:spLocks noGrp="1"/>
          </p:cNvSpPr>
          <p:nvPr>
            <p:ph idx="1" hasCustomPrompt="1"/>
          </p:nvPr>
        </p:nvSpPr>
        <p:spPr bwMode="gray">
          <a:xfrm>
            <a:off x="619304" y="1628800"/>
            <a:ext cx="10948824"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5" name="Date Placeholder 4">
            <a:extLst>
              <a:ext uri="{FF2B5EF4-FFF2-40B4-BE49-F238E27FC236}">
                <a16:creationId xmlns:a16="http://schemas.microsoft.com/office/drawing/2014/main" id="{FC9877AD-E8BD-5759-91DD-F4E084F20880}"/>
              </a:ext>
            </a:extLst>
          </p:cNvPr>
          <p:cNvSpPr>
            <a:spLocks noGrp="1"/>
          </p:cNvSpPr>
          <p:nvPr>
            <p:ph type="dt" sz="half" idx="18"/>
          </p:nvPr>
        </p:nvSpPr>
        <p:spPr/>
        <p:txBody>
          <a:bodyPr/>
          <a:lstStyle/>
          <a:p>
            <a:fld id="{D27F4C84-B94E-461A-86D1-B00C5C2F1F2F}" type="datetime1">
              <a:rPr lang="de-DE" smtClean="0"/>
              <a:t>08.09.2026</a:t>
            </a:fld>
            <a:endParaRPr lang="en-GB" dirty="0"/>
          </a:p>
        </p:txBody>
      </p:sp>
      <p:sp>
        <p:nvSpPr>
          <p:cNvPr id="6" name="Footer Placeholder 5">
            <a:extLst>
              <a:ext uri="{FF2B5EF4-FFF2-40B4-BE49-F238E27FC236}">
                <a16:creationId xmlns:a16="http://schemas.microsoft.com/office/drawing/2014/main" id="{6D156F4C-F081-E9D9-AAB4-6017E1F9D0FC}"/>
              </a:ext>
            </a:extLst>
          </p:cNvPr>
          <p:cNvSpPr>
            <a:spLocks noGrp="1"/>
          </p:cNvSpPr>
          <p:nvPr>
            <p:ph type="ftr" sz="quarter" idx="19"/>
          </p:nvPr>
        </p:nvSpPr>
        <p:spPr/>
        <p:txBody>
          <a:bodyPr/>
          <a:lstStyle/>
          <a:p>
            <a:endParaRPr lang="en-GB" dirty="0"/>
          </a:p>
        </p:txBody>
      </p:sp>
      <p:sp>
        <p:nvSpPr>
          <p:cNvPr id="11" name="Slide Number Placeholder 10">
            <a:extLst>
              <a:ext uri="{FF2B5EF4-FFF2-40B4-BE49-F238E27FC236}">
                <a16:creationId xmlns:a16="http://schemas.microsoft.com/office/drawing/2014/main" id="{C196221B-0202-0B08-D314-2FA5EAA472CE}"/>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76490111"/>
      </p:ext>
    </p:extLst>
  </p:cSld>
  <p:clrMapOvr>
    <a:masterClrMapping/>
  </p:clrMapOvr>
  <p:extLst>
    <p:ext uri="{DCECCB84-F9BA-43D5-87BE-67443E8EF086}">
      <p15:sldGuideLst xmlns:p15="http://schemas.microsoft.com/office/powerpoint/2012/main">
        <p15:guide id="1" pos="393" userDrawn="1">
          <p15:clr>
            <a:srgbClr val="C35EA4"/>
          </p15:clr>
        </p15:guide>
        <p15:guide id="2" pos="7287" userDrawn="1">
          <p15:clr>
            <a:srgbClr val="C35EA4"/>
          </p15:clr>
        </p15:guide>
        <p15:guide id="3" orient="horz" pos="1026" userDrawn="1">
          <p15:clr>
            <a:srgbClr val="C35EA4"/>
          </p15:clr>
        </p15:guide>
        <p15:guide id="4" orient="horz" pos="3884" userDrawn="1">
          <p15:clr>
            <a:srgbClr val="C35EA4"/>
          </p15:clr>
        </p15:guide>
        <p15:guide id="5" orient="horz" pos="346" userDrawn="1">
          <p15:clr>
            <a:srgbClr val="C35E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s | 1:1">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0754D634-BD18-39E6-8483-BE7B9501F662}"/>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9" name="Titel 1">
            <a:extLst>
              <a:ext uri="{FF2B5EF4-FFF2-40B4-BE49-F238E27FC236}">
                <a16:creationId xmlns:a16="http://schemas.microsoft.com/office/drawing/2014/main" id="{3941F6B4-9EE0-6100-AFF8-51509692B4FD}"/>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0" name="Untertitel 2">
            <a:extLst>
              <a:ext uri="{FF2B5EF4-FFF2-40B4-BE49-F238E27FC236}">
                <a16:creationId xmlns:a16="http://schemas.microsoft.com/office/drawing/2014/main" id="{67182A42-0269-9C0D-842B-DA1D3DD49BF1}"/>
              </a:ext>
            </a:extLst>
          </p:cNvPr>
          <p:cNvSpPr>
            <a:spLocks noGrp="1"/>
          </p:cNvSpPr>
          <p:nvPr>
            <p:ph type="subTitle" idx="17" hasCustomPrompt="1"/>
          </p:nvPr>
        </p:nvSpPr>
        <p:spPr bwMode="gray">
          <a:xfrm>
            <a:off x="619304" y="980768"/>
            <a:ext cx="9072000" cy="288000"/>
          </a:xfrm>
        </p:spPr>
        <p:txBody>
          <a:bodyPr tIns="0"/>
          <a:lstStyle>
            <a:lvl1pPr marL="0" indent="0" algn="l">
              <a:lnSpc>
                <a:spcPct val="105000"/>
              </a:lnSpc>
              <a:spcBef>
                <a:spcPts val="0"/>
              </a:spcBef>
              <a:spcAft>
                <a:spcPts val="0"/>
              </a:spcAft>
              <a:buFont typeface="Arial" panose="020B0604020202020204" pitchFamily="34" charset="0"/>
              <a:buNone/>
              <a:defRPr sz="1600" b="0" baseline="0">
                <a:latin typeface="+mn-lt"/>
              </a:defRPr>
            </a:lvl1pPr>
            <a:lvl2pPr marL="0" indent="0" algn="l">
              <a:lnSpc>
                <a:spcPct val="105000"/>
              </a:lnSpc>
              <a:spcBef>
                <a:spcPts val="0"/>
              </a:spcBef>
              <a:spcAft>
                <a:spcPts val="0"/>
              </a:spcAft>
              <a:buFont typeface="Arial" panose="020B0604020202020204" pitchFamily="34" charset="0"/>
              <a:buNone/>
              <a:defRPr sz="1600" b="0" baseline="0">
                <a:latin typeface="+mn-lt"/>
              </a:defRPr>
            </a:lvl2pPr>
            <a:lvl3pPr marL="0" indent="0" algn="l">
              <a:lnSpc>
                <a:spcPct val="105000"/>
              </a:lnSpc>
              <a:spcBef>
                <a:spcPts val="0"/>
              </a:spcBef>
              <a:spcAft>
                <a:spcPts val="0"/>
              </a:spcAft>
              <a:buFont typeface="Arial" panose="020B0604020202020204" pitchFamily="34" charset="0"/>
              <a:buNone/>
              <a:defRPr sz="1600" b="0" baseline="0">
                <a:latin typeface="+mn-lt"/>
              </a:defRPr>
            </a:lvl3pPr>
            <a:lvl4pPr marL="0" indent="0" algn="l">
              <a:lnSpc>
                <a:spcPct val="105000"/>
              </a:lnSpc>
              <a:spcBef>
                <a:spcPts val="0"/>
              </a:spcBef>
              <a:spcAft>
                <a:spcPts val="0"/>
              </a:spcAft>
              <a:buFont typeface="Arial" panose="020B0604020202020204" pitchFamily="34" charset="0"/>
              <a:buNone/>
              <a:defRPr sz="1600" b="0" baseline="0">
                <a:latin typeface="+mn-lt"/>
              </a:defRPr>
            </a:lvl4pPr>
            <a:lvl5pPr marL="0" indent="0" algn="l">
              <a:lnSpc>
                <a:spcPct val="105000"/>
              </a:lnSpc>
              <a:spcBef>
                <a:spcPts val="0"/>
              </a:spcBef>
              <a:spcAft>
                <a:spcPts val="0"/>
              </a:spcAft>
              <a:buFont typeface="Arial" panose="020B0604020202020204" pitchFamily="34" charset="0"/>
              <a:buNone/>
              <a:defRPr sz="1600" b="0" baseline="0">
                <a:latin typeface="+mn-lt"/>
              </a:defRPr>
            </a:lvl5pPr>
            <a:lvl6pPr marL="0" indent="0" algn="l">
              <a:lnSpc>
                <a:spcPct val="105000"/>
              </a:lnSpc>
              <a:spcBef>
                <a:spcPts val="0"/>
              </a:spcBef>
              <a:spcAft>
                <a:spcPts val="0"/>
              </a:spcAft>
              <a:buFont typeface="Arial" panose="020B0604020202020204" pitchFamily="34" charset="0"/>
              <a:buNone/>
              <a:defRPr sz="1600" b="0" baseline="0">
                <a:latin typeface="+mn-lt"/>
              </a:defRPr>
            </a:lvl6pPr>
            <a:lvl7pPr marL="0" indent="0" algn="l">
              <a:lnSpc>
                <a:spcPct val="105000"/>
              </a:lnSpc>
              <a:spcBef>
                <a:spcPts val="0"/>
              </a:spcBef>
              <a:spcAft>
                <a:spcPts val="0"/>
              </a:spcAft>
              <a:buFont typeface="Arial" panose="020B0604020202020204" pitchFamily="34" charset="0"/>
              <a:buNone/>
              <a:defRPr sz="1600" b="0" baseline="0">
                <a:latin typeface="+mn-lt"/>
              </a:defRPr>
            </a:lvl7pPr>
            <a:lvl8pPr marL="0" indent="0" algn="l">
              <a:lnSpc>
                <a:spcPct val="105000"/>
              </a:lnSpc>
              <a:spcBef>
                <a:spcPts val="0"/>
              </a:spcBef>
              <a:spcAft>
                <a:spcPts val="0"/>
              </a:spcAft>
              <a:buFont typeface="Arial" panose="020B0604020202020204" pitchFamily="34" charset="0"/>
              <a:buNone/>
              <a:defRPr sz="1600" b="0" baseline="0">
                <a:latin typeface="+mn-lt"/>
              </a:defRPr>
            </a:lvl8pPr>
            <a:lvl9pPr marL="0" indent="0" algn="l">
              <a:lnSpc>
                <a:spcPct val="105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2" name="Inhaltsplatzhalter 2">
            <a:extLst>
              <a:ext uri="{FF2B5EF4-FFF2-40B4-BE49-F238E27FC236}">
                <a16:creationId xmlns:a16="http://schemas.microsoft.com/office/drawing/2014/main" id="{5EF5CC9E-08F7-35CB-9D82-649B73E65E7D}"/>
              </a:ext>
            </a:extLst>
          </p:cNvPr>
          <p:cNvSpPr>
            <a:spLocks noGrp="1"/>
          </p:cNvSpPr>
          <p:nvPr>
            <p:ph sz="half" idx="1" hasCustomPrompt="1"/>
          </p:nvPr>
        </p:nvSpPr>
        <p:spPr bwMode="gray">
          <a:xfrm>
            <a:off x="623888" y="1628800"/>
            <a:ext cx="5327480"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4" name="Inhaltsplatzhalter 3">
            <a:extLst>
              <a:ext uri="{FF2B5EF4-FFF2-40B4-BE49-F238E27FC236}">
                <a16:creationId xmlns:a16="http://schemas.microsoft.com/office/drawing/2014/main" id="{0455764F-FD40-2C2B-D143-511002864551}"/>
              </a:ext>
            </a:extLst>
          </p:cNvPr>
          <p:cNvSpPr>
            <a:spLocks noGrp="1"/>
          </p:cNvSpPr>
          <p:nvPr>
            <p:ph sz="half" idx="2" hasCustomPrompt="1"/>
          </p:nvPr>
        </p:nvSpPr>
        <p:spPr bwMode="gray">
          <a:xfrm>
            <a:off x="6240016" y="1628800"/>
            <a:ext cx="5327480"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5" name="Date Placeholder 4">
            <a:extLst>
              <a:ext uri="{FF2B5EF4-FFF2-40B4-BE49-F238E27FC236}">
                <a16:creationId xmlns:a16="http://schemas.microsoft.com/office/drawing/2014/main" id="{269D2B38-A9A0-FF3E-CDBA-813F7CD64566}"/>
              </a:ext>
            </a:extLst>
          </p:cNvPr>
          <p:cNvSpPr>
            <a:spLocks noGrp="1"/>
          </p:cNvSpPr>
          <p:nvPr>
            <p:ph type="dt" sz="half" idx="18"/>
          </p:nvPr>
        </p:nvSpPr>
        <p:spPr/>
        <p:txBody>
          <a:bodyPr/>
          <a:lstStyle/>
          <a:p>
            <a:fld id="{9B14C448-EA8E-411E-A5C1-EB33961C9505}" type="datetime1">
              <a:rPr lang="de-DE" smtClean="0"/>
              <a:t>08.09.2026</a:t>
            </a:fld>
            <a:endParaRPr lang="en-GB" dirty="0"/>
          </a:p>
        </p:txBody>
      </p:sp>
      <p:sp>
        <p:nvSpPr>
          <p:cNvPr id="6" name="Footer Placeholder 5">
            <a:extLst>
              <a:ext uri="{FF2B5EF4-FFF2-40B4-BE49-F238E27FC236}">
                <a16:creationId xmlns:a16="http://schemas.microsoft.com/office/drawing/2014/main" id="{EE7E445B-412B-E741-8E28-28A5480733B1}"/>
              </a:ext>
            </a:extLst>
          </p:cNvPr>
          <p:cNvSpPr>
            <a:spLocks noGrp="1"/>
          </p:cNvSpPr>
          <p:nvPr>
            <p:ph type="ftr" sz="quarter" idx="19"/>
          </p:nvPr>
        </p:nvSpPr>
        <p:spPr/>
        <p:txBody>
          <a:bodyPr/>
          <a:lstStyle/>
          <a:p>
            <a:endParaRPr lang="en-GB" dirty="0"/>
          </a:p>
        </p:txBody>
      </p:sp>
      <p:sp>
        <p:nvSpPr>
          <p:cNvPr id="7" name="Slide Number Placeholder 6">
            <a:extLst>
              <a:ext uri="{FF2B5EF4-FFF2-40B4-BE49-F238E27FC236}">
                <a16:creationId xmlns:a16="http://schemas.microsoft.com/office/drawing/2014/main" id="{58889D58-F54E-ED29-A5C2-2DC8671F0C4F}"/>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831577900"/>
      </p:ext>
    </p:extLst>
  </p:cSld>
  <p:clrMapOvr>
    <a:masterClrMapping/>
  </p:clrMapOvr>
  <p:extLst>
    <p:ext uri="{DCECCB84-F9BA-43D5-87BE-67443E8EF086}">
      <p15:sldGuideLst xmlns:p15="http://schemas.microsoft.com/office/powerpoint/2012/main">
        <p15:guide id="1" pos="3749" userDrawn="1">
          <p15:clr>
            <a:srgbClr val="C35EA4"/>
          </p15:clr>
        </p15:guide>
        <p15:guide id="2" pos="3931" userDrawn="1">
          <p15:clr>
            <a:srgbClr val="C35EA4"/>
          </p15:clr>
        </p15:guide>
        <p15:guide id="3" pos="7287" userDrawn="1">
          <p15:clr>
            <a:srgbClr val="C35EA4"/>
          </p15:clr>
        </p15:guide>
        <p15:guide id="4" pos="393" userDrawn="1">
          <p15:clr>
            <a:srgbClr val="C35EA4"/>
          </p15:clr>
        </p15:guide>
        <p15:guide id="5" orient="horz" pos="1026" userDrawn="1">
          <p15:clr>
            <a:srgbClr val="C35EA4"/>
          </p15:clr>
        </p15:guide>
        <p15:guide id="6" orient="horz" pos="3884" userDrawn="1">
          <p15:clr>
            <a:srgbClr val="C35E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s | 1:2">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D35ABC2B-6C2D-F4FA-A2BB-5C3ED5EAA99F}"/>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9" name="Titel 1">
            <a:extLst>
              <a:ext uri="{FF2B5EF4-FFF2-40B4-BE49-F238E27FC236}">
                <a16:creationId xmlns:a16="http://schemas.microsoft.com/office/drawing/2014/main" id="{BFCE963F-2BF4-8AB0-6653-598193D2D5E0}"/>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0" name="Untertitel 2">
            <a:extLst>
              <a:ext uri="{FF2B5EF4-FFF2-40B4-BE49-F238E27FC236}">
                <a16:creationId xmlns:a16="http://schemas.microsoft.com/office/drawing/2014/main" id="{E1DA9873-6390-E301-1D9A-0E0BB7086D74}"/>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2" name="Inhaltsplatzhalter 2">
            <a:extLst>
              <a:ext uri="{FF2B5EF4-FFF2-40B4-BE49-F238E27FC236}">
                <a16:creationId xmlns:a16="http://schemas.microsoft.com/office/drawing/2014/main" id="{E8287DA8-B9E8-518D-5B91-CA12671CE750}"/>
              </a:ext>
            </a:extLst>
          </p:cNvPr>
          <p:cNvSpPr>
            <a:spLocks noGrp="1"/>
          </p:cNvSpPr>
          <p:nvPr>
            <p:ph sz="half" idx="1" hasCustomPrompt="1"/>
          </p:nvPr>
        </p:nvSpPr>
        <p:spPr bwMode="gray">
          <a:xfrm>
            <a:off x="623888" y="1628800"/>
            <a:ext cx="3455987"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4" name="Inhaltsplatzhalter 3">
            <a:extLst>
              <a:ext uri="{FF2B5EF4-FFF2-40B4-BE49-F238E27FC236}">
                <a16:creationId xmlns:a16="http://schemas.microsoft.com/office/drawing/2014/main" id="{64804F77-1A34-186D-0D6B-AB5C91062D1E}"/>
              </a:ext>
            </a:extLst>
          </p:cNvPr>
          <p:cNvSpPr>
            <a:spLocks noGrp="1"/>
          </p:cNvSpPr>
          <p:nvPr>
            <p:ph sz="half" idx="2" hasCustomPrompt="1"/>
          </p:nvPr>
        </p:nvSpPr>
        <p:spPr bwMode="gray">
          <a:xfrm>
            <a:off x="4367213" y="1628800"/>
            <a:ext cx="7200283"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 name="Date Placeholder 1">
            <a:extLst>
              <a:ext uri="{FF2B5EF4-FFF2-40B4-BE49-F238E27FC236}">
                <a16:creationId xmlns:a16="http://schemas.microsoft.com/office/drawing/2014/main" id="{67FCE014-120C-02B2-F15D-BBC44E3BBC20}"/>
              </a:ext>
            </a:extLst>
          </p:cNvPr>
          <p:cNvSpPr>
            <a:spLocks noGrp="1"/>
          </p:cNvSpPr>
          <p:nvPr>
            <p:ph type="dt" sz="half" idx="18"/>
          </p:nvPr>
        </p:nvSpPr>
        <p:spPr/>
        <p:txBody>
          <a:bodyPr/>
          <a:lstStyle/>
          <a:p>
            <a:fld id="{25B0135A-2B8C-468D-8015-6F69290C986F}" type="datetime1">
              <a:rPr lang="de-DE" smtClean="0"/>
              <a:t>08.09.2026</a:t>
            </a:fld>
            <a:endParaRPr lang="en-GB" dirty="0"/>
          </a:p>
        </p:txBody>
      </p:sp>
      <p:sp>
        <p:nvSpPr>
          <p:cNvPr id="3" name="Footer Placeholder 2">
            <a:extLst>
              <a:ext uri="{FF2B5EF4-FFF2-40B4-BE49-F238E27FC236}">
                <a16:creationId xmlns:a16="http://schemas.microsoft.com/office/drawing/2014/main" id="{299275FF-0FAE-0927-FE90-1CAB60CF1573}"/>
              </a:ext>
            </a:extLst>
          </p:cNvPr>
          <p:cNvSpPr>
            <a:spLocks noGrp="1"/>
          </p:cNvSpPr>
          <p:nvPr>
            <p:ph type="ftr" sz="quarter" idx="19"/>
          </p:nvPr>
        </p:nvSpPr>
        <p:spPr/>
        <p:txBody>
          <a:bodyPr/>
          <a:lstStyle/>
          <a:p>
            <a:endParaRPr lang="en-GB" dirty="0"/>
          </a:p>
        </p:txBody>
      </p:sp>
      <p:sp>
        <p:nvSpPr>
          <p:cNvPr id="4" name="Slide Number Placeholder 3">
            <a:extLst>
              <a:ext uri="{FF2B5EF4-FFF2-40B4-BE49-F238E27FC236}">
                <a16:creationId xmlns:a16="http://schemas.microsoft.com/office/drawing/2014/main" id="{DA6E3B28-F2EF-2670-1D61-90BDA6A3B11A}"/>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101923619"/>
      </p:ext>
    </p:extLst>
  </p:cSld>
  <p:clrMapOvr>
    <a:masterClrMapping/>
  </p:clrMapOvr>
  <p:extLst>
    <p:ext uri="{DCECCB84-F9BA-43D5-87BE-67443E8EF086}">
      <p15:sldGuideLst xmlns:p15="http://schemas.microsoft.com/office/powerpoint/2012/main">
        <p15:guide id="1" pos="2570" userDrawn="1">
          <p15:clr>
            <a:srgbClr val="C35EA4"/>
          </p15:clr>
        </p15:guide>
        <p15:guide id="2" pos="2751" userDrawn="1">
          <p15:clr>
            <a:srgbClr val="C35EA4"/>
          </p15:clr>
        </p15:guide>
        <p15:guide id="3" pos="7287" userDrawn="1">
          <p15:clr>
            <a:srgbClr val="C35EA4"/>
          </p15:clr>
        </p15:guide>
        <p15:guide id="4" pos="393" userDrawn="1">
          <p15:clr>
            <a:srgbClr val="C35EA4"/>
          </p15:clr>
        </p15:guide>
        <p15:guide id="5" orient="horz" pos="1026" userDrawn="1">
          <p15:clr>
            <a:srgbClr val="C35EA4"/>
          </p15:clr>
        </p15:guide>
        <p15:guide id="6" orient="horz" pos="3884" userDrawn="1">
          <p15:clr>
            <a:srgbClr val="C35E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ree contents">
    <p:spTree>
      <p:nvGrpSpPr>
        <p:cNvPr id="1" name=""/>
        <p:cNvGrpSpPr/>
        <p:nvPr/>
      </p:nvGrpSpPr>
      <p:grpSpPr>
        <a:xfrm>
          <a:off x="0" y="0"/>
          <a:ext cx="0" cy="0"/>
          <a:chOff x="0" y="0"/>
          <a:chExt cx="0" cy="0"/>
        </a:xfrm>
      </p:grpSpPr>
      <p:sp>
        <p:nvSpPr>
          <p:cNvPr id="9" name="Textplatzhalter 7">
            <a:extLst>
              <a:ext uri="{FF2B5EF4-FFF2-40B4-BE49-F238E27FC236}">
                <a16:creationId xmlns:a16="http://schemas.microsoft.com/office/drawing/2014/main" id="{15D7F216-2C7E-C738-2C53-C625FE42AA46}"/>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0" name="Titel 11">
            <a:extLst>
              <a:ext uri="{FF2B5EF4-FFF2-40B4-BE49-F238E27FC236}">
                <a16:creationId xmlns:a16="http://schemas.microsoft.com/office/drawing/2014/main" id="{FD2B432C-296B-159C-AD3B-BD4B25DB1DED}"/>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5" name="Untertitel 2">
            <a:extLst>
              <a:ext uri="{FF2B5EF4-FFF2-40B4-BE49-F238E27FC236}">
                <a16:creationId xmlns:a16="http://schemas.microsoft.com/office/drawing/2014/main" id="{5C1C0667-4E51-C1E0-6C1E-96AEDEB36F23}"/>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6" name="Inhaltsplatzhalter 2">
            <a:extLst>
              <a:ext uri="{FF2B5EF4-FFF2-40B4-BE49-F238E27FC236}">
                <a16:creationId xmlns:a16="http://schemas.microsoft.com/office/drawing/2014/main" id="{AC9B062A-B771-64E2-E83C-6A68B1B6DE13}"/>
              </a:ext>
            </a:extLst>
          </p:cNvPr>
          <p:cNvSpPr>
            <a:spLocks noGrp="1"/>
          </p:cNvSpPr>
          <p:nvPr>
            <p:ph idx="1" hasCustomPrompt="1"/>
          </p:nvPr>
        </p:nvSpPr>
        <p:spPr bwMode="gray">
          <a:xfrm>
            <a:off x="623887" y="1628800"/>
            <a:ext cx="5327481"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7" name="Inhaltsplatzhalter 3">
            <a:extLst>
              <a:ext uri="{FF2B5EF4-FFF2-40B4-BE49-F238E27FC236}">
                <a16:creationId xmlns:a16="http://schemas.microsoft.com/office/drawing/2014/main" id="{5CC8EBC0-76BE-1539-4B00-712DDDAC37ED}"/>
              </a:ext>
            </a:extLst>
          </p:cNvPr>
          <p:cNvSpPr>
            <a:spLocks noGrp="1"/>
          </p:cNvSpPr>
          <p:nvPr>
            <p:ph sz="half" idx="2" hasCustomPrompt="1"/>
          </p:nvPr>
        </p:nvSpPr>
        <p:spPr bwMode="gray">
          <a:xfrm>
            <a:off x="6240524" y="1628800"/>
            <a:ext cx="2519474"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8" name="Inhaltsplatzhalter 3">
            <a:extLst>
              <a:ext uri="{FF2B5EF4-FFF2-40B4-BE49-F238E27FC236}">
                <a16:creationId xmlns:a16="http://schemas.microsoft.com/office/drawing/2014/main" id="{8CC34F41-EB45-D5B7-FC9B-8FF89BE5233E}"/>
              </a:ext>
            </a:extLst>
          </p:cNvPr>
          <p:cNvSpPr>
            <a:spLocks noGrp="1"/>
          </p:cNvSpPr>
          <p:nvPr>
            <p:ph sz="half" idx="18" hasCustomPrompt="1"/>
          </p:nvPr>
        </p:nvSpPr>
        <p:spPr bwMode="gray">
          <a:xfrm>
            <a:off x="9048750" y="1628800"/>
            <a:ext cx="2519474"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3" name="Date Placeholder 2">
            <a:extLst>
              <a:ext uri="{FF2B5EF4-FFF2-40B4-BE49-F238E27FC236}">
                <a16:creationId xmlns:a16="http://schemas.microsoft.com/office/drawing/2014/main" id="{9187F02C-1151-E990-B9C4-4EA153141C33}"/>
              </a:ext>
            </a:extLst>
          </p:cNvPr>
          <p:cNvSpPr>
            <a:spLocks noGrp="1"/>
          </p:cNvSpPr>
          <p:nvPr>
            <p:ph type="dt" sz="half" idx="19"/>
          </p:nvPr>
        </p:nvSpPr>
        <p:spPr/>
        <p:txBody>
          <a:bodyPr/>
          <a:lstStyle/>
          <a:p>
            <a:fld id="{5EC03CBB-C59D-4859-BA4D-A2B4DA34069A}" type="datetime1">
              <a:rPr lang="de-DE" smtClean="0"/>
              <a:t>08.09.2026</a:t>
            </a:fld>
            <a:endParaRPr lang="en-GB" dirty="0"/>
          </a:p>
        </p:txBody>
      </p:sp>
      <p:sp>
        <p:nvSpPr>
          <p:cNvPr id="4" name="Footer Placeholder 3">
            <a:extLst>
              <a:ext uri="{FF2B5EF4-FFF2-40B4-BE49-F238E27FC236}">
                <a16:creationId xmlns:a16="http://schemas.microsoft.com/office/drawing/2014/main" id="{B6DF15ED-849F-B716-A403-1E2FA625C132}"/>
              </a:ext>
            </a:extLst>
          </p:cNvPr>
          <p:cNvSpPr>
            <a:spLocks noGrp="1"/>
          </p:cNvSpPr>
          <p:nvPr>
            <p:ph type="ftr" sz="quarter" idx="20"/>
          </p:nvPr>
        </p:nvSpPr>
        <p:spPr/>
        <p:txBody>
          <a:bodyPr/>
          <a:lstStyle/>
          <a:p>
            <a:endParaRPr lang="en-GB" dirty="0"/>
          </a:p>
        </p:txBody>
      </p:sp>
      <p:sp>
        <p:nvSpPr>
          <p:cNvPr id="5" name="Slide Number Placeholder 4">
            <a:extLst>
              <a:ext uri="{FF2B5EF4-FFF2-40B4-BE49-F238E27FC236}">
                <a16:creationId xmlns:a16="http://schemas.microsoft.com/office/drawing/2014/main" id="{2F3594E8-82F3-A1F8-0A21-B4FF8283B87E}"/>
              </a:ext>
            </a:extLst>
          </p:cNvPr>
          <p:cNvSpPr>
            <a:spLocks noGrp="1"/>
          </p:cNvSpPr>
          <p:nvPr>
            <p:ph type="sldNum" sz="quarter" idx="21"/>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376375726"/>
      </p:ext>
    </p:extLst>
  </p:cSld>
  <p:clrMapOvr>
    <a:masterClrMapping/>
  </p:clrMapOvr>
  <p:extLst>
    <p:ext uri="{DCECCB84-F9BA-43D5-87BE-67443E8EF086}">
      <p15:sldGuideLst xmlns:p15="http://schemas.microsoft.com/office/powerpoint/2012/main">
        <p15:guide id="1" orient="horz" pos="1026" userDrawn="1">
          <p15:clr>
            <a:srgbClr val="C35EA4"/>
          </p15:clr>
        </p15:guide>
        <p15:guide id="2" pos="393" userDrawn="1">
          <p15:clr>
            <a:srgbClr val="C35EA4"/>
          </p15:clr>
        </p15:guide>
        <p15:guide id="3" pos="7287" userDrawn="1">
          <p15:clr>
            <a:srgbClr val="C35EA4"/>
          </p15:clr>
        </p15:guide>
        <p15:guide id="4" orient="horz" pos="3884" userDrawn="1">
          <p15:clr>
            <a:srgbClr val="C35EA4"/>
          </p15:clr>
        </p15:guide>
        <p15:guide id="5" pos="3749" userDrawn="1">
          <p15:clr>
            <a:srgbClr val="C35EA4"/>
          </p15:clr>
        </p15:guide>
        <p15:guide id="6" pos="3931" userDrawn="1">
          <p15:clr>
            <a:srgbClr val="C35EA4"/>
          </p15:clr>
        </p15:guide>
        <p15:guide id="7" pos="5518" userDrawn="1">
          <p15:clr>
            <a:srgbClr val="C35EA4"/>
          </p15:clr>
        </p15:guide>
        <p15:guide id="8" pos="5700" userDrawn="1">
          <p15:clr>
            <a:srgbClr val="C35E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10" name="Textplatzhalter 7">
            <a:extLst>
              <a:ext uri="{FF2B5EF4-FFF2-40B4-BE49-F238E27FC236}">
                <a16:creationId xmlns:a16="http://schemas.microsoft.com/office/drawing/2014/main" id="{EFE7C349-56FA-3C16-CDB7-1D98B79BF236}"/>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5" name="Titel 11">
            <a:extLst>
              <a:ext uri="{FF2B5EF4-FFF2-40B4-BE49-F238E27FC236}">
                <a16:creationId xmlns:a16="http://schemas.microsoft.com/office/drawing/2014/main" id="{AF35B1FE-D82F-AEF7-E6BB-8BF963F4B82A}"/>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7" name="Untertitel 2">
            <a:extLst>
              <a:ext uri="{FF2B5EF4-FFF2-40B4-BE49-F238E27FC236}">
                <a16:creationId xmlns:a16="http://schemas.microsoft.com/office/drawing/2014/main" id="{4C4337D0-9BFA-6BDE-7A72-5F959F5BF273}"/>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8" name="Inhaltsplatzhalter 2">
            <a:extLst>
              <a:ext uri="{FF2B5EF4-FFF2-40B4-BE49-F238E27FC236}">
                <a16:creationId xmlns:a16="http://schemas.microsoft.com/office/drawing/2014/main" id="{F6908F06-BB76-37BA-599B-8D4654E2A956}"/>
              </a:ext>
            </a:extLst>
          </p:cNvPr>
          <p:cNvSpPr>
            <a:spLocks noGrp="1"/>
          </p:cNvSpPr>
          <p:nvPr>
            <p:ph idx="1" hasCustomPrompt="1"/>
          </p:nvPr>
        </p:nvSpPr>
        <p:spPr bwMode="gray">
          <a:xfrm>
            <a:off x="623887" y="1628800"/>
            <a:ext cx="5327481" cy="2088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9" name="Inhaltsplatzhalter 3">
            <a:extLst>
              <a:ext uri="{FF2B5EF4-FFF2-40B4-BE49-F238E27FC236}">
                <a16:creationId xmlns:a16="http://schemas.microsoft.com/office/drawing/2014/main" id="{3D71255E-402E-BBD9-DB9C-4C6AC7CE1086}"/>
              </a:ext>
            </a:extLst>
          </p:cNvPr>
          <p:cNvSpPr>
            <a:spLocks noGrp="1"/>
          </p:cNvSpPr>
          <p:nvPr>
            <p:ph sz="half" idx="2" hasCustomPrompt="1"/>
          </p:nvPr>
        </p:nvSpPr>
        <p:spPr bwMode="gray">
          <a:xfrm>
            <a:off x="623888" y="4005064"/>
            <a:ext cx="5327650" cy="2160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0" name="Inhaltsplatzhalter 3">
            <a:extLst>
              <a:ext uri="{FF2B5EF4-FFF2-40B4-BE49-F238E27FC236}">
                <a16:creationId xmlns:a16="http://schemas.microsoft.com/office/drawing/2014/main" id="{023FC25F-46DF-54AF-CF9C-99B4E06F84C6}"/>
              </a:ext>
            </a:extLst>
          </p:cNvPr>
          <p:cNvSpPr>
            <a:spLocks noGrp="1"/>
          </p:cNvSpPr>
          <p:nvPr>
            <p:ph sz="half" idx="18" hasCustomPrompt="1"/>
          </p:nvPr>
        </p:nvSpPr>
        <p:spPr bwMode="gray">
          <a:xfrm>
            <a:off x="6240463" y="1628800"/>
            <a:ext cx="5327761" cy="2088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1" name="Inhaltsplatzhalter 3">
            <a:extLst>
              <a:ext uri="{FF2B5EF4-FFF2-40B4-BE49-F238E27FC236}">
                <a16:creationId xmlns:a16="http://schemas.microsoft.com/office/drawing/2014/main" id="{5789ECBE-7083-3E65-94E4-3E6ED4AEE2B9}"/>
              </a:ext>
            </a:extLst>
          </p:cNvPr>
          <p:cNvSpPr>
            <a:spLocks noGrp="1"/>
          </p:cNvSpPr>
          <p:nvPr>
            <p:ph sz="half" idx="19" hasCustomPrompt="1"/>
          </p:nvPr>
        </p:nvSpPr>
        <p:spPr bwMode="gray">
          <a:xfrm>
            <a:off x="6240463" y="4005064"/>
            <a:ext cx="5327761" cy="2160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3" name="Date Placeholder 2">
            <a:extLst>
              <a:ext uri="{FF2B5EF4-FFF2-40B4-BE49-F238E27FC236}">
                <a16:creationId xmlns:a16="http://schemas.microsoft.com/office/drawing/2014/main" id="{6B3173BD-018A-4BE0-C0E9-2BC3BC1F54A3}"/>
              </a:ext>
            </a:extLst>
          </p:cNvPr>
          <p:cNvSpPr>
            <a:spLocks noGrp="1"/>
          </p:cNvSpPr>
          <p:nvPr>
            <p:ph type="dt" sz="half" idx="20"/>
          </p:nvPr>
        </p:nvSpPr>
        <p:spPr/>
        <p:txBody>
          <a:bodyPr/>
          <a:lstStyle/>
          <a:p>
            <a:fld id="{DAD19536-35C4-4C44-89D7-A067FE2064AD}" type="datetime1">
              <a:rPr lang="de-DE" smtClean="0"/>
              <a:t>08.09.2026</a:t>
            </a:fld>
            <a:endParaRPr lang="en-GB" dirty="0"/>
          </a:p>
        </p:txBody>
      </p:sp>
      <p:sp>
        <p:nvSpPr>
          <p:cNvPr id="4" name="Footer Placeholder 3">
            <a:extLst>
              <a:ext uri="{FF2B5EF4-FFF2-40B4-BE49-F238E27FC236}">
                <a16:creationId xmlns:a16="http://schemas.microsoft.com/office/drawing/2014/main" id="{BB750122-E984-AD2C-C998-F8BE876FAD09}"/>
              </a:ext>
            </a:extLst>
          </p:cNvPr>
          <p:cNvSpPr>
            <a:spLocks noGrp="1"/>
          </p:cNvSpPr>
          <p:nvPr>
            <p:ph type="ftr" sz="quarter" idx="21"/>
          </p:nvPr>
        </p:nvSpPr>
        <p:spPr/>
        <p:txBody>
          <a:bodyPr/>
          <a:lstStyle/>
          <a:p>
            <a:endParaRPr lang="en-GB" dirty="0"/>
          </a:p>
        </p:txBody>
      </p:sp>
      <p:sp>
        <p:nvSpPr>
          <p:cNvPr id="5" name="Slide Number Placeholder 4">
            <a:extLst>
              <a:ext uri="{FF2B5EF4-FFF2-40B4-BE49-F238E27FC236}">
                <a16:creationId xmlns:a16="http://schemas.microsoft.com/office/drawing/2014/main" id="{1B0D4237-6D16-E873-C696-B8ACF07ECE2F}"/>
              </a:ext>
            </a:extLst>
          </p:cNvPr>
          <p:cNvSpPr>
            <a:spLocks noGrp="1"/>
          </p:cNvSpPr>
          <p:nvPr>
            <p:ph type="sldNum" sz="quarter" idx="22"/>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079071838"/>
      </p:ext>
    </p:extLst>
  </p:cSld>
  <p:clrMapOvr>
    <a:masterClrMapping/>
  </p:clrMapOvr>
  <p:extLst>
    <p:ext uri="{DCECCB84-F9BA-43D5-87BE-67443E8EF086}">
      <p15:sldGuideLst xmlns:p15="http://schemas.microsoft.com/office/powerpoint/2012/main">
        <p15:guide id="1" orient="horz" pos="1026" userDrawn="1">
          <p15:clr>
            <a:srgbClr val="C35EA4"/>
          </p15:clr>
        </p15:guide>
        <p15:guide id="2" pos="393" userDrawn="1">
          <p15:clr>
            <a:srgbClr val="C35EA4"/>
          </p15:clr>
        </p15:guide>
        <p15:guide id="3" pos="7287" userDrawn="1">
          <p15:clr>
            <a:srgbClr val="C35EA4"/>
          </p15:clr>
        </p15:guide>
        <p15:guide id="4" orient="horz" pos="3884" userDrawn="1">
          <p15:clr>
            <a:srgbClr val="C35EA4"/>
          </p15:clr>
        </p15:guide>
        <p15:guide id="5" pos="3749" userDrawn="1">
          <p15:clr>
            <a:srgbClr val="C35EA4"/>
          </p15:clr>
        </p15:guide>
        <p15:guide id="6" pos="3931" userDrawn="1">
          <p15:clr>
            <a:srgbClr val="C35EA4"/>
          </p15:clr>
        </p15:guide>
        <p15:guide id="7" orient="horz" pos="2341" userDrawn="1">
          <p15:clr>
            <a:srgbClr val="C35EA4"/>
          </p15:clr>
        </p15:guide>
        <p15:guide id="8" orient="horz" pos="2523" userDrawn="1">
          <p15:clr>
            <a:srgbClr val="C35EA4"/>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content | one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48F9B59B-5FBD-AC90-222D-13ABDC559DFC}"/>
              </a:ext>
            </a:extLst>
          </p:cNvPr>
          <p:cNvSpPr>
            <a:spLocks noGrp="1"/>
          </p:cNvSpPr>
          <p:nvPr>
            <p:ph type="body" sz="quarter" idx="16"/>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0" name="Titel 1">
            <a:extLst>
              <a:ext uri="{FF2B5EF4-FFF2-40B4-BE49-F238E27FC236}">
                <a16:creationId xmlns:a16="http://schemas.microsoft.com/office/drawing/2014/main" id="{61D3FC73-24BA-D1C7-4866-00145C743036}"/>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1" name="Untertitel 2">
            <a:extLst>
              <a:ext uri="{FF2B5EF4-FFF2-40B4-BE49-F238E27FC236}">
                <a16:creationId xmlns:a16="http://schemas.microsoft.com/office/drawing/2014/main" id="{62FCBF7C-B743-0832-5FDD-045233FBFF2C}"/>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3" name="Inhaltsplatzhalter 2">
            <a:extLst>
              <a:ext uri="{FF2B5EF4-FFF2-40B4-BE49-F238E27FC236}">
                <a16:creationId xmlns:a16="http://schemas.microsoft.com/office/drawing/2014/main" id="{70D94968-DE98-4FDF-EC75-55544A9CDFB7}"/>
              </a:ext>
            </a:extLst>
          </p:cNvPr>
          <p:cNvSpPr>
            <a:spLocks noGrp="1"/>
          </p:cNvSpPr>
          <p:nvPr>
            <p:ph sz="half" idx="1" hasCustomPrompt="1"/>
          </p:nvPr>
        </p:nvSpPr>
        <p:spPr bwMode="gray">
          <a:xfrm>
            <a:off x="623888" y="1628800"/>
            <a:ext cx="5327480"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5" name="Bildplatzhalter 8">
            <a:extLst>
              <a:ext uri="{FF2B5EF4-FFF2-40B4-BE49-F238E27FC236}">
                <a16:creationId xmlns:a16="http://schemas.microsoft.com/office/drawing/2014/main" id="{B669626A-D981-7FA4-3B7F-04120D4B9B25}"/>
              </a:ext>
            </a:extLst>
          </p:cNvPr>
          <p:cNvSpPr>
            <a:spLocks noGrp="1"/>
          </p:cNvSpPr>
          <p:nvPr>
            <p:ph type="pic" sz="quarter" idx="13" hasCustomPrompt="1"/>
          </p:nvPr>
        </p:nvSpPr>
        <p:spPr bwMode="gray">
          <a:xfrm>
            <a:off x="6240464" y="1628775"/>
            <a:ext cx="5327650" cy="4535487"/>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2" name="Date Placeholder 1">
            <a:extLst>
              <a:ext uri="{FF2B5EF4-FFF2-40B4-BE49-F238E27FC236}">
                <a16:creationId xmlns:a16="http://schemas.microsoft.com/office/drawing/2014/main" id="{9DC02D1B-157E-9C2C-933C-ABAF0073913F}"/>
              </a:ext>
            </a:extLst>
          </p:cNvPr>
          <p:cNvSpPr>
            <a:spLocks noGrp="1"/>
          </p:cNvSpPr>
          <p:nvPr>
            <p:ph type="dt" sz="half" idx="18"/>
          </p:nvPr>
        </p:nvSpPr>
        <p:spPr/>
        <p:txBody>
          <a:bodyPr/>
          <a:lstStyle/>
          <a:p>
            <a:fld id="{3C501631-473F-4ACB-8089-3AAD7088E980}" type="datetime1">
              <a:rPr lang="de-DE" smtClean="0"/>
              <a:t>08.09.2026</a:t>
            </a:fld>
            <a:endParaRPr lang="en-GB" dirty="0"/>
          </a:p>
        </p:txBody>
      </p:sp>
      <p:sp>
        <p:nvSpPr>
          <p:cNvPr id="3" name="Footer Placeholder 2">
            <a:extLst>
              <a:ext uri="{FF2B5EF4-FFF2-40B4-BE49-F238E27FC236}">
                <a16:creationId xmlns:a16="http://schemas.microsoft.com/office/drawing/2014/main" id="{1A8833D8-DEEF-E22B-B10C-A705D4B896F4}"/>
              </a:ext>
            </a:extLst>
          </p:cNvPr>
          <p:cNvSpPr>
            <a:spLocks noGrp="1"/>
          </p:cNvSpPr>
          <p:nvPr>
            <p:ph type="ftr" sz="quarter" idx="19"/>
          </p:nvPr>
        </p:nvSpPr>
        <p:spPr/>
        <p:txBody>
          <a:bodyPr/>
          <a:lstStyle/>
          <a:p>
            <a:endParaRPr lang="en-GB" dirty="0"/>
          </a:p>
        </p:txBody>
      </p:sp>
      <p:sp>
        <p:nvSpPr>
          <p:cNvPr id="5" name="Slide Number Placeholder 4">
            <a:extLst>
              <a:ext uri="{FF2B5EF4-FFF2-40B4-BE49-F238E27FC236}">
                <a16:creationId xmlns:a16="http://schemas.microsoft.com/office/drawing/2014/main" id="{CF31E6DC-CE54-FF11-8EDE-578A0BC814B7}"/>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6604280"/>
      </p:ext>
    </p:extLst>
  </p:cSld>
  <p:clrMapOvr>
    <a:masterClrMapping/>
  </p:clrMapOvr>
  <p:extLst>
    <p:ext uri="{DCECCB84-F9BA-43D5-87BE-67443E8EF086}">
      <p15:sldGuideLst xmlns:p15="http://schemas.microsoft.com/office/powerpoint/2012/main">
        <p15:guide id="1" pos="3749" userDrawn="1">
          <p15:clr>
            <a:srgbClr val="C35EA4"/>
          </p15:clr>
        </p15:guide>
        <p15:guide id="2" pos="3931" userDrawn="1">
          <p15:clr>
            <a:srgbClr val="C35EA4"/>
          </p15:clr>
        </p15:guide>
        <p15:guide id="3" pos="7287" userDrawn="1">
          <p15:clr>
            <a:srgbClr val="C35EA4"/>
          </p15:clr>
        </p15:guide>
        <p15:guide id="4" pos="393" userDrawn="1">
          <p15:clr>
            <a:srgbClr val="C35EA4"/>
          </p15:clr>
        </p15:guide>
        <p15:guide id="5" orient="horz" pos="1026" userDrawn="1">
          <p15:clr>
            <a:srgbClr val="C35EA4"/>
          </p15:clr>
        </p15:guide>
        <p15:guide id="6" orient="horz" pos="3884" userDrawn="1">
          <p15:clr>
            <a:srgbClr val="C35E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One content | two pictures">
    <p:spTree>
      <p:nvGrpSpPr>
        <p:cNvPr id="1" name=""/>
        <p:cNvGrpSpPr/>
        <p:nvPr/>
      </p:nvGrpSpPr>
      <p:grpSpPr>
        <a:xfrm>
          <a:off x="0" y="0"/>
          <a:ext cx="0" cy="0"/>
          <a:chOff x="0" y="0"/>
          <a:chExt cx="0" cy="0"/>
        </a:xfrm>
      </p:grpSpPr>
      <p:pic>
        <p:nvPicPr>
          <p:cNvPr id="28" name="Grafik 27">
            <a:extLst>
              <a:ext uri="{FF2B5EF4-FFF2-40B4-BE49-F238E27FC236}">
                <a16:creationId xmlns:a16="http://schemas.microsoft.com/office/drawing/2014/main" id="{7749A286-A2AF-41E3-9775-3B9DC136EA9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rcRect l="46331" r="21519" b="14439"/>
          <a:stretch>
            <a:fillRect/>
          </a:stretch>
        </p:blipFill>
        <p:spPr bwMode="gray">
          <a:xfrm>
            <a:off x="5015880" y="1340769"/>
            <a:ext cx="2798152" cy="1537131"/>
          </a:xfrm>
          <a:custGeom>
            <a:avLst/>
            <a:gdLst>
              <a:gd name="connsiteX0" fmla="*/ 0 w 2798152"/>
              <a:gd name="connsiteY0" fmla="*/ 0 h 1537131"/>
              <a:gd name="connsiteX1" fmla="*/ 2798152 w 2798152"/>
              <a:gd name="connsiteY1" fmla="*/ 0 h 1537131"/>
              <a:gd name="connsiteX2" fmla="*/ 2798152 w 2798152"/>
              <a:gd name="connsiteY2" fmla="*/ 288006 h 1537131"/>
              <a:gd name="connsiteX3" fmla="*/ 288032 w 2798152"/>
              <a:gd name="connsiteY3" fmla="*/ 288006 h 1537131"/>
              <a:gd name="connsiteX4" fmla="*/ 288032 w 2798152"/>
              <a:gd name="connsiteY4" fmla="*/ 1537131 h 1537131"/>
              <a:gd name="connsiteX5" fmla="*/ 0 w 2798152"/>
              <a:gd name="connsiteY5" fmla="*/ 1537131 h 1537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98152" h="1537131">
                <a:moveTo>
                  <a:pt x="0" y="0"/>
                </a:moveTo>
                <a:lnTo>
                  <a:pt x="2798152" y="0"/>
                </a:lnTo>
                <a:lnTo>
                  <a:pt x="2798152" y="288006"/>
                </a:lnTo>
                <a:lnTo>
                  <a:pt x="288032" y="288006"/>
                </a:lnTo>
                <a:lnTo>
                  <a:pt x="288032" y="1537131"/>
                </a:lnTo>
                <a:lnTo>
                  <a:pt x="0" y="1537131"/>
                </a:lnTo>
                <a:close/>
              </a:path>
            </a:pathLst>
          </a:custGeom>
        </p:spPr>
      </p:pic>
      <p:sp>
        <p:nvSpPr>
          <p:cNvPr id="23" name="Rechteck 22">
            <a:extLst>
              <a:ext uri="{FF2B5EF4-FFF2-40B4-BE49-F238E27FC236}">
                <a16:creationId xmlns:a16="http://schemas.microsoft.com/office/drawing/2014/main" id="{CF4E889B-7ADC-4917-816D-CCBF41047134}"/>
              </a:ext>
              <a:ext uri="{C183D7F6-B498-43B3-948B-1728B52AA6E4}">
                <adec:decorative xmlns:adec="http://schemas.microsoft.com/office/drawing/2017/decorative" val="1"/>
              </a:ext>
            </a:extLst>
          </p:cNvPr>
          <p:cNvSpPr/>
          <p:nvPr userDrawn="1"/>
        </p:nvSpPr>
        <p:spPr bwMode="gray">
          <a:xfrm>
            <a:off x="4367808" y="6092792"/>
            <a:ext cx="3096000" cy="72008"/>
          </a:xfrm>
          <a:prstGeom prst="rect">
            <a:avLst/>
          </a:prstGeom>
          <a:solidFill>
            <a:schemeClr val="accent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600" dirty="0">
              <a:solidFill>
                <a:schemeClr val="tx1"/>
              </a:solidFill>
            </a:endParaRPr>
          </a:p>
        </p:txBody>
      </p:sp>
      <p:sp>
        <p:nvSpPr>
          <p:cNvPr id="11" name="Textplatzhalter 7">
            <a:extLst>
              <a:ext uri="{FF2B5EF4-FFF2-40B4-BE49-F238E27FC236}">
                <a16:creationId xmlns:a16="http://schemas.microsoft.com/office/drawing/2014/main" id="{7947676C-82C8-3F44-7E37-317091044EDC}"/>
              </a:ext>
            </a:extLst>
          </p:cNvPr>
          <p:cNvSpPr>
            <a:spLocks noGrp="1"/>
          </p:cNvSpPr>
          <p:nvPr>
            <p:ph type="body" sz="quarter" idx="16"/>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3" name="Titel 1">
            <a:extLst>
              <a:ext uri="{FF2B5EF4-FFF2-40B4-BE49-F238E27FC236}">
                <a16:creationId xmlns:a16="http://schemas.microsoft.com/office/drawing/2014/main" id="{DC4B6462-A7B2-7FF6-12D0-23E95ADD82D1}"/>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5" name="Untertitel 2">
            <a:extLst>
              <a:ext uri="{FF2B5EF4-FFF2-40B4-BE49-F238E27FC236}">
                <a16:creationId xmlns:a16="http://schemas.microsoft.com/office/drawing/2014/main" id="{45A11F77-19ED-2E9B-EB73-AB737D7C0749}"/>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6" name="Bildplatzhalter 8">
            <a:extLst>
              <a:ext uri="{FF2B5EF4-FFF2-40B4-BE49-F238E27FC236}">
                <a16:creationId xmlns:a16="http://schemas.microsoft.com/office/drawing/2014/main" id="{651CE060-6679-FF6A-E823-6B996A3292C0}"/>
              </a:ext>
            </a:extLst>
          </p:cNvPr>
          <p:cNvSpPr>
            <a:spLocks noGrp="1"/>
          </p:cNvSpPr>
          <p:nvPr>
            <p:ph type="pic" sz="quarter" idx="13" hasCustomPrompt="1"/>
          </p:nvPr>
        </p:nvSpPr>
        <p:spPr bwMode="gray">
          <a:xfrm>
            <a:off x="5303912" y="1628800"/>
            <a:ext cx="4392000" cy="2880000"/>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17" name="Bildplatzhalter 8">
            <a:extLst>
              <a:ext uri="{FF2B5EF4-FFF2-40B4-BE49-F238E27FC236}">
                <a16:creationId xmlns:a16="http://schemas.microsoft.com/office/drawing/2014/main" id="{61510ECA-B8F3-DCA3-6314-EF8C1D6A7700}"/>
              </a:ext>
            </a:extLst>
          </p:cNvPr>
          <p:cNvSpPr>
            <a:spLocks noGrp="1"/>
          </p:cNvSpPr>
          <p:nvPr>
            <p:ph type="pic" sz="quarter" idx="18" hasCustomPrompt="1"/>
          </p:nvPr>
        </p:nvSpPr>
        <p:spPr bwMode="gray">
          <a:xfrm>
            <a:off x="4367808" y="4149584"/>
            <a:ext cx="3096000" cy="1942704"/>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18" name="Inhaltsplatzhalter 2">
            <a:extLst>
              <a:ext uri="{FF2B5EF4-FFF2-40B4-BE49-F238E27FC236}">
                <a16:creationId xmlns:a16="http://schemas.microsoft.com/office/drawing/2014/main" id="{C10D86C3-3211-9536-E2CE-873CF639314D}"/>
              </a:ext>
            </a:extLst>
          </p:cNvPr>
          <p:cNvSpPr>
            <a:spLocks noGrp="1"/>
          </p:cNvSpPr>
          <p:nvPr>
            <p:ph sz="half" idx="1" hasCustomPrompt="1"/>
          </p:nvPr>
        </p:nvSpPr>
        <p:spPr bwMode="gray">
          <a:xfrm>
            <a:off x="623888" y="1628800"/>
            <a:ext cx="3455987"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 name="Date Placeholder 1">
            <a:extLst>
              <a:ext uri="{FF2B5EF4-FFF2-40B4-BE49-F238E27FC236}">
                <a16:creationId xmlns:a16="http://schemas.microsoft.com/office/drawing/2014/main" id="{83D668B2-A803-86CC-3C9E-3B7803473C30}"/>
              </a:ext>
            </a:extLst>
          </p:cNvPr>
          <p:cNvSpPr>
            <a:spLocks noGrp="1"/>
          </p:cNvSpPr>
          <p:nvPr>
            <p:ph type="dt" sz="half" idx="19"/>
          </p:nvPr>
        </p:nvSpPr>
        <p:spPr/>
        <p:txBody>
          <a:bodyPr/>
          <a:lstStyle/>
          <a:p>
            <a:fld id="{05A38EC8-C8D0-4664-B568-A70185B74B70}" type="datetime1">
              <a:rPr lang="de-DE" smtClean="0"/>
              <a:t>08.09.2026</a:t>
            </a:fld>
            <a:endParaRPr lang="en-GB" dirty="0"/>
          </a:p>
        </p:txBody>
      </p:sp>
      <p:sp>
        <p:nvSpPr>
          <p:cNvPr id="3" name="Footer Placeholder 2">
            <a:extLst>
              <a:ext uri="{FF2B5EF4-FFF2-40B4-BE49-F238E27FC236}">
                <a16:creationId xmlns:a16="http://schemas.microsoft.com/office/drawing/2014/main" id="{65172173-91AF-FBF6-64D7-55294463A156}"/>
              </a:ext>
            </a:extLst>
          </p:cNvPr>
          <p:cNvSpPr>
            <a:spLocks noGrp="1"/>
          </p:cNvSpPr>
          <p:nvPr>
            <p:ph type="ftr" sz="quarter" idx="20"/>
          </p:nvPr>
        </p:nvSpPr>
        <p:spPr/>
        <p:txBody>
          <a:bodyPr/>
          <a:lstStyle/>
          <a:p>
            <a:endParaRPr lang="en-GB" dirty="0"/>
          </a:p>
        </p:txBody>
      </p:sp>
      <p:sp>
        <p:nvSpPr>
          <p:cNvPr id="5" name="Slide Number Placeholder 4">
            <a:extLst>
              <a:ext uri="{FF2B5EF4-FFF2-40B4-BE49-F238E27FC236}">
                <a16:creationId xmlns:a16="http://schemas.microsoft.com/office/drawing/2014/main" id="{657217E3-AE2E-1250-962D-2CCDDAC1B317}"/>
              </a:ext>
            </a:extLst>
          </p:cNvPr>
          <p:cNvSpPr>
            <a:spLocks noGrp="1"/>
          </p:cNvSpPr>
          <p:nvPr>
            <p:ph type="sldNum" sz="quarter" idx="21"/>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400735421"/>
      </p:ext>
    </p:extLst>
  </p:cSld>
  <p:clrMapOvr>
    <a:masterClrMapping/>
  </p:clrMapOvr>
  <p:extLst>
    <p:ext uri="{DCECCB84-F9BA-43D5-87BE-67443E8EF086}">
      <p15:sldGuideLst xmlns:p15="http://schemas.microsoft.com/office/powerpoint/2012/main">
        <p15:guide id="1" pos="2570" userDrawn="1">
          <p15:clr>
            <a:srgbClr val="C35EA4"/>
          </p15:clr>
        </p15:guide>
        <p15:guide id="3" pos="7287" userDrawn="1">
          <p15:clr>
            <a:srgbClr val="C35EA4"/>
          </p15:clr>
        </p15:guide>
        <p15:guide id="4" pos="393" userDrawn="1">
          <p15:clr>
            <a:srgbClr val="C35EA4"/>
          </p15:clr>
        </p15:guide>
        <p15:guide id="5" orient="horz" pos="1026" userDrawn="1">
          <p15:clr>
            <a:srgbClr val="C35EA4"/>
          </p15:clr>
        </p15:guide>
        <p15:guide id="6" orient="horz" pos="3884" userDrawn="1">
          <p15:clr>
            <a:srgbClr val="C35EA4"/>
          </p15:clr>
        </p15:guide>
        <p15:guide id="7" pos="2751" userDrawn="1">
          <p15:clr>
            <a:srgbClr val="C35E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ig picture | one content">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FA531D7-11F6-5F3E-85D7-0A9F91FA792A}"/>
              </a:ext>
            </a:extLst>
          </p:cNvPr>
          <p:cNvSpPr>
            <a:spLocks noGrp="1"/>
          </p:cNvSpPr>
          <p:nvPr>
            <p:ph type="body" sz="quarter" idx="16"/>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0" name="Titel 1">
            <a:extLst>
              <a:ext uri="{FF2B5EF4-FFF2-40B4-BE49-F238E27FC236}">
                <a16:creationId xmlns:a16="http://schemas.microsoft.com/office/drawing/2014/main" id="{81C02FCF-6B63-7363-7C48-60727DAD3414}"/>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1" name="Untertitel 2">
            <a:extLst>
              <a:ext uri="{FF2B5EF4-FFF2-40B4-BE49-F238E27FC236}">
                <a16:creationId xmlns:a16="http://schemas.microsoft.com/office/drawing/2014/main" id="{8376D0C1-D737-6B0D-6EAF-ECF21FC56801}"/>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3" name="Bildplatzhalter 8">
            <a:extLst>
              <a:ext uri="{FF2B5EF4-FFF2-40B4-BE49-F238E27FC236}">
                <a16:creationId xmlns:a16="http://schemas.microsoft.com/office/drawing/2014/main" id="{BD949D42-C9DD-F392-F20C-D1A4290E2810}"/>
              </a:ext>
            </a:extLst>
          </p:cNvPr>
          <p:cNvSpPr>
            <a:spLocks noGrp="1"/>
          </p:cNvSpPr>
          <p:nvPr>
            <p:ph type="pic" sz="quarter" idx="13" hasCustomPrompt="1"/>
          </p:nvPr>
        </p:nvSpPr>
        <p:spPr bwMode="gray">
          <a:xfrm>
            <a:off x="1847528" y="1917304"/>
            <a:ext cx="4104000" cy="4248000"/>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15" name="Inhaltsplatzhalter 2">
            <a:extLst>
              <a:ext uri="{FF2B5EF4-FFF2-40B4-BE49-F238E27FC236}">
                <a16:creationId xmlns:a16="http://schemas.microsoft.com/office/drawing/2014/main" id="{CC577A71-39FD-4FF2-2159-66D6FF3C8F65}"/>
              </a:ext>
            </a:extLst>
          </p:cNvPr>
          <p:cNvSpPr>
            <a:spLocks noGrp="1"/>
          </p:cNvSpPr>
          <p:nvPr>
            <p:ph sz="half" idx="1" hasCustomPrompt="1"/>
          </p:nvPr>
        </p:nvSpPr>
        <p:spPr bwMode="gray">
          <a:xfrm>
            <a:off x="6240016" y="1628775"/>
            <a:ext cx="5327480" cy="453602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 name="Date Placeholder 1">
            <a:extLst>
              <a:ext uri="{FF2B5EF4-FFF2-40B4-BE49-F238E27FC236}">
                <a16:creationId xmlns:a16="http://schemas.microsoft.com/office/drawing/2014/main" id="{9433FCBF-1E03-71F7-B9B3-00A499B18E75}"/>
              </a:ext>
            </a:extLst>
          </p:cNvPr>
          <p:cNvSpPr>
            <a:spLocks noGrp="1"/>
          </p:cNvSpPr>
          <p:nvPr>
            <p:ph type="dt" sz="half" idx="18"/>
          </p:nvPr>
        </p:nvSpPr>
        <p:spPr/>
        <p:txBody>
          <a:bodyPr/>
          <a:lstStyle/>
          <a:p>
            <a:fld id="{5F20DE3A-4448-44A2-BE15-949A36CC104F}" type="datetime1">
              <a:rPr lang="de-DE" smtClean="0"/>
              <a:t>08.09.2026</a:t>
            </a:fld>
            <a:endParaRPr lang="en-GB" dirty="0"/>
          </a:p>
        </p:txBody>
      </p:sp>
      <p:sp>
        <p:nvSpPr>
          <p:cNvPr id="3" name="Footer Placeholder 2">
            <a:extLst>
              <a:ext uri="{FF2B5EF4-FFF2-40B4-BE49-F238E27FC236}">
                <a16:creationId xmlns:a16="http://schemas.microsoft.com/office/drawing/2014/main" id="{2CFD7555-AFB6-2919-E3A3-C93C649AF4E1}"/>
              </a:ext>
            </a:extLst>
          </p:cNvPr>
          <p:cNvSpPr>
            <a:spLocks noGrp="1"/>
          </p:cNvSpPr>
          <p:nvPr>
            <p:ph type="ftr" sz="quarter" idx="19"/>
          </p:nvPr>
        </p:nvSpPr>
        <p:spPr/>
        <p:txBody>
          <a:bodyPr/>
          <a:lstStyle/>
          <a:p>
            <a:endParaRPr lang="en-GB" dirty="0"/>
          </a:p>
        </p:txBody>
      </p:sp>
      <p:sp>
        <p:nvSpPr>
          <p:cNvPr id="5" name="Slide Number Placeholder 4">
            <a:extLst>
              <a:ext uri="{FF2B5EF4-FFF2-40B4-BE49-F238E27FC236}">
                <a16:creationId xmlns:a16="http://schemas.microsoft.com/office/drawing/2014/main" id="{8C47FEA5-B8A2-79A6-B85D-3C005621E389}"/>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1181860749"/>
      </p:ext>
    </p:extLst>
  </p:cSld>
  <p:clrMapOvr>
    <a:masterClrMapping/>
  </p:clrMapOvr>
  <p:extLst>
    <p:ext uri="{DCECCB84-F9BA-43D5-87BE-67443E8EF086}">
      <p15:sldGuideLst xmlns:p15="http://schemas.microsoft.com/office/powerpoint/2012/main">
        <p15:guide id="1" pos="393" userDrawn="1">
          <p15:clr>
            <a:srgbClr val="C35EA4"/>
          </p15:clr>
        </p15:guide>
        <p15:guide id="2" pos="7287" userDrawn="1">
          <p15:clr>
            <a:srgbClr val="C35EA4"/>
          </p15:clr>
        </p15:guide>
        <p15:guide id="3" orient="horz" pos="1026" userDrawn="1">
          <p15:clr>
            <a:srgbClr val="C35EA4"/>
          </p15:clr>
        </p15:guide>
        <p15:guide id="4" orient="horz" pos="3884" userDrawn="1">
          <p15:clr>
            <a:srgbClr val="C35EA4"/>
          </p15:clr>
        </p15:guide>
        <p15:guide id="5" pos="5518" userDrawn="1">
          <p15:clr>
            <a:srgbClr val="C35EA4"/>
          </p15:clr>
        </p15:guide>
        <p15:guide id="6" pos="5700" userDrawn="1">
          <p15:clr>
            <a:srgbClr val="C35E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ntents | three pictures">
    <p:spTree>
      <p:nvGrpSpPr>
        <p:cNvPr id="1" name=""/>
        <p:cNvGrpSpPr/>
        <p:nvPr/>
      </p:nvGrpSpPr>
      <p:grpSpPr>
        <a:xfrm>
          <a:off x="0" y="0"/>
          <a:ext cx="0" cy="0"/>
          <a:chOff x="0" y="0"/>
          <a:chExt cx="0" cy="0"/>
        </a:xfrm>
      </p:grpSpPr>
      <p:sp>
        <p:nvSpPr>
          <p:cNvPr id="16" name="Textplatzhalter 7">
            <a:extLst>
              <a:ext uri="{FF2B5EF4-FFF2-40B4-BE49-F238E27FC236}">
                <a16:creationId xmlns:a16="http://schemas.microsoft.com/office/drawing/2014/main" id="{7D9C53D9-353D-FD74-F4CF-3BC7EEDA9A12}"/>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9" name="Titel 11">
            <a:extLst>
              <a:ext uri="{FF2B5EF4-FFF2-40B4-BE49-F238E27FC236}">
                <a16:creationId xmlns:a16="http://schemas.microsoft.com/office/drawing/2014/main" id="{0CD53484-74C3-5A20-B15E-0B122173E856}"/>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20" name="Untertitel 2">
            <a:extLst>
              <a:ext uri="{FF2B5EF4-FFF2-40B4-BE49-F238E27FC236}">
                <a16:creationId xmlns:a16="http://schemas.microsoft.com/office/drawing/2014/main" id="{3C7F5A71-FE70-7FD9-1179-9DFAC7D2E89C}"/>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21" name="Bildplatzhalter 8">
            <a:extLst>
              <a:ext uri="{FF2B5EF4-FFF2-40B4-BE49-F238E27FC236}">
                <a16:creationId xmlns:a16="http://schemas.microsoft.com/office/drawing/2014/main" id="{E28AAC3E-1004-AF87-78A7-0431B7C2601A}"/>
              </a:ext>
            </a:extLst>
          </p:cNvPr>
          <p:cNvSpPr>
            <a:spLocks noGrp="1"/>
          </p:cNvSpPr>
          <p:nvPr>
            <p:ph type="pic" sz="quarter" idx="19" hasCustomPrompt="1"/>
          </p:nvPr>
        </p:nvSpPr>
        <p:spPr bwMode="gray">
          <a:xfrm>
            <a:off x="623888" y="1628800"/>
            <a:ext cx="3455987" cy="2087538"/>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22" name="Inhaltsplatzhalter 2">
            <a:extLst>
              <a:ext uri="{FF2B5EF4-FFF2-40B4-BE49-F238E27FC236}">
                <a16:creationId xmlns:a16="http://schemas.microsoft.com/office/drawing/2014/main" id="{3430334A-76F6-1D09-E3D8-A32C54286223}"/>
              </a:ext>
            </a:extLst>
          </p:cNvPr>
          <p:cNvSpPr>
            <a:spLocks noGrp="1"/>
          </p:cNvSpPr>
          <p:nvPr>
            <p:ph idx="1" hasCustomPrompt="1"/>
          </p:nvPr>
        </p:nvSpPr>
        <p:spPr bwMode="gray">
          <a:xfrm>
            <a:off x="623888" y="4005064"/>
            <a:ext cx="3455988" cy="2160786"/>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4" name="Bildplatzhalter 8">
            <a:extLst>
              <a:ext uri="{FF2B5EF4-FFF2-40B4-BE49-F238E27FC236}">
                <a16:creationId xmlns:a16="http://schemas.microsoft.com/office/drawing/2014/main" id="{1D451643-B65D-0F03-16B6-644B06907CE3}"/>
              </a:ext>
            </a:extLst>
          </p:cNvPr>
          <p:cNvSpPr>
            <a:spLocks noGrp="1"/>
          </p:cNvSpPr>
          <p:nvPr>
            <p:ph type="pic" sz="quarter" idx="20" hasCustomPrompt="1"/>
          </p:nvPr>
        </p:nvSpPr>
        <p:spPr bwMode="gray">
          <a:xfrm>
            <a:off x="4367807" y="1628800"/>
            <a:ext cx="3456979" cy="2087538"/>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25" name="Inhaltsplatzhalter 3">
            <a:extLst>
              <a:ext uri="{FF2B5EF4-FFF2-40B4-BE49-F238E27FC236}">
                <a16:creationId xmlns:a16="http://schemas.microsoft.com/office/drawing/2014/main" id="{88FA0185-42CE-E2E8-0F7B-A298617A83CB}"/>
              </a:ext>
            </a:extLst>
          </p:cNvPr>
          <p:cNvSpPr>
            <a:spLocks noGrp="1"/>
          </p:cNvSpPr>
          <p:nvPr>
            <p:ph sz="half" idx="2" hasCustomPrompt="1"/>
          </p:nvPr>
        </p:nvSpPr>
        <p:spPr bwMode="gray">
          <a:xfrm>
            <a:off x="4367212" y="4005064"/>
            <a:ext cx="3457575" cy="2160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6" name="Bildplatzhalter 8">
            <a:extLst>
              <a:ext uri="{FF2B5EF4-FFF2-40B4-BE49-F238E27FC236}">
                <a16:creationId xmlns:a16="http://schemas.microsoft.com/office/drawing/2014/main" id="{CAAFEFA2-5336-5BB1-B226-E380686617F9}"/>
              </a:ext>
            </a:extLst>
          </p:cNvPr>
          <p:cNvSpPr>
            <a:spLocks noGrp="1"/>
          </p:cNvSpPr>
          <p:nvPr>
            <p:ph type="pic" sz="quarter" idx="21" hasCustomPrompt="1"/>
          </p:nvPr>
        </p:nvSpPr>
        <p:spPr bwMode="gray">
          <a:xfrm>
            <a:off x="8112125" y="1628800"/>
            <a:ext cx="3456979" cy="2087538"/>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27" name="Inhaltsplatzhalter 3">
            <a:extLst>
              <a:ext uri="{FF2B5EF4-FFF2-40B4-BE49-F238E27FC236}">
                <a16:creationId xmlns:a16="http://schemas.microsoft.com/office/drawing/2014/main" id="{3EAE76DA-F235-5EA4-E50C-88F3156732AE}"/>
              </a:ext>
            </a:extLst>
          </p:cNvPr>
          <p:cNvSpPr>
            <a:spLocks noGrp="1"/>
          </p:cNvSpPr>
          <p:nvPr>
            <p:ph sz="half" idx="18" hasCustomPrompt="1"/>
          </p:nvPr>
        </p:nvSpPr>
        <p:spPr bwMode="gray">
          <a:xfrm>
            <a:off x="8112125" y="4005064"/>
            <a:ext cx="3456099" cy="2160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3" name="Date Placeholder 2">
            <a:extLst>
              <a:ext uri="{FF2B5EF4-FFF2-40B4-BE49-F238E27FC236}">
                <a16:creationId xmlns:a16="http://schemas.microsoft.com/office/drawing/2014/main" id="{42FE5789-8885-CE06-4EB9-47212A486A5A}"/>
              </a:ext>
            </a:extLst>
          </p:cNvPr>
          <p:cNvSpPr>
            <a:spLocks noGrp="1"/>
          </p:cNvSpPr>
          <p:nvPr>
            <p:ph type="dt" sz="half" idx="22"/>
          </p:nvPr>
        </p:nvSpPr>
        <p:spPr/>
        <p:txBody>
          <a:bodyPr/>
          <a:lstStyle/>
          <a:p>
            <a:fld id="{6820D18C-5CDC-42F2-AD92-0EF6F4BDD0B1}" type="datetime1">
              <a:rPr lang="de-DE" smtClean="0"/>
              <a:t>08.09.2026</a:t>
            </a:fld>
            <a:endParaRPr lang="en-GB" dirty="0"/>
          </a:p>
        </p:txBody>
      </p:sp>
      <p:sp>
        <p:nvSpPr>
          <p:cNvPr id="4" name="Footer Placeholder 3">
            <a:extLst>
              <a:ext uri="{FF2B5EF4-FFF2-40B4-BE49-F238E27FC236}">
                <a16:creationId xmlns:a16="http://schemas.microsoft.com/office/drawing/2014/main" id="{4E63C795-89F2-6F19-B9C8-D429BF2DCAC7}"/>
              </a:ext>
            </a:extLst>
          </p:cNvPr>
          <p:cNvSpPr>
            <a:spLocks noGrp="1"/>
          </p:cNvSpPr>
          <p:nvPr>
            <p:ph type="ftr" sz="quarter" idx="23"/>
          </p:nvPr>
        </p:nvSpPr>
        <p:spPr/>
        <p:txBody>
          <a:bodyPr/>
          <a:lstStyle/>
          <a:p>
            <a:endParaRPr lang="en-GB" dirty="0"/>
          </a:p>
        </p:txBody>
      </p:sp>
      <p:sp>
        <p:nvSpPr>
          <p:cNvPr id="5" name="Slide Number Placeholder 4">
            <a:extLst>
              <a:ext uri="{FF2B5EF4-FFF2-40B4-BE49-F238E27FC236}">
                <a16:creationId xmlns:a16="http://schemas.microsoft.com/office/drawing/2014/main" id="{07056621-E929-413E-1950-0D5F9A567AFF}"/>
              </a:ext>
            </a:extLst>
          </p:cNvPr>
          <p:cNvSpPr>
            <a:spLocks noGrp="1"/>
          </p:cNvSpPr>
          <p:nvPr>
            <p:ph type="sldNum" sz="quarter" idx="24"/>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53535495"/>
      </p:ext>
    </p:extLst>
  </p:cSld>
  <p:clrMapOvr>
    <a:masterClrMapping/>
  </p:clrMapOvr>
  <p:extLst>
    <p:ext uri="{DCECCB84-F9BA-43D5-87BE-67443E8EF086}">
      <p15:sldGuideLst xmlns:p15="http://schemas.microsoft.com/office/powerpoint/2012/main">
        <p15:guide id="1" orient="horz" pos="1026" userDrawn="1">
          <p15:clr>
            <a:srgbClr val="C35EA4"/>
          </p15:clr>
        </p15:guide>
        <p15:guide id="2" pos="393" userDrawn="1">
          <p15:clr>
            <a:srgbClr val="C35EA4"/>
          </p15:clr>
        </p15:guide>
        <p15:guide id="3" pos="7287" userDrawn="1">
          <p15:clr>
            <a:srgbClr val="C35EA4"/>
          </p15:clr>
        </p15:guide>
        <p15:guide id="4" orient="horz" pos="3884" userDrawn="1">
          <p15:clr>
            <a:srgbClr val="C35EA4"/>
          </p15:clr>
        </p15:guide>
        <p15:guide id="5" pos="2751" userDrawn="1">
          <p15:clr>
            <a:srgbClr val="C35EA4"/>
          </p15:clr>
        </p15:guide>
        <p15:guide id="6" pos="4929" userDrawn="1">
          <p15:clr>
            <a:srgbClr val="C35EA4"/>
          </p15:clr>
        </p15:guide>
        <p15:guide id="7" orient="horz" pos="2341" userDrawn="1">
          <p15:clr>
            <a:srgbClr val="C35EA4"/>
          </p15:clr>
        </p15:guide>
        <p15:guide id="8" orient="horz" pos="2523" userDrawn="1">
          <p15:clr>
            <a:srgbClr val="C35EA4"/>
          </p15:clr>
        </p15:guide>
        <p15:guide id="9" pos="5110" userDrawn="1">
          <p15:clr>
            <a:srgbClr val="C35EA4"/>
          </p15:clr>
        </p15:guide>
        <p15:guide id="10" pos="2570" userDrawn="1">
          <p15:clr>
            <a:srgbClr val="C35E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Key message | big picture">
    <p:spTree>
      <p:nvGrpSpPr>
        <p:cNvPr id="1" name=""/>
        <p:cNvGrpSpPr/>
        <p:nvPr/>
      </p:nvGrpSpPr>
      <p:grpSpPr>
        <a:xfrm>
          <a:off x="0" y="0"/>
          <a:ext cx="0" cy="0"/>
          <a:chOff x="0" y="0"/>
          <a:chExt cx="0" cy="0"/>
        </a:xfrm>
      </p:grpSpPr>
      <p:sp>
        <p:nvSpPr>
          <p:cNvPr id="8" name="Bildplatzhalter 8"/>
          <p:cNvSpPr>
            <a:spLocks noGrp="1"/>
          </p:cNvSpPr>
          <p:nvPr>
            <p:ph type="pic" sz="quarter" idx="13" hasCustomPrompt="1"/>
          </p:nvPr>
        </p:nvSpPr>
        <p:spPr bwMode="gray">
          <a:xfrm>
            <a:off x="0" y="0"/>
            <a:ext cx="12192000" cy="6858000"/>
          </a:xfrm>
          <a:prstGeom prst="rect">
            <a:avLst/>
          </a:prstGeom>
          <a:solidFill>
            <a:schemeClr val="bg1">
              <a:lumMod val="95000"/>
            </a:schemeClr>
          </a:solidFill>
        </p:spPr>
        <p:txBody>
          <a:bodyPr lIns="5976000" rIns="288000" bIns="2736000" anchor="ctr"/>
          <a:lstStyle>
            <a:lvl1pPr algn="l">
              <a:lnSpc>
                <a:spcPct val="100000"/>
              </a:lnSpc>
              <a:spcBef>
                <a:spcPts val="0"/>
              </a:spcBef>
              <a:defRPr sz="1200" b="0">
                <a:latin typeface="+mn-lt"/>
              </a:defRPr>
            </a:lvl1pPr>
          </a:lstStyle>
          <a:p>
            <a:pPr lvl="0"/>
            <a:r>
              <a:rPr lang="en-GB" sz="1000" dirty="0">
                <a:solidFill>
                  <a:schemeClr val="tx1"/>
                </a:solidFill>
              </a:rPr>
              <a:t>Please insert an image using the "Insert" tab and click on the "Images" button. </a:t>
            </a:r>
            <a:br>
              <a:rPr lang="en-GB" sz="1000" dirty="0">
                <a:solidFill>
                  <a:schemeClr val="tx1"/>
                </a:solidFill>
              </a:rPr>
            </a:br>
            <a:r>
              <a:rPr lang="en-US" sz="1000" dirty="0">
                <a:solidFill>
                  <a:schemeClr val="tx1"/>
                </a:solidFill>
              </a:rPr>
              <a:t>Alternatively, right-click on the gradient and the title placeholder and place them in the background. Insert the image by clicking on the icon and place it in the background again.</a:t>
            </a:r>
            <a:endParaRPr lang="en-GB" sz="1000" dirty="0">
              <a:solidFill>
                <a:schemeClr val="tx1"/>
              </a:solidFill>
            </a:endParaRPr>
          </a:p>
        </p:txBody>
      </p:sp>
      <p:sp>
        <p:nvSpPr>
          <p:cNvPr id="6" name="Textplatzhalter 13">
            <a:extLst>
              <a:ext uri="{FF2B5EF4-FFF2-40B4-BE49-F238E27FC236}">
                <a16:creationId xmlns:a16="http://schemas.microsoft.com/office/drawing/2014/main" id="{927B0B4F-F2D0-E42F-AFCB-5B1F56902937}"/>
              </a:ext>
              <a:ext uri="{C183D7F6-B498-43B3-948B-1728B52AA6E4}">
                <adec:decorative xmlns:adec="http://schemas.microsoft.com/office/drawing/2017/decorative" val="1"/>
              </a:ext>
            </a:extLst>
          </p:cNvPr>
          <p:cNvSpPr>
            <a:spLocks noGrp="1"/>
          </p:cNvSpPr>
          <p:nvPr>
            <p:ph type="body" sz="quarter" idx="18" hasCustomPrompt="1"/>
          </p:nvPr>
        </p:nvSpPr>
        <p:spPr bwMode="gray">
          <a:xfrm>
            <a:off x="0" y="0"/>
            <a:ext cx="12192000" cy="6857999"/>
          </a:xfrm>
          <a:gradFill>
            <a:gsLst>
              <a:gs pos="0">
                <a:srgbClr val="000000">
                  <a:alpha val="80000"/>
                </a:srgbClr>
              </a:gs>
              <a:gs pos="75000">
                <a:srgbClr val="000000">
                  <a:alpha val="0"/>
                </a:srgbClr>
              </a:gs>
            </a:gsLst>
            <a:lin ang="0" scaled="1"/>
          </a:gradFill>
        </p:spPr>
        <p:txBody>
          <a:bodyPr/>
          <a:lstStyle>
            <a:lvl1pPr marL="0" indent="0">
              <a:lnSpc>
                <a:spcPct val="100000"/>
              </a:lnSpc>
              <a:spcBef>
                <a:spcPts val="0"/>
              </a:spcBef>
              <a:spcAft>
                <a:spcPts val="0"/>
              </a:spcAft>
              <a:buFont typeface="Arial" panose="020B0604020202020204" pitchFamily="34" charset="0"/>
              <a:buNone/>
              <a:defRPr sz="100">
                <a:solidFill>
                  <a:schemeClr val="tx1">
                    <a:alpha val="0"/>
                  </a:schemeClr>
                </a:solidFill>
                <a:latin typeface="+mn-lt"/>
              </a:defRPr>
            </a:lvl1pPr>
            <a:lvl2pPr marL="0" indent="0">
              <a:lnSpc>
                <a:spcPct val="100000"/>
              </a:lnSpc>
              <a:spcBef>
                <a:spcPts val="0"/>
              </a:spcBef>
              <a:spcAft>
                <a:spcPts val="0"/>
              </a:spcAft>
              <a:buFont typeface="Arial" panose="020B0604020202020204" pitchFamily="34" charset="0"/>
              <a:buNone/>
              <a:defRPr sz="100">
                <a:solidFill>
                  <a:schemeClr val="tx1">
                    <a:alpha val="0"/>
                  </a:schemeClr>
                </a:solidFill>
                <a:latin typeface="+mn-lt"/>
              </a:defRPr>
            </a:lvl2pPr>
            <a:lvl3pPr marL="0" indent="0">
              <a:lnSpc>
                <a:spcPct val="100000"/>
              </a:lnSpc>
              <a:spcBef>
                <a:spcPts val="0"/>
              </a:spcBef>
              <a:spcAft>
                <a:spcPts val="0"/>
              </a:spcAft>
              <a:buNone/>
              <a:defRPr sz="100">
                <a:solidFill>
                  <a:schemeClr val="tx1">
                    <a:alpha val="0"/>
                  </a:schemeClr>
                </a:solidFill>
                <a:latin typeface="+mn-lt"/>
              </a:defRPr>
            </a:lvl3pPr>
            <a:lvl4pPr marL="0" indent="0">
              <a:lnSpc>
                <a:spcPct val="100000"/>
              </a:lnSpc>
              <a:spcBef>
                <a:spcPts val="0"/>
              </a:spcBef>
              <a:spcAft>
                <a:spcPts val="0"/>
              </a:spcAft>
              <a:buNone/>
              <a:defRPr sz="100">
                <a:solidFill>
                  <a:schemeClr val="tx1">
                    <a:alpha val="0"/>
                  </a:schemeClr>
                </a:solidFill>
                <a:latin typeface="+mn-lt"/>
              </a:defRPr>
            </a:lvl4pPr>
            <a:lvl5pPr marL="0" indent="0">
              <a:lnSpc>
                <a:spcPct val="100000"/>
              </a:lnSpc>
              <a:spcBef>
                <a:spcPts val="0"/>
              </a:spcBef>
              <a:spcAft>
                <a:spcPts val="0"/>
              </a:spcAft>
              <a:buNone/>
              <a:defRPr sz="100">
                <a:solidFill>
                  <a:schemeClr val="tx1">
                    <a:alpha val="0"/>
                  </a:schemeClr>
                </a:solidFill>
                <a:latin typeface="+mn-lt"/>
              </a:defRPr>
            </a:lvl5pPr>
            <a:lvl6pPr marL="0" indent="0">
              <a:lnSpc>
                <a:spcPct val="100000"/>
              </a:lnSpc>
              <a:spcBef>
                <a:spcPts val="0"/>
              </a:spcBef>
              <a:spcAft>
                <a:spcPts val="0"/>
              </a:spcAft>
              <a:buNone/>
              <a:defRPr sz="100">
                <a:solidFill>
                  <a:schemeClr val="tx1">
                    <a:alpha val="0"/>
                  </a:schemeClr>
                </a:solidFill>
                <a:latin typeface="+mn-lt"/>
              </a:defRPr>
            </a:lvl6pPr>
            <a:lvl7pPr marL="0" indent="0">
              <a:lnSpc>
                <a:spcPct val="100000"/>
              </a:lnSpc>
              <a:spcBef>
                <a:spcPts val="0"/>
              </a:spcBef>
              <a:spcAft>
                <a:spcPts val="0"/>
              </a:spcAft>
              <a:buNone/>
              <a:defRPr sz="100">
                <a:solidFill>
                  <a:schemeClr val="tx1">
                    <a:alpha val="0"/>
                  </a:schemeClr>
                </a:solidFill>
                <a:latin typeface="+mn-lt"/>
              </a:defRPr>
            </a:lvl7pPr>
            <a:lvl8pPr marL="0" indent="0">
              <a:lnSpc>
                <a:spcPct val="100000"/>
              </a:lnSpc>
              <a:spcBef>
                <a:spcPts val="0"/>
              </a:spcBef>
              <a:spcAft>
                <a:spcPts val="0"/>
              </a:spcAft>
              <a:buNone/>
              <a:defRPr sz="100">
                <a:solidFill>
                  <a:schemeClr val="tx1">
                    <a:alpha val="0"/>
                  </a:schemeClr>
                </a:solidFill>
                <a:latin typeface="+mn-lt"/>
              </a:defRPr>
            </a:lvl8pPr>
            <a:lvl9pPr marL="0" indent="0">
              <a:lnSpc>
                <a:spcPct val="100000"/>
              </a:lnSpc>
              <a:spcBef>
                <a:spcPts val="0"/>
              </a:spcBef>
              <a:spcAft>
                <a:spcPts val="0"/>
              </a:spcAft>
              <a:buNone/>
              <a:defRPr sz="100">
                <a:solidFill>
                  <a:schemeClr val="tx1">
                    <a:alpha val="0"/>
                  </a:schemeClr>
                </a:solidFill>
                <a:latin typeface="+mn-lt"/>
              </a:defRPr>
            </a:lvl9pPr>
          </a:lstStyle>
          <a:p>
            <a:r>
              <a:rPr lang="en-GB" dirty="0"/>
              <a:t> </a:t>
            </a:r>
          </a:p>
        </p:txBody>
      </p:sp>
      <p:sp>
        <p:nvSpPr>
          <p:cNvPr id="5" name="Textplatzhalter 2">
            <a:extLst>
              <a:ext uri="{FF2B5EF4-FFF2-40B4-BE49-F238E27FC236}">
                <a16:creationId xmlns:a16="http://schemas.microsoft.com/office/drawing/2014/main" id="{F3822651-1186-2EFC-CF2B-60155273A121}"/>
              </a:ext>
            </a:extLst>
          </p:cNvPr>
          <p:cNvSpPr>
            <a:spLocks noGrp="1"/>
          </p:cNvSpPr>
          <p:nvPr>
            <p:ph type="body" sz="quarter" idx="19" hasCustomPrompt="1"/>
          </p:nvPr>
        </p:nvSpPr>
        <p:spPr bwMode="gray">
          <a:xfrm>
            <a:off x="1229188" y="2636912"/>
            <a:ext cx="9936000" cy="2952328"/>
          </a:xfrm>
        </p:spPr>
        <p:txBody>
          <a:bodyPr anchor="b"/>
          <a:lstStyle>
            <a:lvl1pPr marL="0" indent="0">
              <a:lnSpc>
                <a:spcPct val="105000"/>
              </a:lnSpc>
              <a:spcBef>
                <a:spcPts val="0"/>
              </a:spcBef>
              <a:spcAft>
                <a:spcPts val="0"/>
              </a:spcAft>
              <a:buFont typeface="Arial" panose="020B0604020202020204" pitchFamily="34" charset="0"/>
              <a:buNone/>
              <a:defRPr sz="6000">
                <a:ln>
                  <a:noFill/>
                </a:ln>
                <a:solidFill>
                  <a:schemeClr val="bg1"/>
                </a:solidFill>
                <a:latin typeface="+mj-lt"/>
              </a:defRPr>
            </a:lvl1pPr>
            <a:lvl2pPr marL="0" indent="0">
              <a:lnSpc>
                <a:spcPct val="105000"/>
              </a:lnSpc>
              <a:spcBef>
                <a:spcPts val="0"/>
              </a:spcBef>
              <a:spcAft>
                <a:spcPts val="0"/>
              </a:spcAft>
              <a:buFont typeface="Arial" panose="020B0604020202020204" pitchFamily="34" charset="0"/>
              <a:buNone/>
              <a:defRPr sz="6000">
                <a:solidFill>
                  <a:schemeClr val="bg1"/>
                </a:solidFill>
                <a:latin typeface="+mj-lt"/>
              </a:defRPr>
            </a:lvl2pPr>
            <a:lvl3pPr marL="0" indent="0">
              <a:lnSpc>
                <a:spcPct val="105000"/>
              </a:lnSpc>
              <a:spcBef>
                <a:spcPts val="0"/>
              </a:spcBef>
              <a:spcAft>
                <a:spcPts val="0"/>
              </a:spcAft>
              <a:buFont typeface="Arial" panose="020B0604020202020204" pitchFamily="34" charset="0"/>
              <a:buNone/>
              <a:defRPr sz="6000">
                <a:solidFill>
                  <a:schemeClr val="bg1"/>
                </a:solidFill>
                <a:latin typeface="+mj-lt"/>
              </a:defRPr>
            </a:lvl3pPr>
            <a:lvl4pPr marL="0" indent="0">
              <a:lnSpc>
                <a:spcPct val="105000"/>
              </a:lnSpc>
              <a:spcBef>
                <a:spcPts val="0"/>
              </a:spcBef>
              <a:spcAft>
                <a:spcPts val="0"/>
              </a:spcAft>
              <a:buFont typeface="Arial" panose="020B0604020202020204" pitchFamily="34" charset="0"/>
              <a:buNone/>
              <a:defRPr sz="6000">
                <a:solidFill>
                  <a:schemeClr val="bg1"/>
                </a:solidFill>
                <a:latin typeface="+mj-lt"/>
              </a:defRPr>
            </a:lvl4pPr>
            <a:lvl5pPr marL="0" indent="0">
              <a:lnSpc>
                <a:spcPct val="105000"/>
              </a:lnSpc>
              <a:spcBef>
                <a:spcPts val="0"/>
              </a:spcBef>
              <a:spcAft>
                <a:spcPts val="0"/>
              </a:spcAft>
              <a:buFont typeface="Arial" panose="020B0604020202020204" pitchFamily="34" charset="0"/>
              <a:buNone/>
              <a:defRPr sz="6000">
                <a:solidFill>
                  <a:schemeClr val="bg1"/>
                </a:solidFill>
                <a:latin typeface="+mj-lt"/>
              </a:defRPr>
            </a:lvl5pPr>
            <a:lvl6pPr marL="0" indent="0">
              <a:lnSpc>
                <a:spcPct val="105000"/>
              </a:lnSpc>
              <a:spcBef>
                <a:spcPts val="0"/>
              </a:spcBef>
              <a:spcAft>
                <a:spcPts val="0"/>
              </a:spcAft>
              <a:buFont typeface="Arial" panose="020B0604020202020204" pitchFamily="34" charset="0"/>
              <a:buNone/>
              <a:defRPr sz="6000">
                <a:solidFill>
                  <a:schemeClr val="bg1"/>
                </a:solidFill>
                <a:latin typeface="+mj-lt"/>
              </a:defRPr>
            </a:lvl6pPr>
            <a:lvl7pPr marL="0" indent="0">
              <a:lnSpc>
                <a:spcPct val="105000"/>
              </a:lnSpc>
              <a:spcBef>
                <a:spcPts val="0"/>
              </a:spcBef>
              <a:spcAft>
                <a:spcPts val="0"/>
              </a:spcAft>
              <a:buFont typeface="Arial" panose="020B0604020202020204" pitchFamily="34" charset="0"/>
              <a:buNone/>
              <a:defRPr sz="6000">
                <a:solidFill>
                  <a:schemeClr val="bg1"/>
                </a:solidFill>
                <a:latin typeface="+mj-lt"/>
              </a:defRPr>
            </a:lvl7pPr>
            <a:lvl8pPr marL="0" indent="0">
              <a:lnSpc>
                <a:spcPct val="105000"/>
              </a:lnSpc>
              <a:spcBef>
                <a:spcPts val="0"/>
              </a:spcBef>
              <a:spcAft>
                <a:spcPts val="0"/>
              </a:spcAft>
              <a:buFont typeface="Arial" panose="020B0604020202020204" pitchFamily="34" charset="0"/>
              <a:buNone/>
              <a:defRPr sz="6000">
                <a:solidFill>
                  <a:schemeClr val="bg1"/>
                </a:solidFill>
                <a:latin typeface="+mj-lt"/>
              </a:defRPr>
            </a:lvl8pPr>
            <a:lvl9pPr marL="0" indent="0">
              <a:lnSpc>
                <a:spcPct val="105000"/>
              </a:lnSpc>
              <a:spcBef>
                <a:spcPts val="0"/>
              </a:spcBef>
              <a:spcAft>
                <a:spcPts val="0"/>
              </a:spcAft>
              <a:buFont typeface="Arial" panose="020B0604020202020204" pitchFamily="34" charset="0"/>
              <a:buNone/>
              <a:defRPr sz="6000">
                <a:solidFill>
                  <a:schemeClr val="bg1"/>
                </a:solidFill>
                <a:latin typeface="+mj-lt"/>
              </a:defRPr>
            </a:lvl9pPr>
          </a:lstStyle>
          <a:p>
            <a:pPr lvl="0"/>
            <a:r>
              <a:rPr lang="en-US" dirty="0"/>
              <a:t>Click to add text</a:t>
            </a:r>
            <a:endParaRPr lang="en-GB" dirty="0"/>
          </a:p>
        </p:txBody>
      </p:sp>
      <p:sp>
        <p:nvSpPr>
          <p:cNvPr id="2" name="Date Placeholder 1">
            <a:extLst>
              <a:ext uri="{FF2B5EF4-FFF2-40B4-BE49-F238E27FC236}">
                <a16:creationId xmlns:a16="http://schemas.microsoft.com/office/drawing/2014/main" id="{390C32AF-F620-6D54-4C85-6D188E38A442}"/>
              </a:ext>
            </a:extLst>
          </p:cNvPr>
          <p:cNvSpPr>
            <a:spLocks noGrp="1"/>
          </p:cNvSpPr>
          <p:nvPr>
            <p:ph type="dt" sz="half" idx="20"/>
          </p:nvPr>
        </p:nvSpPr>
        <p:spPr>
          <a:xfrm>
            <a:off x="10416480" y="7025485"/>
            <a:ext cx="679792" cy="144000"/>
          </a:xfrm>
        </p:spPr>
        <p:txBody>
          <a:bodyPr/>
          <a:lstStyle/>
          <a:p>
            <a:fld id="{99EDFA5E-E6B0-4665-86E2-7F9A6420200A}" type="datetime1">
              <a:rPr lang="de-DE" smtClean="0"/>
              <a:t>08.09.2026</a:t>
            </a:fld>
            <a:endParaRPr lang="en-GB" dirty="0"/>
          </a:p>
        </p:txBody>
      </p:sp>
      <p:sp>
        <p:nvSpPr>
          <p:cNvPr id="9" name="Footer Placeholder 8">
            <a:extLst>
              <a:ext uri="{FF2B5EF4-FFF2-40B4-BE49-F238E27FC236}">
                <a16:creationId xmlns:a16="http://schemas.microsoft.com/office/drawing/2014/main" id="{F7E5965C-FF80-716F-64D8-5BDAE87CCA40}"/>
              </a:ext>
            </a:extLst>
          </p:cNvPr>
          <p:cNvSpPr>
            <a:spLocks noGrp="1"/>
          </p:cNvSpPr>
          <p:nvPr>
            <p:ph type="ftr" sz="quarter" idx="21"/>
          </p:nvPr>
        </p:nvSpPr>
        <p:spPr>
          <a:xfrm rot="10800000" flipV="1">
            <a:off x="1559496" y="7025485"/>
            <a:ext cx="4392000" cy="144000"/>
          </a:xfrm>
        </p:spPr>
        <p:txBody>
          <a:bodyPr/>
          <a:lstStyle/>
          <a:p>
            <a:endParaRPr lang="en-GB" dirty="0"/>
          </a:p>
        </p:txBody>
      </p:sp>
      <p:sp>
        <p:nvSpPr>
          <p:cNvPr id="13" name="Slide Number Placeholder 12">
            <a:extLst>
              <a:ext uri="{FF2B5EF4-FFF2-40B4-BE49-F238E27FC236}">
                <a16:creationId xmlns:a16="http://schemas.microsoft.com/office/drawing/2014/main" id="{3A6EAFA2-B3E4-BEE1-AF87-9BB2808D1922}"/>
              </a:ext>
            </a:extLst>
          </p:cNvPr>
          <p:cNvSpPr>
            <a:spLocks noGrp="1"/>
          </p:cNvSpPr>
          <p:nvPr>
            <p:ph type="sldNum" sz="quarter" idx="22"/>
          </p:nvPr>
        </p:nvSpPr>
        <p:spPr>
          <a:xfrm>
            <a:off x="11178000" y="7025485"/>
            <a:ext cx="392400" cy="144000"/>
          </a:xfrm>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1622635753"/>
      </p:ext>
    </p:extLst>
  </p:cSld>
  <p:clrMapOvr>
    <a:masterClrMapping/>
  </p:clrMapOvr>
  <p:extLst>
    <p:ext uri="{DCECCB84-F9BA-43D5-87BE-67443E8EF086}">
      <p15:sldGuideLst xmlns:p15="http://schemas.microsoft.com/office/powerpoint/2012/main">
        <p15:guide id="1" pos="393" userDrawn="1">
          <p15:clr>
            <a:srgbClr val="C35EA4"/>
          </p15:clr>
        </p15:guide>
        <p15:guide id="2" orient="horz" pos="346" userDrawn="1">
          <p15:clr>
            <a:srgbClr val="C35EA4"/>
          </p15:clr>
        </p15:guide>
        <p15:guide id="3" orient="horz" pos="3884" userDrawn="1">
          <p15:clr>
            <a:srgbClr val="C35EA4"/>
          </p15:clr>
        </p15:guide>
        <p15:guide id="5" pos="7287" userDrawn="1">
          <p15:clr>
            <a:srgbClr val="C35EA4"/>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Full Image | no footer">
    <p:spTree>
      <p:nvGrpSpPr>
        <p:cNvPr id="1" name=""/>
        <p:cNvGrpSpPr/>
        <p:nvPr/>
      </p:nvGrpSpPr>
      <p:grpSpPr>
        <a:xfrm>
          <a:off x="0" y="0"/>
          <a:ext cx="0" cy="0"/>
          <a:chOff x="0" y="0"/>
          <a:chExt cx="0" cy="0"/>
        </a:xfrm>
      </p:grpSpPr>
      <p:sp>
        <p:nvSpPr>
          <p:cNvPr id="8" name="Bildplatzhalter 8"/>
          <p:cNvSpPr>
            <a:spLocks noGrp="1"/>
          </p:cNvSpPr>
          <p:nvPr>
            <p:ph type="pic" sz="quarter" idx="13" hasCustomPrompt="1"/>
          </p:nvPr>
        </p:nvSpPr>
        <p:spPr bwMode="gray">
          <a:xfrm>
            <a:off x="0" y="0"/>
            <a:ext cx="12192000" cy="6858000"/>
          </a:xfrm>
          <a:prstGeom prst="rect">
            <a:avLst/>
          </a:prstGeom>
          <a:solidFill>
            <a:schemeClr val="bg1">
              <a:lumMod val="95000"/>
            </a:schemeClr>
          </a:solidFill>
        </p:spPr>
        <p:txBody>
          <a:bodyPr lIns="5976000" rIns="288000" bIns="2736000" anchor="ctr"/>
          <a:lstStyle>
            <a:lvl1pPr algn="l">
              <a:lnSpc>
                <a:spcPct val="100000"/>
              </a:lnSpc>
              <a:spcBef>
                <a:spcPts val="0"/>
              </a:spcBef>
              <a:defRPr sz="1200" b="0">
                <a:latin typeface="+mn-lt"/>
              </a:defRPr>
            </a:lvl1pPr>
          </a:lstStyle>
          <a:p>
            <a:pPr lvl="0"/>
            <a:r>
              <a:rPr lang="en-GB" sz="1000" dirty="0">
                <a:solidFill>
                  <a:schemeClr val="tx1"/>
                </a:solidFill>
              </a:rPr>
              <a:t>Please insert an image using the "Insert" tab and click on the "Images" button. </a:t>
            </a:r>
            <a:br>
              <a:rPr lang="en-GB" sz="1000" dirty="0">
                <a:solidFill>
                  <a:schemeClr val="tx1"/>
                </a:solidFill>
              </a:rPr>
            </a:br>
            <a:r>
              <a:rPr lang="en-US" sz="1000" dirty="0">
                <a:solidFill>
                  <a:schemeClr val="tx1"/>
                </a:solidFill>
              </a:rPr>
              <a:t>Alternatively, right-click on the gradient and the title placeholder and place them in the background. Insert the image by clicking on the icon and place it in the background again.</a:t>
            </a:r>
            <a:endParaRPr lang="en-GB" sz="1000" dirty="0">
              <a:solidFill>
                <a:schemeClr val="tx1"/>
              </a:solidFill>
            </a:endParaRPr>
          </a:p>
        </p:txBody>
      </p:sp>
      <p:sp>
        <p:nvSpPr>
          <p:cNvPr id="5" name="Date Placeholder 4">
            <a:extLst>
              <a:ext uri="{FF2B5EF4-FFF2-40B4-BE49-F238E27FC236}">
                <a16:creationId xmlns:a16="http://schemas.microsoft.com/office/drawing/2014/main" id="{5EF03752-A83E-2F9C-F3AC-4CF5722714A3}"/>
              </a:ext>
            </a:extLst>
          </p:cNvPr>
          <p:cNvSpPr>
            <a:spLocks noGrp="1"/>
          </p:cNvSpPr>
          <p:nvPr>
            <p:ph type="dt" sz="half" idx="14"/>
          </p:nvPr>
        </p:nvSpPr>
        <p:spPr>
          <a:xfrm>
            <a:off x="10416480" y="7101408"/>
            <a:ext cx="679792" cy="144000"/>
          </a:xfrm>
        </p:spPr>
        <p:txBody>
          <a:bodyPr/>
          <a:lstStyle/>
          <a:p>
            <a:fld id="{47207C87-E617-4556-B2B1-65325AEB9580}" type="datetime1">
              <a:rPr lang="de-DE" smtClean="0"/>
              <a:t>08.09.2026</a:t>
            </a:fld>
            <a:endParaRPr lang="en-GB" dirty="0"/>
          </a:p>
        </p:txBody>
      </p:sp>
      <p:sp>
        <p:nvSpPr>
          <p:cNvPr id="6" name="Footer Placeholder 5">
            <a:extLst>
              <a:ext uri="{FF2B5EF4-FFF2-40B4-BE49-F238E27FC236}">
                <a16:creationId xmlns:a16="http://schemas.microsoft.com/office/drawing/2014/main" id="{BDBEB4D0-E7F7-8E1C-7CB6-47E2B4E67D09}"/>
              </a:ext>
            </a:extLst>
          </p:cNvPr>
          <p:cNvSpPr>
            <a:spLocks noGrp="1"/>
          </p:cNvSpPr>
          <p:nvPr>
            <p:ph type="ftr" sz="quarter" idx="15"/>
          </p:nvPr>
        </p:nvSpPr>
        <p:spPr>
          <a:xfrm rot="10800000" flipV="1">
            <a:off x="1559496" y="7101408"/>
            <a:ext cx="4392000" cy="144000"/>
          </a:xfrm>
        </p:spPr>
        <p:txBody>
          <a:bodyPr/>
          <a:lstStyle/>
          <a:p>
            <a:endParaRPr lang="en-GB" dirty="0"/>
          </a:p>
        </p:txBody>
      </p:sp>
      <p:sp>
        <p:nvSpPr>
          <p:cNvPr id="7" name="Slide Number Placeholder 6">
            <a:extLst>
              <a:ext uri="{FF2B5EF4-FFF2-40B4-BE49-F238E27FC236}">
                <a16:creationId xmlns:a16="http://schemas.microsoft.com/office/drawing/2014/main" id="{D98F7C83-CF11-E924-AB41-DF8A0023F944}"/>
              </a:ext>
            </a:extLst>
          </p:cNvPr>
          <p:cNvSpPr>
            <a:spLocks noGrp="1"/>
          </p:cNvSpPr>
          <p:nvPr>
            <p:ph type="sldNum" sz="quarter" idx="16"/>
          </p:nvPr>
        </p:nvSpPr>
        <p:spPr>
          <a:xfrm>
            <a:off x="11178000" y="7101408"/>
            <a:ext cx="392400" cy="144000"/>
          </a:xfrm>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51213094"/>
      </p:ext>
    </p:extLst>
  </p:cSld>
  <p:clrMapOvr>
    <a:masterClrMapping/>
  </p:clrMapOvr>
  <p:extLst>
    <p:ext uri="{DCECCB84-F9BA-43D5-87BE-67443E8EF086}">
      <p15:sldGuideLst xmlns:p15="http://schemas.microsoft.com/office/powerpoint/2012/main">
        <p15:guide id="1" pos="393" userDrawn="1">
          <p15:clr>
            <a:srgbClr val="C35EA4"/>
          </p15:clr>
        </p15:guide>
        <p15:guide id="2" orient="horz" pos="346" userDrawn="1">
          <p15:clr>
            <a:srgbClr val="C35EA4"/>
          </p15:clr>
        </p15:guide>
        <p15:guide id="3" orient="horz" pos="3884" userDrawn="1">
          <p15:clr>
            <a:srgbClr val="C35EA4"/>
          </p15:clr>
        </p15:guide>
        <p15:guide id="5" pos="7287" userDrawn="1">
          <p15:clr>
            <a:srgbClr val="C35E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ig title and text left">
    <p:spTree>
      <p:nvGrpSpPr>
        <p:cNvPr id="1" name=""/>
        <p:cNvGrpSpPr/>
        <p:nvPr/>
      </p:nvGrpSpPr>
      <p:grpSpPr>
        <a:xfrm>
          <a:off x="0" y="0"/>
          <a:ext cx="0" cy="0"/>
          <a:chOff x="0" y="0"/>
          <a:chExt cx="0" cy="0"/>
        </a:xfrm>
      </p:grpSpPr>
      <p:sp>
        <p:nvSpPr>
          <p:cNvPr id="6" name="Textplatzhalter 7">
            <a:extLst>
              <a:ext uri="{FF2B5EF4-FFF2-40B4-BE49-F238E27FC236}">
                <a16:creationId xmlns:a16="http://schemas.microsoft.com/office/drawing/2014/main" id="{517CC102-CD6F-4445-3574-5815D24A5D3F}"/>
              </a:ext>
            </a:extLst>
          </p:cNvPr>
          <p:cNvSpPr>
            <a:spLocks noGrp="1"/>
          </p:cNvSpPr>
          <p:nvPr>
            <p:ph type="body" sz="quarter" idx="16"/>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7" name="Titel 1">
            <a:extLst>
              <a:ext uri="{FF2B5EF4-FFF2-40B4-BE49-F238E27FC236}">
                <a16:creationId xmlns:a16="http://schemas.microsoft.com/office/drawing/2014/main" id="{D2FAED27-BA4E-0BA7-95FE-07619178CA55}"/>
              </a:ext>
            </a:extLst>
          </p:cNvPr>
          <p:cNvSpPr>
            <a:spLocks noGrp="1"/>
          </p:cNvSpPr>
          <p:nvPr>
            <p:ph type="ctrTitle" hasCustomPrompt="1"/>
          </p:nvPr>
        </p:nvSpPr>
        <p:spPr bwMode="gray">
          <a:xfrm>
            <a:off x="614824" y="1196752"/>
            <a:ext cx="4392068" cy="1871663"/>
          </a:xfrm>
        </p:spPr>
        <p:txBody>
          <a:bodyPr anchor="b"/>
          <a:lstStyle>
            <a:lvl1pPr algn="l">
              <a:lnSpc>
                <a:spcPct val="105000"/>
              </a:lnSpc>
              <a:defRPr sz="3600" b="0" i="0">
                <a:solidFill>
                  <a:schemeClr val="tx1"/>
                </a:solidFill>
                <a:latin typeface="+mj-lt"/>
              </a:defRPr>
            </a:lvl1pPr>
          </a:lstStyle>
          <a:p>
            <a:r>
              <a:rPr lang="en-GB" dirty="0"/>
              <a:t>Big slide title</a:t>
            </a:r>
          </a:p>
        </p:txBody>
      </p:sp>
      <p:sp>
        <p:nvSpPr>
          <p:cNvPr id="8" name="Untertitel 2">
            <a:extLst>
              <a:ext uri="{FF2B5EF4-FFF2-40B4-BE49-F238E27FC236}">
                <a16:creationId xmlns:a16="http://schemas.microsoft.com/office/drawing/2014/main" id="{2F3A7C35-727B-1C12-0A7C-06FB4B713F5C}"/>
              </a:ext>
            </a:extLst>
          </p:cNvPr>
          <p:cNvSpPr>
            <a:spLocks noGrp="1"/>
          </p:cNvSpPr>
          <p:nvPr>
            <p:ph type="subTitle" idx="17" hasCustomPrompt="1"/>
          </p:nvPr>
        </p:nvSpPr>
        <p:spPr bwMode="gray">
          <a:xfrm>
            <a:off x="614824" y="3355752"/>
            <a:ext cx="4392068" cy="2810098"/>
          </a:xfrm>
        </p:spPr>
        <p:txBody>
          <a:bodyPr/>
          <a:lstStyle>
            <a:lvl1pPr marL="0" indent="0" algn="l">
              <a:lnSpc>
                <a:spcPct val="120000"/>
              </a:lnSpc>
              <a:spcBef>
                <a:spcPts val="0"/>
              </a:spcBef>
              <a:spcAft>
                <a:spcPts val="0"/>
              </a:spcAft>
              <a:buFont typeface="Arial" panose="020B0604020202020204" pitchFamily="34" charset="0"/>
              <a:buNone/>
              <a:defRPr sz="2000" b="0">
                <a:solidFill>
                  <a:schemeClr val="tx1"/>
                </a:solidFill>
                <a:latin typeface="+mn-lt"/>
              </a:defRPr>
            </a:lvl1pPr>
            <a:lvl2pPr marL="0" indent="0" algn="l">
              <a:lnSpc>
                <a:spcPct val="120000"/>
              </a:lnSpc>
              <a:spcBef>
                <a:spcPts val="0"/>
              </a:spcBef>
              <a:spcAft>
                <a:spcPts val="0"/>
              </a:spcAft>
              <a:buFont typeface="Arial" panose="020B0604020202020204" pitchFamily="34" charset="0"/>
              <a:buNone/>
              <a:defRPr sz="2000" b="0">
                <a:solidFill>
                  <a:schemeClr val="tx1"/>
                </a:solidFill>
              </a:defRPr>
            </a:lvl2pPr>
            <a:lvl3pPr marL="0" indent="0" algn="l">
              <a:lnSpc>
                <a:spcPct val="120000"/>
              </a:lnSpc>
              <a:spcBef>
                <a:spcPts val="0"/>
              </a:spcBef>
              <a:spcAft>
                <a:spcPts val="0"/>
              </a:spcAft>
              <a:buFont typeface="Arial" panose="020B0604020202020204" pitchFamily="34" charset="0"/>
              <a:buNone/>
              <a:defRPr sz="2000" b="0">
                <a:solidFill>
                  <a:schemeClr val="tx1"/>
                </a:solidFill>
              </a:defRPr>
            </a:lvl3pPr>
            <a:lvl4pPr marL="0" indent="0" algn="l">
              <a:lnSpc>
                <a:spcPct val="120000"/>
              </a:lnSpc>
              <a:spcBef>
                <a:spcPts val="0"/>
              </a:spcBef>
              <a:spcAft>
                <a:spcPts val="0"/>
              </a:spcAft>
              <a:buFont typeface="Arial" panose="020B0604020202020204" pitchFamily="34" charset="0"/>
              <a:buNone/>
              <a:defRPr sz="2000" b="0">
                <a:solidFill>
                  <a:schemeClr val="tx1"/>
                </a:solidFill>
              </a:defRPr>
            </a:lvl4pPr>
            <a:lvl5pPr marL="0" indent="0" algn="l">
              <a:lnSpc>
                <a:spcPct val="120000"/>
              </a:lnSpc>
              <a:spcBef>
                <a:spcPts val="0"/>
              </a:spcBef>
              <a:spcAft>
                <a:spcPts val="0"/>
              </a:spcAft>
              <a:buFont typeface="Arial" panose="020B0604020202020204" pitchFamily="34" charset="0"/>
              <a:buNone/>
              <a:defRPr sz="2000" b="0">
                <a:solidFill>
                  <a:schemeClr val="tx1"/>
                </a:solidFill>
              </a:defRPr>
            </a:lvl5pPr>
            <a:lvl6pPr marL="0" indent="0" algn="l">
              <a:lnSpc>
                <a:spcPct val="120000"/>
              </a:lnSpc>
              <a:spcBef>
                <a:spcPts val="0"/>
              </a:spcBef>
              <a:spcAft>
                <a:spcPts val="0"/>
              </a:spcAft>
              <a:buFont typeface="Arial" panose="020B0604020202020204" pitchFamily="34" charset="0"/>
              <a:buNone/>
              <a:defRPr sz="2000" b="0">
                <a:solidFill>
                  <a:schemeClr val="tx1"/>
                </a:solidFill>
              </a:defRPr>
            </a:lvl6pPr>
            <a:lvl7pPr marL="0" indent="0" algn="l">
              <a:lnSpc>
                <a:spcPct val="120000"/>
              </a:lnSpc>
              <a:spcBef>
                <a:spcPts val="0"/>
              </a:spcBef>
              <a:spcAft>
                <a:spcPts val="0"/>
              </a:spcAft>
              <a:buFont typeface="Arial" panose="020B0604020202020204" pitchFamily="34" charset="0"/>
              <a:buNone/>
              <a:defRPr sz="2000" b="0">
                <a:solidFill>
                  <a:schemeClr val="tx1"/>
                </a:solidFill>
              </a:defRPr>
            </a:lvl7pPr>
            <a:lvl8pPr marL="0" indent="0" algn="l">
              <a:lnSpc>
                <a:spcPct val="120000"/>
              </a:lnSpc>
              <a:spcBef>
                <a:spcPts val="0"/>
              </a:spcBef>
              <a:spcAft>
                <a:spcPts val="0"/>
              </a:spcAft>
              <a:buFont typeface="Arial" panose="020B0604020202020204" pitchFamily="34" charset="0"/>
              <a:buNone/>
              <a:defRPr sz="2000" b="0">
                <a:solidFill>
                  <a:schemeClr val="tx1"/>
                </a:solidFill>
              </a:defRPr>
            </a:lvl8pPr>
            <a:lvl9pPr marL="0" indent="0" algn="l">
              <a:lnSpc>
                <a:spcPct val="120000"/>
              </a:lnSpc>
              <a:spcBef>
                <a:spcPts val="0"/>
              </a:spcBef>
              <a:spcAft>
                <a:spcPts val="0"/>
              </a:spcAft>
              <a:buFont typeface="Arial" panose="020B0604020202020204" pitchFamily="34" charset="0"/>
              <a:buNone/>
              <a:defRPr sz="2000" b="0">
                <a:solidFill>
                  <a:schemeClr val="tx1"/>
                </a:solidFill>
              </a:defRPr>
            </a:lvl9pPr>
          </a:lstStyle>
          <a:p>
            <a:r>
              <a:rPr lang="en-GB" dirty="0"/>
              <a:t>Subtitle or description text</a:t>
            </a:r>
          </a:p>
        </p:txBody>
      </p:sp>
      <p:sp>
        <p:nvSpPr>
          <p:cNvPr id="3" name="Date Placeholder 2">
            <a:extLst>
              <a:ext uri="{FF2B5EF4-FFF2-40B4-BE49-F238E27FC236}">
                <a16:creationId xmlns:a16="http://schemas.microsoft.com/office/drawing/2014/main" id="{C85A12EA-5156-69EB-B0FB-F3D55008A4C6}"/>
              </a:ext>
            </a:extLst>
          </p:cNvPr>
          <p:cNvSpPr>
            <a:spLocks noGrp="1"/>
          </p:cNvSpPr>
          <p:nvPr>
            <p:ph type="dt" sz="half" idx="18"/>
          </p:nvPr>
        </p:nvSpPr>
        <p:spPr/>
        <p:txBody>
          <a:bodyPr/>
          <a:lstStyle/>
          <a:p>
            <a:fld id="{F9DF5CCC-2C60-4EBF-9601-F0CCD62763C7}" type="datetime1">
              <a:rPr lang="de-DE" smtClean="0"/>
              <a:t>08.09.2026</a:t>
            </a:fld>
            <a:endParaRPr lang="en-GB" dirty="0"/>
          </a:p>
        </p:txBody>
      </p:sp>
      <p:sp>
        <p:nvSpPr>
          <p:cNvPr id="4" name="Footer Placeholder 3">
            <a:extLst>
              <a:ext uri="{FF2B5EF4-FFF2-40B4-BE49-F238E27FC236}">
                <a16:creationId xmlns:a16="http://schemas.microsoft.com/office/drawing/2014/main" id="{35F603DF-8B8A-C2BF-4D9A-E58702275D4E}"/>
              </a:ext>
            </a:extLst>
          </p:cNvPr>
          <p:cNvSpPr>
            <a:spLocks noGrp="1"/>
          </p:cNvSpPr>
          <p:nvPr>
            <p:ph type="ftr" sz="quarter" idx="19"/>
          </p:nvPr>
        </p:nvSpPr>
        <p:spPr/>
        <p:txBody>
          <a:bodyPr/>
          <a:lstStyle/>
          <a:p>
            <a:endParaRPr lang="en-GB" dirty="0"/>
          </a:p>
        </p:txBody>
      </p:sp>
      <p:sp>
        <p:nvSpPr>
          <p:cNvPr id="5" name="Slide Number Placeholder 4">
            <a:extLst>
              <a:ext uri="{FF2B5EF4-FFF2-40B4-BE49-F238E27FC236}">
                <a16:creationId xmlns:a16="http://schemas.microsoft.com/office/drawing/2014/main" id="{1AB56DC8-DC4D-5E5E-C25E-3F8418769986}"/>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227878697"/>
      </p:ext>
    </p:extLst>
  </p:cSld>
  <p:clrMapOvr>
    <a:masterClrMapping/>
  </p:clrMapOvr>
  <p:extLst>
    <p:ext uri="{DCECCB84-F9BA-43D5-87BE-67443E8EF086}">
      <p15:sldGuideLst xmlns:p15="http://schemas.microsoft.com/office/powerpoint/2012/main">
        <p15:guide id="3" pos="7287" userDrawn="1">
          <p15:clr>
            <a:srgbClr val="C35EA4"/>
          </p15:clr>
        </p15:guide>
        <p15:guide id="4" pos="393" userDrawn="1">
          <p15:clr>
            <a:srgbClr val="C35EA4"/>
          </p15:clr>
        </p15:guide>
        <p15:guide id="5" orient="horz" pos="346" userDrawn="1">
          <p15:clr>
            <a:srgbClr val="C35EA4"/>
          </p15:clr>
        </p15:guide>
        <p15:guide id="6" orient="horz" pos="3884" userDrawn="1">
          <p15:clr>
            <a:srgbClr val="C35E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itle and text right">
    <p:spTree>
      <p:nvGrpSpPr>
        <p:cNvPr id="1" name=""/>
        <p:cNvGrpSpPr/>
        <p:nvPr/>
      </p:nvGrpSpPr>
      <p:grpSpPr>
        <a:xfrm>
          <a:off x="0" y="0"/>
          <a:ext cx="0" cy="0"/>
          <a:chOff x="0" y="0"/>
          <a:chExt cx="0" cy="0"/>
        </a:xfrm>
      </p:grpSpPr>
      <p:sp>
        <p:nvSpPr>
          <p:cNvPr id="6" name="Textplatzhalter 7">
            <a:extLst>
              <a:ext uri="{FF2B5EF4-FFF2-40B4-BE49-F238E27FC236}">
                <a16:creationId xmlns:a16="http://schemas.microsoft.com/office/drawing/2014/main" id="{578834B2-09B2-C869-D39C-9822EE6067B8}"/>
              </a:ext>
            </a:extLst>
          </p:cNvPr>
          <p:cNvSpPr>
            <a:spLocks noGrp="1"/>
          </p:cNvSpPr>
          <p:nvPr>
            <p:ph type="body" sz="quarter" idx="16"/>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7" name="Titel 1">
            <a:extLst>
              <a:ext uri="{FF2B5EF4-FFF2-40B4-BE49-F238E27FC236}">
                <a16:creationId xmlns:a16="http://schemas.microsoft.com/office/drawing/2014/main" id="{E9160427-1786-BC42-F7E9-90AB615E86EA}"/>
              </a:ext>
            </a:extLst>
          </p:cNvPr>
          <p:cNvSpPr>
            <a:spLocks noGrp="1"/>
          </p:cNvSpPr>
          <p:nvPr>
            <p:ph type="ctrTitle" hasCustomPrompt="1"/>
          </p:nvPr>
        </p:nvSpPr>
        <p:spPr bwMode="gray">
          <a:xfrm>
            <a:off x="7176540" y="1196752"/>
            <a:ext cx="4392068" cy="1871663"/>
          </a:xfrm>
        </p:spPr>
        <p:txBody>
          <a:bodyPr anchor="b"/>
          <a:lstStyle>
            <a:lvl1pPr algn="l">
              <a:lnSpc>
                <a:spcPct val="105000"/>
              </a:lnSpc>
              <a:defRPr sz="3600" b="0" i="0">
                <a:solidFill>
                  <a:schemeClr val="tx1"/>
                </a:solidFill>
                <a:latin typeface="+mj-lt"/>
              </a:defRPr>
            </a:lvl1pPr>
          </a:lstStyle>
          <a:p>
            <a:r>
              <a:rPr lang="en-GB" dirty="0"/>
              <a:t>Big slide title</a:t>
            </a:r>
          </a:p>
        </p:txBody>
      </p:sp>
      <p:sp>
        <p:nvSpPr>
          <p:cNvPr id="8" name="Untertitel 2">
            <a:extLst>
              <a:ext uri="{FF2B5EF4-FFF2-40B4-BE49-F238E27FC236}">
                <a16:creationId xmlns:a16="http://schemas.microsoft.com/office/drawing/2014/main" id="{FB2E505C-748C-D9E1-FFD1-8A532F17E445}"/>
              </a:ext>
            </a:extLst>
          </p:cNvPr>
          <p:cNvSpPr>
            <a:spLocks noGrp="1"/>
          </p:cNvSpPr>
          <p:nvPr>
            <p:ph type="subTitle" idx="17" hasCustomPrompt="1"/>
          </p:nvPr>
        </p:nvSpPr>
        <p:spPr bwMode="gray">
          <a:xfrm>
            <a:off x="7176540" y="3355752"/>
            <a:ext cx="4392068" cy="2810098"/>
          </a:xfrm>
        </p:spPr>
        <p:txBody>
          <a:bodyPr/>
          <a:lstStyle>
            <a:lvl1pPr marL="0" indent="0" algn="l">
              <a:lnSpc>
                <a:spcPct val="120000"/>
              </a:lnSpc>
              <a:spcBef>
                <a:spcPts val="0"/>
              </a:spcBef>
              <a:spcAft>
                <a:spcPts val="0"/>
              </a:spcAft>
              <a:buFont typeface="Arial" panose="020B0604020202020204" pitchFamily="34" charset="0"/>
              <a:buNone/>
              <a:defRPr sz="2000" b="0">
                <a:solidFill>
                  <a:schemeClr val="tx1"/>
                </a:solidFill>
                <a:latin typeface="+mn-lt"/>
              </a:defRPr>
            </a:lvl1pPr>
            <a:lvl2pPr marL="0" indent="0" algn="l">
              <a:lnSpc>
                <a:spcPct val="120000"/>
              </a:lnSpc>
              <a:spcBef>
                <a:spcPts val="0"/>
              </a:spcBef>
              <a:spcAft>
                <a:spcPts val="0"/>
              </a:spcAft>
              <a:buFont typeface="Arial" panose="020B0604020202020204" pitchFamily="34" charset="0"/>
              <a:buNone/>
              <a:defRPr sz="2000" b="0">
                <a:solidFill>
                  <a:schemeClr val="tx1"/>
                </a:solidFill>
              </a:defRPr>
            </a:lvl2pPr>
            <a:lvl3pPr marL="0" indent="0" algn="l">
              <a:lnSpc>
                <a:spcPct val="120000"/>
              </a:lnSpc>
              <a:spcBef>
                <a:spcPts val="0"/>
              </a:spcBef>
              <a:spcAft>
                <a:spcPts val="0"/>
              </a:spcAft>
              <a:buFont typeface="Arial" panose="020B0604020202020204" pitchFamily="34" charset="0"/>
              <a:buNone/>
              <a:defRPr sz="2000" b="0">
                <a:solidFill>
                  <a:schemeClr val="tx1"/>
                </a:solidFill>
              </a:defRPr>
            </a:lvl3pPr>
            <a:lvl4pPr marL="0" indent="0" algn="l">
              <a:lnSpc>
                <a:spcPct val="120000"/>
              </a:lnSpc>
              <a:spcBef>
                <a:spcPts val="0"/>
              </a:spcBef>
              <a:spcAft>
                <a:spcPts val="0"/>
              </a:spcAft>
              <a:buFont typeface="Arial" panose="020B0604020202020204" pitchFamily="34" charset="0"/>
              <a:buNone/>
              <a:defRPr sz="2000" b="0">
                <a:solidFill>
                  <a:schemeClr val="tx1"/>
                </a:solidFill>
              </a:defRPr>
            </a:lvl4pPr>
            <a:lvl5pPr marL="0" indent="0" algn="l">
              <a:lnSpc>
                <a:spcPct val="120000"/>
              </a:lnSpc>
              <a:spcBef>
                <a:spcPts val="0"/>
              </a:spcBef>
              <a:spcAft>
                <a:spcPts val="0"/>
              </a:spcAft>
              <a:buFont typeface="Arial" panose="020B0604020202020204" pitchFamily="34" charset="0"/>
              <a:buNone/>
              <a:defRPr sz="2000" b="0">
                <a:solidFill>
                  <a:schemeClr val="tx1"/>
                </a:solidFill>
              </a:defRPr>
            </a:lvl5pPr>
            <a:lvl6pPr marL="0" indent="0" algn="l">
              <a:lnSpc>
                <a:spcPct val="120000"/>
              </a:lnSpc>
              <a:spcBef>
                <a:spcPts val="0"/>
              </a:spcBef>
              <a:spcAft>
                <a:spcPts val="0"/>
              </a:spcAft>
              <a:buFont typeface="Arial" panose="020B0604020202020204" pitchFamily="34" charset="0"/>
              <a:buNone/>
              <a:defRPr sz="2000" b="0">
                <a:solidFill>
                  <a:schemeClr val="tx1"/>
                </a:solidFill>
              </a:defRPr>
            </a:lvl6pPr>
            <a:lvl7pPr marL="0" indent="0" algn="l">
              <a:lnSpc>
                <a:spcPct val="120000"/>
              </a:lnSpc>
              <a:spcBef>
                <a:spcPts val="0"/>
              </a:spcBef>
              <a:spcAft>
                <a:spcPts val="0"/>
              </a:spcAft>
              <a:buFont typeface="Arial" panose="020B0604020202020204" pitchFamily="34" charset="0"/>
              <a:buNone/>
              <a:defRPr sz="2000" b="0">
                <a:solidFill>
                  <a:schemeClr val="tx1"/>
                </a:solidFill>
              </a:defRPr>
            </a:lvl7pPr>
            <a:lvl8pPr marL="0" indent="0" algn="l">
              <a:lnSpc>
                <a:spcPct val="120000"/>
              </a:lnSpc>
              <a:spcBef>
                <a:spcPts val="0"/>
              </a:spcBef>
              <a:spcAft>
                <a:spcPts val="0"/>
              </a:spcAft>
              <a:buFont typeface="Arial" panose="020B0604020202020204" pitchFamily="34" charset="0"/>
              <a:buNone/>
              <a:defRPr sz="2000" b="0">
                <a:solidFill>
                  <a:schemeClr val="tx1"/>
                </a:solidFill>
              </a:defRPr>
            </a:lvl8pPr>
            <a:lvl9pPr marL="0" indent="0" algn="l">
              <a:lnSpc>
                <a:spcPct val="120000"/>
              </a:lnSpc>
              <a:spcBef>
                <a:spcPts val="0"/>
              </a:spcBef>
              <a:spcAft>
                <a:spcPts val="0"/>
              </a:spcAft>
              <a:buFont typeface="Arial" panose="020B0604020202020204" pitchFamily="34" charset="0"/>
              <a:buNone/>
              <a:defRPr sz="2000" b="0">
                <a:solidFill>
                  <a:schemeClr val="tx1"/>
                </a:solidFill>
              </a:defRPr>
            </a:lvl9pPr>
          </a:lstStyle>
          <a:p>
            <a:r>
              <a:rPr lang="en-GB" dirty="0"/>
              <a:t>Subtitle or description text</a:t>
            </a:r>
          </a:p>
        </p:txBody>
      </p:sp>
      <p:sp>
        <p:nvSpPr>
          <p:cNvPr id="3" name="Date Placeholder 2">
            <a:extLst>
              <a:ext uri="{FF2B5EF4-FFF2-40B4-BE49-F238E27FC236}">
                <a16:creationId xmlns:a16="http://schemas.microsoft.com/office/drawing/2014/main" id="{B694E2AF-E427-DAE5-B074-377B172B9A0D}"/>
              </a:ext>
            </a:extLst>
          </p:cNvPr>
          <p:cNvSpPr>
            <a:spLocks noGrp="1"/>
          </p:cNvSpPr>
          <p:nvPr>
            <p:ph type="dt" sz="half" idx="18"/>
          </p:nvPr>
        </p:nvSpPr>
        <p:spPr/>
        <p:txBody>
          <a:bodyPr/>
          <a:lstStyle/>
          <a:p>
            <a:fld id="{186544D5-B4BB-45DA-8501-7153536FE838}" type="datetime1">
              <a:rPr lang="de-DE" smtClean="0"/>
              <a:t>08.09.2026</a:t>
            </a:fld>
            <a:endParaRPr lang="en-GB" dirty="0"/>
          </a:p>
        </p:txBody>
      </p:sp>
      <p:sp>
        <p:nvSpPr>
          <p:cNvPr id="4" name="Footer Placeholder 3">
            <a:extLst>
              <a:ext uri="{FF2B5EF4-FFF2-40B4-BE49-F238E27FC236}">
                <a16:creationId xmlns:a16="http://schemas.microsoft.com/office/drawing/2014/main" id="{A2855264-8798-22B2-32B6-973A4C1BC2AD}"/>
              </a:ext>
            </a:extLst>
          </p:cNvPr>
          <p:cNvSpPr>
            <a:spLocks noGrp="1"/>
          </p:cNvSpPr>
          <p:nvPr>
            <p:ph type="ftr" sz="quarter" idx="19"/>
          </p:nvPr>
        </p:nvSpPr>
        <p:spPr/>
        <p:txBody>
          <a:bodyPr/>
          <a:lstStyle/>
          <a:p>
            <a:endParaRPr lang="en-GB" dirty="0"/>
          </a:p>
        </p:txBody>
      </p:sp>
      <p:sp>
        <p:nvSpPr>
          <p:cNvPr id="5" name="Slide Number Placeholder 4">
            <a:extLst>
              <a:ext uri="{FF2B5EF4-FFF2-40B4-BE49-F238E27FC236}">
                <a16:creationId xmlns:a16="http://schemas.microsoft.com/office/drawing/2014/main" id="{A1087D73-559C-ED40-F01D-8F0CFD13022A}"/>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523900727"/>
      </p:ext>
    </p:extLst>
  </p:cSld>
  <p:clrMapOvr>
    <a:masterClrMapping/>
  </p:clrMapOvr>
  <p:extLst>
    <p:ext uri="{DCECCB84-F9BA-43D5-87BE-67443E8EF086}">
      <p15:sldGuideLst xmlns:p15="http://schemas.microsoft.com/office/powerpoint/2012/main">
        <p15:guide id="3" pos="7287" userDrawn="1">
          <p15:clr>
            <a:srgbClr val="C35EA4"/>
          </p15:clr>
        </p15:guide>
        <p15:guide id="4" pos="393" userDrawn="1">
          <p15:clr>
            <a:srgbClr val="C35EA4"/>
          </p15:clr>
        </p15:guide>
        <p15:guide id="5" orient="horz" pos="346" userDrawn="1">
          <p15:clr>
            <a:srgbClr val="C35EA4"/>
          </p15:clr>
        </p15:guide>
        <p15:guide id="6" orient="horz" pos="3884" userDrawn="1">
          <p15:clr>
            <a:srgbClr val="C35E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Only title">
    <p:spTree>
      <p:nvGrpSpPr>
        <p:cNvPr id="1" name=""/>
        <p:cNvGrpSpPr/>
        <p:nvPr/>
      </p:nvGrpSpPr>
      <p:grpSpPr>
        <a:xfrm>
          <a:off x="0" y="0"/>
          <a:ext cx="0" cy="0"/>
          <a:chOff x="0" y="0"/>
          <a:chExt cx="0" cy="0"/>
        </a:xfrm>
      </p:grpSpPr>
      <p:sp>
        <p:nvSpPr>
          <p:cNvPr id="6" name="Textplatzhalter 7">
            <a:extLst>
              <a:ext uri="{FF2B5EF4-FFF2-40B4-BE49-F238E27FC236}">
                <a16:creationId xmlns:a16="http://schemas.microsoft.com/office/drawing/2014/main" id="{AEBC04E3-C329-1347-F248-520BA5C49601}"/>
              </a:ext>
            </a:extLst>
          </p:cNvPr>
          <p:cNvSpPr>
            <a:spLocks noGrp="1"/>
          </p:cNvSpPr>
          <p:nvPr>
            <p:ph type="body" sz="quarter" idx="15"/>
          </p:nvPr>
        </p:nvSpPr>
        <p:spPr bwMode="gray">
          <a:xfrm>
            <a:off x="619304" y="332672"/>
            <a:ext cx="5332064" cy="144000"/>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7" name="Titel 1">
            <a:extLst>
              <a:ext uri="{FF2B5EF4-FFF2-40B4-BE49-F238E27FC236}">
                <a16:creationId xmlns:a16="http://schemas.microsoft.com/office/drawing/2014/main" id="{D0FD67C0-7178-26E1-24BE-E54415F8DFEC}"/>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9" name="Untertitel 2">
            <a:extLst>
              <a:ext uri="{FF2B5EF4-FFF2-40B4-BE49-F238E27FC236}">
                <a16:creationId xmlns:a16="http://schemas.microsoft.com/office/drawing/2014/main" id="{B5C4E04F-626F-BFE3-9C6A-4189CB9A3ED9}"/>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2" name="Date Placeholder 1">
            <a:extLst>
              <a:ext uri="{FF2B5EF4-FFF2-40B4-BE49-F238E27FC236}">
                <a16:creationId xmlns:a16="http://schemas.microsoft.com/office/drawing/2014/main" id="{039F136B-94D5-8CF5-3BAA-C7557EB70948}"/>
              </a:ext>
            </a:extLst>
          </p:cNvPr>
          <p:cNvSpPr>
            <a:spLocks noGrp="1"/>
          </p:cNvSpPr>
          <p:nvPr>
            <p:ph type="dt" sz="half" idx="18"/>
          </p:nvPr>
        </p:nvSpPr>
        <p:spPr/>
        <p:txBody>
          <a:bodyPr/>
          <a:lstStyle/>
          <a:p>
            <a:fld id="{601A8999-8019-4F5A-AA27-84590FE0CD29}" type="datetime1">
              <a:rPr lang="de-DE" smtClean="0"/>
              <a:t>08.09.2026</a:t>
            </a:fld>
            <a:endParaRPr lang="en-GB" dirty="0"/>
          </a:p>
        </p:txBody>
      </p:sp>
      <p:sp>
        <p:nvSpPr>
          <p:cNvPr id="3" name="Footer Placeholder 2">
            <a:extLst>
              <a:ext uri="{FF2B5EF4-FFF2-40B4-BE49-F238E27FC236}">
                <a16:creationId xmlns:a16="http://schemas.microsoft.com/office/drawing/2014/main" id="{61237811-4AF4-5C17-8011-DB4D7793DE33}"/>
              </a:ext>
            </a:extLst>
          </p:cNvPr>
          <p:cNvSpPr>
            <a:spLocks noGrp="1"/>
          </p:cNvSpPr>
          <p:nvPr>
            <p:ph type="ftr" sz="quarter" idx="19"/>
          </p:nvPr>
        </p:nvSpPr>
        <p:spPr/>
        <p:txBody>
          <a:bodyPr/>
          <a:lstStyle/>
          <a:p>
            <a:endParaRPr lang="en-GB" dirty="0"/>
          </a:p>
        </p:txBody>
      </p:sp>
      <p:sp>
        <p:nvSpPr>
          <p:cNvPr id="4" name="Slide Number Placeholder 3">
            <a:extLst>
              <a:ext uri="{FF2B5EF4-FFF2-40B4-BE49-F238E27FC236}">
                <a16:creationId xmlns:a16="http://schemas.microsoft.com/office/drawing/2014/main" id="{D0530390-F0C6-3257-5686-5F8947032758}"/>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538990565"/>
      </p:ext>
    </p:extLst>
  </p:cSld>
  <p:clrMapOvr>
    <a:masterClrMapping/>
  </p:clrMapOvr>
  <p:extLst>
    <p:ext uri="{DCECCB84-F9BA-43D5-87BE-67443E8EF086}">
      <p15:sldGuideLst xmlns:p15="http://schemas.microsoft.com/office/powerpoint/2012/main">
        <p15:guide id="1" pos="393" userDrawn="1">
          <p15:clr>
            <a:srgbClr val="C35EA4"/>
          </p15:clr>
        </p15:guide>
        <p15:guide id="2" pos="7287" userDrawn="1">
          <p15:clr>
            <a:srgbClr val="C35EA4"/>
          </p15:clr>
        </p15:guide>
        <p15:guide id="3" orient="horz" pos="1026" userDrawn="1">
          <p15:clr>
            <a:srgbClr val="C35EA4"/>
          </p15:clr>
        </p15:guide>
        <p15:guide id="4" orient="horz" pos="3884" userDrawn="1">
          <p15:clr>
            <a:srgbClr val="C35EA4"/>
          </p15:clr>
        </p15:guide>
        <p15:guide id="5" orient="horz" pos="346" userDrawn="1">
          <p15:clr>
            <a:srgbClr val="C35E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Empty slide">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5B794FE4-9791-16A3-82A0-1876C087CAFD}"/>
              </a:ext>
            </a:extLst>
          </p:cNvPr>
          <p:cNvSpPr>
            <a:spLocks noGrp="1"/>
          </p:cNvSpPr>
          <p:nvPr>
            <p:ph type="dt" sz="half" idx="10"/>
          </p:nvPr>
        </p:nvSpPr>
        <p:spPr/>
        <p:txBody>
          <a:bodyPr/>
          <a:lstStyle/>
          <a:p>
            <a:fld id="{D5E28CE1-0B72-4313-948D-739C0AFD0496}" type="datetime1">
              <a:rPr lang="de-DE" smtClean="0"/>
              <a:t>08.09.2026</a:t>
            </a:fld>
            <a:endParaRPr lang="en-GB" dirty="0"/>
          </a:p>
        </p:txBody>
      </p:sp>
      <p:sp>
        <p:nvSpPr>
          <p:cNvPr id="6" name="Footer Placeholder 5">
            <a:extLst>
              <a:ext uri="{FF2B5EF4-FFF2-40B4-BE49-F238E27FC236}">
                <a16:creationId xmlns:a16="http://schemas.microsoft.com/office/drawing/2014/main" id="{AE4BCDBE-0A8D-2558-F4DC-D3974B8ED087}"/>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AF9072D2-2C76-276B-551B-7A23DF7B9A86}"/>
              </a:ext>
            </a:extLst>
          </p:cNvPr>
          <p:cNvSpPr>
            <a:spLocks noGrp="1"/>
          </p:cNvSpPr>
          <p:nvPr>
            <p:ph type="sldNum" sz="quarter" idx="12"/>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4164875606"/>
      </p:ext>
    </p:extLst>
  </p:cSld>
  <p:clrMapOvr>
    <a:masterClrMapping/>
  </p:clrMapOvr>
  <p:extLst>
    <p:ext uri="{DCECCB84-F9BA-43D5-87BE-67443E8EF086}">
      <p15:sldGuideLst xmlns:p15="http://schemas.microsoft.com/office/powerpoint/2012/main">
        <p15:guide id="1" orient="horz" pos="3884" userDrawn="1">
          <p15:clr>
            <a:srgbClr val="C35EA4"/>
          </p15:clr>
        </p15:guide>
        <p15:guide id="2" orient="horz" pos="346" userDrawn="1">
          <p15:clr>
            <a:srgbClr val="C35EA4"/>
          </p15:clr>
        </p15:guide>
        <p15:guide id="3" pos="393" userDrawn="1">
          <p15:clr>
            <a:srgbClr val="C35EA4"/>
          </p15:clr>
        </p15:guide>
        <p15:guide id="4" pos="7287" userDrawn="1">
          <p15:clr>
            <a:srgbClr val="C35E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One content | gradient">
    <p:spTree>
      <p:nvGrpSpPr>
        <p:cNvPr id="1" name=""/>
        <p:cNvGrpSpPr/>
        <p:nvPr/>
      </p:nvGrpSpPr>
      <p:grpSpPr>
        <a:xfrm>
          <a:off x="0" y="0"/>
          <a:ext cx="0" cy="0"/>
          <a:chOff x="0" y="0"/>
          <a:chExt cx="0" cy="0"/>
        </a:xfrm>
      </p:grpSpPr>
      <p:pic>
        <p:nvPicPr>
          <p:cNvPr id="2" name="Grafik 9">
            <a:extLst>
              <a:ext uri="{FF2B5EF4-FFF2-40B4-BE49-F238E27FC236}">
                <a16:creationId xmlns:a16="http://schemas.microsoft.com/office/drawing/2014/main" id="{3FD43221-6015-3769-8F32-3BFDEFDD8F8D}"/>
              </a:ext>
            </a:extLst>
          </p:cNvPr>
          <p:cNvPicPr>
            <a:picLocks noChangeAspect="1"/>
          </p:cNvPicPr>
          <p:nvPr userDrawn="1"/>
        </p:nvPicPr>
        <p:blipFill>
          <a:blip r:embed="rId3">
            <a:alphaModFix/>
            <a:extLst>
              <a:ext uri="{BEBA8EAE-BF5A-486C-A8C5-ECC9F3942E4B}">
                <a14:imgProps xmlns:a14="http://schemas.microsoft.com/office/drawing/2010/main">
                  <a14:imgLayer r:embed="rId4">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9047614" y="1628800"/>
            <a:ext cx="3144386" cy="5232396"/>
          </a:xfrm>
          <a:prstGeom prst="rect">
            <a:avLst/>
          </a:prstGeom>
        </p:spPr>
      </p:pic>
      <p:sp>
        <p:nvSpPr>
          <p:cNvPr id="8" name="Strictly Confidential" descr="{&quot;templafy&quot;:{&quot;id&quot;:&quot;9115427a-ca6d-4b62-b8f2-312a7a01b01d&quot;}}" hidden="1">
            <a:extLst>
              <a:ext uri="{FF2B5EF4-FFF2-40B4-BE49-F238E27FC236}">
                <a16:creationId xmlns:a16="http://schemas.microsoft.com/office/drawing/2014/main" id="{E02A060C-053E-D862-35FF-299067B3407D}"/>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9" name="Restricted" descr="{&quot;templafy&quot;:{&quot;id&quot;:&quot;d9e384c8-8057-44af-9546-17be25aa59fe&quot;}}" hidden="1">
            <a:extLst>
              <a:ext uri="{FF2B5EF4-FFF2-40B4-BE49-F238E27FC236}">
                <a16:creationId xmlns:a16="http://schemas.microsoft.com/office/drawing/2014/main" id="{A98BE92A-9755-AE15-B4A4-1FDC0DBC7C86}"/>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10" name="Confidential" descr="{&quot;templafy&quot;:{&quot;id&quot;:&quot;e1b152e5-53a6-40c1-acf4-34f275cae1c7&quot;}}" hidden="1">
            <a:extLst>
              <a:ext uri="{FF2B5EF4-FFF2-40B4-BE49-F238E27FC236}">
                <a16:creationId xmlns:a16="http://schemas.microsoft.com/office/drawing/2014/main" id="{81990056-6B89-CFA7-4E7C-45F24B4D7E7B}"/>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13" name="Public" descr="{&quot;templafy&quot;:{&quot;id&quot;:&quot;fbd83bc6-1acb-484a-81e7-4c7f916ce7eb&quot;}}">
            <a:extLst>
              <a:ext uri="{FF2B5EF4-FFF2-40B4-BE49-F238E27FC236}">
                <a16:creationId xmlns:a16="http://schemas.microsoft.com/office/drawing/2014/main" id="{51583ABD-977D-1686-D80C-B218197E49E9}"/>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
        <p:nvSpPr>
          <p:cNvPr id="18" name="Title" title="UserProfile.Name">
            <a:extLst>
              <a:ext uri="{FF2B5EF4-FFF2-40B4-BE49-F238E27FC236}">
                <a16:creationId xmlns:a16="http://schemas.microsoft.com/office/drawing/2014/main" id="{11D5CA7E-9DD0-F0FD-25DA-21D8C5C6AF8C}"/>
              </a:ext>
            </a:extLst>
          </p:cNvPr>
          <p:cNvSpPr txBox="1">
            <a:spLocks/>
          </p:cNvSpPr>
          <p:nvPr userDrawn="1">
            <p:custDataLst>
              <p:tags r:id="rId1"/>
            </p:custDataLst>
          </p:nvPr>
        </p:nvSpPr>
        <p:spPr>
          <a:xfrm>
            <a:off x="1559496" y="6371819"/>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lvl="0"/>
            <a:endParaRPr lang="de-CH" sz="800" kern="1200" spc="20" baseline="0" noProof="1">
              <a:solidFill>
                <a:schemeClr val="tx1"/>
              </a:solidFill>
              <a:latin typeface="AA Zuehlke" pitchFamily="2" charset="0"/>
              <a:ea typeface="+mn-ea"/>
              <a:cs typeface="+mn-cs"/>
            </a:endParaRPr>
          </a:p>
        </p:txBody>
      </p:sp>
      <p:sp>
        <p:nvSpPr>
          <p:cNvPr id="21" name="Textplatzhalter 7">
            <a:extLst>
              <a:ext uri="{FF2B5EF4-FFF2-40B4-BE49-F238E27FC236}">
                <a16:creationId xmlns:a16="http://schemas.microsoft.com/office/drawing/2014/main" id="{DAEFCBA4-16BA-AC9A-920E-EDC01D7D1968}"/>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22" name="Titel 11">
            <a:extLst>
              <a:ext uri="{FF2B5EF4-FFF2-40B4-BE49-F238E27FC236}">
                <a16:creationId xmlns:a16="http://schemas.microsoft.com/office/drawing/2014/main" id="{635656CB-9659-4C51-9D27-FA065A50A577}"/>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24" name="Untertitel 2">
            <a:extLst>
              <a:ext uri="{FF2B5EF4-FFF2-40B4-BE49-F238E27FC236}">
                <a16:creationId xmlns:a16="http://schemas.microsoft.com/office/drawing/2014/main" id="{E784E2B6-CE0C-5AC9-66CF-E34F3D159917}"/>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25" name="Inhaltsplatzhalter 2">
            <a:extLst>
              <a:ext uri="{FF2B5EF4-FFF2-40B4-BE49-F238E27FC236}">
                <a16:creationId xmlns:a16="http://schemas.microsoft.com/office/drawing/2014/main" id="{A9704BBD-48D6-9C5A-31F8-518AAECD2BBA}"/>
              </a:ext>
            </a:extLst>
          </p:cNvPr>
          <p:cNvSpPr>
            <a:spLocks noGrp="1"/>
          </p:cNvSpPr>
          <p:nvPr>
            <p:ph idx="1" hasCustomPrompt="1"/>
          </p:nvPr>
        </p:nvSpPr>
        <p:spPr bwMode="gray">
          <a:xfrm>
            <a:off x="623887" y="1628800"/>
            <a:ext cx="7200901"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3" name="Date Placeholder 2">
            <a:extLst>
              <a:ext uri="{FF2B5EF4-FFF2-40B4-BE49-F238E27FC236}">
                <a16:creationId xmlns:a16="http://schemas.microsoft.com/office/drawing/2014/main" id="{1358119D-7A17-5517-0073-239049E43EFB}"/>
              </a:ext>
            </a:extLst>
          </p:cNvPr>
          <p:cNvSpPr>
            <a:spLocks noGrp="1"/>
          </p:cNvSpPr>
          <p:nvPr>
            <p:ph type="dt" sz="half" idx="18"/>
          </p:nvPr>
        </p:nvSpPr>
        <p:spPr/>
        <p:txBody>
          <a:bodyPr/>
          <a:lstStyle>
            <a:lvl1pPr>
              <a:defRPr>
                <a:solidFill>
                  <a:schemeClr val="bg1"/>
                </a:solidFill>
              </a:defRPr>
            </a:lvl1pPr>
          </a:lstStyle>
          <a:p>
            <a:fld id="{B801B58C-E68F-4A2C-8460-19CB9C6986B2}" type="datetime1">
              <a:rPr lang="de-DE" smtClean="0"/>
              <a:t>08.09.2026</a:t>
            </a:fld>
            <a:endParaRPr lang="en-GB" dirty="0"/>
          </a:p>
        </p:txBody>
      </p:sp>
      <p:sp>
        <p:nvSpPr>
          <p:cNvPr id="4" name="Footer Placeholder 3">
            <a:extLst>
              <a:ext uri="{FF2B5EF4-FFF2-40B4-BE49-F238E27FC236}">
                <a16:creationId xmlns:a16="http://schemas.microsoft.com/office/drawing/2014/main" id="{BA21554A-1024-A728-D13F-E51DC0C8F135}"/>
              </a:ext>
            </a:extLst>
          </p:cNvPr>
          <p:cNvSpPr>
            <a:spLocks noGrp="1"/>
          </p:cNvSpPr>
          <p:nvPr>
            <p:ph type="ftr" sz="quarter" idx="19"/>
          </p:nvPr>
        </p:nvSpPr>
        <p:spPr/>
        <p:txBody>
          <a:bodyPr/>
          <a:lstStyle/>
          <a:p>
            <a:endParaRPr lang="en-GB" dirty="0"/>
          </a:p>
        </p:txBody>
      </p:sp>
      <p:sp>
        <p:nvSpPr>
          <p:cNvPr id="11" name="Slide Number Placeholder 10">
            <a:extLst>
              <a:ext uri="{FF2B5EF4-FFF2-40B4-BE49-F238E27FC236}">
                <a16:creationId xmlns:a16="http://schemas.microsoft.com/office/drawing/2014/main" id="{37A787C9-45D1-1338-82BE-E9BC15175F39}"/>
              </a:ext>
            </a:extLst>
          </p:cNvPr>
          <p:cNvSpPr>
            <a:spLocks noGrp="1"/>
          </p:cNvSpPr>
          <p:nvPr>
            <p:ph type="sldNum" sz="quarter" idx="20"/>
          </p:nvPr>
        </p:nvSpPr>
        <p:spPr/>
        <p:txBody>
          <a:bodyPr/>
          <a:lstStyle>
            <a:lvl1pPr>
              <a:defRPr>
                <a:solidFill>
                  <a:schemeClr val="bg1"/>
                </a:solidFill>
              </a:defRPr>
            </a:lvl1p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755087783"/>
      </p:ext>
    </p:extLst>
  </p:cSld>
  <p:clrMapOvr>
    <a:masterClrMapping/>
  </p:clrMapOvr>
  <p:extLst>
    <p:ext uri="{DCECCB84-F9BA-43D5-87BE-67443E8EF086}">
      <p15:sldGuideLst xmlns:p15="http://schemas.microsoft.com/office/powerpoint/2012/main">
        <p15:guide id="1" orient="horz" pos="1026" userDrawn="1">
          <p15:clr>
            <a:srgbClr val="C35EA4"/>
          </p15:clr>
        </p15:guide>
        <p15:guide id="2" pos="393" userDrawn="1">
          <p15:clr>
            <a:srgbClr val="C35EA4"/>
          </p15:clr>
        </p15:guide>
        <p15:guide id="3" pos="7287" userDrawn="1">
          <p15:clr>
            <a:srgbClr val="C35EA4"/>
          </p15:clr>
        </p15:guide>
        <p15:guide id="4" orient="horz" pos="3884" userDrawn="1">
          <p15:clr>
            <a:srgbClr val="C35EA4"/>
          </p15:clr>
        </p15:guide>
        <p15:guide id="5" pos="4929" userDrawn="1">
          <p15:clr>
            <a:srgbClr val="C35EA4"/>
          </p15:clr>
        </p15:guide>
        <p15:guide id="6" pos="5881" userDrawn="1">
          <p15:clr>
            <a:srgbClr val="C35E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userDrawn="1">
  <p:cSld name="One content | gradient (2)">
    <p:spTree>
      <p:nvGrpSpPr>
        <p:cNvPr id="1" name=""/>
        <p:cNvGrpSpPr/>
        <p:nvPr/>
      </p:nvGrpSpPr>
      <p:grpSpPr>
        <a:xfrm>
          <a:off x="0" y="0"/>
          <a:ext cx="0" cy="0"/>
          <a:chOff x="0" y="0"/>
          <a:chExt cx="0" cy="0"/>
        </a:xfrm>
      </p:grpSpPr>
      <p:pic>
        <p:nvPicPr>
          <p:cNvPr id="5" name="Grafik 9">
            <a:extLst>
              <a:ext uri="{FF2B5EF4-FFF2-40B4-BE49-F238E27FC236}">
                <a16:creationId xmlns:a16="http://schemas.microsoft.com/office/drawing/2014/main" id="{AC9803F7-6507-946C-3B0F-CF32CEB800B2}"/>
              </a:ext>
            </a:extLst>
          </p:cNvPr>
          <p:cNvPicPr>
            <a:picLocks noChangeAspect="1"/>
          </p:cNvPicPr>
          <p:nvPr userDrawn="1"/>
        </p:nvPicPr>
        <p:blipFill>
          <a:blip r:embed="rId4">
            <a:alphaModFix/>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1462588" y="4437112"/>
            <a:ext cx="10729412" cy="2420888"/>
          </a:xfrm>
          <a:prstGeom prst="rect">
            <a:avLst/>
          </a:prstGeom>
        </p:spPr>
      </p:pic>
      <p:sp>
        <p:nvSpPr>
          <p:cNvPr id="11" name="Textplatzhalter 7"/>
          <p:cNvSpPr>
            <a:spLocks noGrp="1"/>
          </p:cNvSpPr>
          <p:nvPr>
            <p:ph type="body" sz="quarter" idx="15" hasCustomPrompt="1"/>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r>
              <a:rPr lang="en-GB" noProof="0" dirty="0"/>
              <a:t>Click to add text</a:t>
            </a:r>
          </a:p>
        </p:txBody>
      </p:sp>
      <p:sp>
        <p:nvSpPr>
          <p:cNvPr id="12" name="Titel 11"/>
          <p:cNvSpPr>
            <a:spLocks noGrp="1"/>
          </p:cNvSpPr>
          <p:nvPr>
            <p:ph type="title" hasCustomPrompt="1"/>
          </p:nvPr>
        </p:nvSpPr>
        <p:spPr bwMode="gray"/>
        <p:txBody>
          <a:bodyPr/>
          <a:lstStyle>
            <a:lvl1pPr>
              <a:defRPr/>
            </a:lvl1pPr>
          </a:lstStyle>
          <a:p>
            <a:r>
              <a:rPr lang="en-GB" noProof="0" dirty="0"/>
              <a:t>Click to add title</a:t>
            </a:r>
          </a:p>
        </p:txBody>
      </p:sp>
      <p:sp>
        <p:nvSpPr>
          <p:cNvPr id="23" name="Untertitel 2">
            <a:extLst>
              <a:ext uri="{FF2B5EF4-FFF2-40B4-BE49-F238E27FC236}">
                <a16:creationId xmlns:a16="http://schemas.microsoft.com/office/drawing/2014/main" id="{D801E2BB-B052-4468-B879-509BC0C4D90B}"/>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3" name="Inhaltsplatzhalter 2"/>
          <p:cNvSpPr>
            <a:spLocks noGrp="1"/>
          </p:cNvSpPr>
          <p:nvPr>
            <p:ph idx="1" hasCustomPrompt="1"/>
          </p:nvPr>
        </p:nvSpPr>
        <p:spPr bwMode="gray">
          <a:xfrm>
            <a:off x="623887" y="1628800"/>
            <a:ext cx="7200901"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noProof="0" dirty="0"/>
              <a:t>Level</a:t>
            </a:r>
            <a:r>
              <a:rPr lang="en-US" dirty="0"/>
              <a:t> 1 </a:t>
            </a:r>
            <a:r>
              <a:rPr lang="en-GB" dirty="0"/>
              <a:t>(</a:t>
            </a:r>
            <a:r>
              <a:rPr lang="en-US" noProof="0" dirty="0"/>
              <a:t>This</a:t>
            </a:r>
            <a:r>
              <a:rPr lang="en-GB" dirty="0"/>
              <a:t> is body text. </a:t>
            </a:r>
            <a:r>
              <a:rPr lang="en-US" dirty="0"/>
              <a:t>Please use the "Increase List Level" or "Decrease List Level" buttons on the “Home" tab to switch between the predefined text formats such as subheading, body text and bullet </a:t>
            </a:r>
            <a:r>
              <a:rPr lang="en-GB" noProof="0" dirty="0"/>
              <a:t>points</a:t>
            </a:r>
            <a:r>
              <a:rPr lang="en-US" dirty="0"/>
              <a:t>.)</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endParaRPr lang="de-DE" dirty="0"/>
          </a:p>
        </p:txBody>
      </p:sp>
      <p:sp>
        <p:nvSpPr>
          <p:cNvPr id="9" name="Fußzeilenplatzhalter 7" descr="{&quot;templafy&quot;:{&quot;id&quot;:&quot;f9d10145-04ce-4a22-ac57-e3c83150a809&quot;}}">
            <a:extLst>
              <a:ext uri="{FF2B5EF4-FFF2-40B4-BE49-F238E27FC236}">
                <a16:creationId xmlns:a16="http://schemas.microsoft.com/office/drawing/2014/main" id="{1339F54C-D8DB-2E3A-F317-318529A91FD4}"/>
              </a:ext>
            </a:extLst>
          </p:cNvPr>
          <p:cNvSpPr txBox="1">
            <a:spLocks/>
          </p:cNvSpPr>
          <p:nvPr userDrawn="1"/>
        </p:nvSpPr>
        <p:spPr bwMode="gray">
          <a:xfrm>
            <a:off x="623888" y="6371818"/>
            <a:ext cx="442193" cy="144000"/>
          </a:xfrm>
          <a:prstGeom prst="rect">
            <a:avLst/>
          </a:prstGeom>
        </p:spPr>
        <p:txBody>
          <a:bodyPr vert="horz" lIns="0" tIns="0" rIns="0" bIns="0" rtlCol="0" anchor="ctr">
            <a:noAutofit/>
          </a:bodyPr>
          <a:lstStyle>
            <a:defPPr>
              <a:defRPr lang="de-DE"/>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spc="20" baseline="0" noProof="0">
                <a:latin typeface="+mn-lt"/>
              </a:rPr>
              <a:t>© </a:t>
            </a:r>
            <a:r>
              <a:rPr lang="en-GB" sz="800" spc="20" baseline="0" noProof="0" dirty="0" err="1">
                <a:latin typeface="+mn-lt"/>
              </a:rPr>
              <a:t>Zühlke</a:t>
            </a:r>
            <a:endParaRPr lang="en-GB" sz="800" spc="20" baseline="0" noProof="0" dirty="0">
              <a:latin typeface="+mn-lt"/>
            </a:endParaRPr>
          </a:p>
        </p:txBody>
      </p:sp>
      <p:sp>
        <p:nvSpPr>
          <p:cNvPr id="10" name="Year" descr="{&quot;templafy&quot;:{&quot;id&quot;:&quot;c11c4ee8-81b2-48c7-a6e1-63f088b0e233&quot;}}">
            <a:extLst>
              <a:ext uri="{FF2B5EF4-FFF2-40B4-BE49-F238E27FC236}">
                <a16:creationId xmlns:a16="http://schemas.microsoft.com/office/drawing/2014/main" id="{40574D89-8C1F-8A4B-8585-3A9412033A83}"/>
              </a:ext>
            </a:extLst>
          </p:cNvPr>
          <p:cNvSpPr txBox="1">
            <a:spLocks/>
          </p:cNvSpPr>
          <p:nvPr userDrawn="1">
            <p:custDataLst>
              <p:tags r:id="rId1"/>
            </p:custDataLst>
          </p:nvPr>
        </p:nvSpPr>
        <p:spPr>
          <a:xfrm>
            <a:off x="1091122" y="6371819"/>
            <a:ext cx="252350" cy="144000"/>
          </a:xfrm>
          <a:prstGeom prst="rect">
            <a:avLst/>
          </a:prstGeom>
        </p:spPr>
        <p:txBody>
          <a:bodyPr vert="horz" wrap="square" lIns="0" tIns="0" rIns="0" bIns="0" rtlCol="0" anchor="ctr" anchorCtr="0"/>
          <a:lstStyle/>
          <a:p>
            <a:pPr marL="0" algn="l" defTabSz="914400" rtl="0" eaLnBrk="1" latinLnBrk="0" hangingPunct="1"/>
            <a:r>
              <a:rPr lang="en-GB" sz="800" kern="1200" spc="20" baseline="0" noProof="1">
                <a:solidFill>
                  <a:schemeClr val="tx1"/>
                </a:solidFill>
                <a:latin typeface="AA Zuehlke" pitchFamily="2" charset="0"/>
                <a:ea typeface="+mn-ea"/>
                <a:cs typeface="+mn-cs"/>
              </a:rPr>
              <a:t>2026</a:t>
            </a:r>
          </a:p>
        </p:txBody>
      </p:sp>
      <p:sp>
        <p:nvSpPr>
          <p:cNvPr id="8" name="Date Placeholder 7">
            <a:extLst>
              <a:ext uri="{FF2B5EF4-FFF2-40B4-BE49-F238E27FC236}">
                <a16:creationId xmlns:a16="http://schemas.microsoft.com/office/drawing/2014/main" id="{B96F06E1-6F2A-A764-5C2F-3FA6A6221E13}"/>
              </a:ext>
            </a:extLst>
          </p:cNvPr>
          <p:cNvSpPr>
            <a:spLocks noGrp="1"/>
          </p:cNvSpPr>
          <p:nvPr>
            <p:ph type="dt" sz="half" idx="18"/>
          </p:nvPr>
        </p:nvSpPr>
        <p:spPr/>
        <p:txBody>
          <a:bodyPr/>
          <a:lstStyle>
            <a:lvl1pPr>
              <a:defRPr>
                <a:solidFill>
                  <a:schemeClr val="bg1"/>
                </a:solidFill>
              </a:defRPr>
            </a:lvl1pPr>
          </a:lstStyle>
          <a:p>
            <a:fld id="{99EDFA5E-E6B0-4665-86E2-7F9A6420200A}" type="datetime1">
              <a:rPr lang="de-DE" smtClean="0"/>
              <a:pPr/>
              <a:t>08.09.2026</a:t>
            </a:fld>
            <a:endParaRPr lang="en-GB" dirty="0"/>
          </a:p>
        </p:txBody>
      </p:sp>
      <p:sp>
        <p:nvSpPr>
          <p:cNvPr id="16" name="Footer Placeholder 15">
            <a:extLst>
              <a:ext uri="{FF2B5EF4-FFF2-40B4-BE49-F238E27FC236}">
                <a16:creationId xmlns:a16="http://schemas.microsoft.com/office/drawing/2014/main" id="{23D1AD8C-1BFE-9A3C-0A04-CD20BBDF183D}"/>
              </a:ext>
            </a:extLst>
          </p:cNvPr>
          <p:cNvSpPr>
            <a:spLocks noGrp="1"/>
          </p:cNvSpPr>
          <p:nvPr>
            <p:ph type="ftr" sz="quarter" idx="19"/>
          </p:nvPr>
        </p:nvSpPr>
        <p:spPr/>
        <p:txBody>
          <a:bodyPr/>
          <a:lstStyle>
            <a:lvl1pPr>
              <a:defRPr>
                <a:solidFill>
                  <a:schemeClr val="bg1"/>
                </a:solidFill>
              </a:defRPr>
            </a:lvl1pPr>
          </a:lstStyle>
          <a:p>
            <a:endParaRPr lang="en-GB" dirty="0"/>
          </a:p>
        </p:txBody>
      </p:sp>
      <p:sp>
        <p:nvSpPr>
          <p:cNvPr id="17" name="Slide Number Placeholder 16">
            <a:extLst>
              <a:ext uri="{FF2B5EF4-FFF2-40B4-BE49-F238E27FC236}">
                <a16:creationId xmlns:a16="http://schemas.microsoft.com/office/drawing/2014/main" id="{DE255899-1BAE-4D5C-2802-05620A32649E}"/>
              </a:ext>
            </a:extLst>
          </p:cNvPr>
          <p:cNvSpPr>
            <a:spLocks noGrp="1"/>
          </p:cNvSpPr>
          <p:nvPr>
            <p:ph type="sldNum" sz="quarter" idx="20"/>
          </p:nvPr>
        </p:nvSpPr>
        <p:spPr/>
        <p:txBody>
          <a:bodyPr/>
          <a:lstStyle>
            <a:lvl1pPr>
              <a:defRPr>
                <a:solidFill>
                  <a:schemeClr val="bg1"/>
                </a:solidFill>
              </a:defRPr>
            </a:lvl1pPr>
          </a:lstStyle>
          <a:p>
            <a:r>
              <a:rPr lang="de-DE"/>
              <a:t>|  </a:t>
            </a:r>
            <a:fld id="{8CF9DE7D-F270-4E16-BA04-5BCA8969A2EA}" type="slidenum">
              <a:rPr lang="de-DE" smtClean="0"/>
              <a:pPr/>
              <a:t>‹#›</a:t>
            </a:fld>
            <a:endParaRPr lang="de-DE" dirty="0"/>
          </a:p>
        </p:txBody>
      </p:sp>
      <p:sp>
        <p:nvSpPr>
          <p:cNvPr id="4" name="Name" descr="{&quot;templafy&quot;:{&quot;id&quot;:&quot;da246afd-eafe-484a-a60d-9b43b7324718&quot;}}" title="UserProfile.Name">
            <a:extLst>
              <a:ext uri="{FF2B5EF4-FFF2-40B4-BE49-F238E27FC236}">
                <a16:creationId xmlns:a16="http://schemas.microsoft.com/office/drawing/2014/main" id="{4745F0C5-AF1B-DA83-4AF7-C4A87ED43608}"/>
              </a:ext>
            </a:extLst>
          </p:cNvPr>
          <p:cNvSpPr txBox="1">
            <a:spLocks/>
          </p:cNvSpPr>
          <p:nvPr userDrawn="1">
            <p:custDataLst>
              <p:tags r:id="rId2"/>
            </p:custDataLst>
          </p:nvPr>
        </p:nvSpPr>
        <p:spPr>
          <a:xfrm>
            <a:off x="1561877" y="6533207"/>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algn="l"/>
            <a:r>
              <a:rPr lang="en-US" sz="800" spc="20" baseline="0" dirty="0">
                <a:solidFill>
                  <a:schemeClr val="bg1"/>
                </a:solidFill>
                <a:latin typeface="+mn-lt"/>
              </a:rPr>
              <a:t>Vladimir Radzivil</a:t>
            </a:r>
          </a:p>
        </p:txBody>
      </p:sp>
      <p:sp>
        <p:nvSpPr>
          <p:cNvPr id="6" name="Strictly Confidential" descr="{&quot;templafy&quot;:{&quot;id&quot;:&quot;69e38442-a7f4-4b91-8a93-20b323899f34&quot;}}" hidden="1">
            <a:extLst>
              <a:ext uri="{FF2B5EF4-FFF2-40B4-BE49-F238E27FC236}">
                <a16:creationId xmlns:a16="http://schemas.microsoft.com/office/drawing/2014/main" id="{2EC6BB08-A53D-2FB7-D51B-9112BFF42AE3}"/>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7" name="Restricted" descr="{&quot;templafy&quot;:{&quot;id&quot;:&quot;df237993-c1b8-4950-9ff4-1f96bd2e05c1&quot;}}" hidden="1">
            <a:extLst>
              <a:ext uri="{FF2B5EF4-FFF2-40B4-BE49-F238E27FC236}">
                <a16:creationId xmlns:a16="http://schemas.microsoft.com/office/drawing/2014/main" id="{2F8316AC-57BC-6F3D-E1CB-F942187D98C6}"/>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13" name="Confidential" descr="{&quot;templafy&quot;:{&quot;id&quot;:&quot;addcc641-c720-4805-a044-ad91b9e2141a&quot;}}" hidden="1">
            <a:extLst>
              <a:ext uri="{FF2B5EF4-FFF2-40B4-BE49-F238E27FC236}">
                <a16:creationId xmlns:a16="http://schemas.microsoft.com/office/drawing/2014/main" id="{ED76945C-3AA8-82EE-B2C9-889D8403E297}"/>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14" name="Public" descr="{&quot;templafy&quot;:{&quot;id&quot;:&quot;16405761-2f40-48ab-adbd-9f0b46669282&quot;}}">
            <a:extLst>
              <a:ext uri="{FF2B5EF4-FFF2-40B4-BE49-F238E27FC236}">
                <a16:creationId xmlns:a16="http://schemas.microsoft.com/office/drawing/2014/main" id="{91129EFF-9F90-8F0E-A7BC-5D8F94259DD5}"/>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Tree>
    <p:extLst>
      <p:ext uri="{BB962C8B-B14F-4D97-AF65-F5344CB8AC3E}">
        <p14:creationId xmlns:p14="http://schemas.microsoft.com/office/powerpoint/2010/main" val="2122734257"/>
      </p:ext>
    </p:extLst>
  </p:cSld>
  <p:clrMapOvr>
    <a:masterClrMapping/>
  </p:clrMapOvr>
  <p:extLst>
    <p:ext uri="{DCECCB84-F9BA-43D5-87BE-67443E8EF086}">
      <p15:sldGuideLst xmlns:p15="http://schemas.microsoft.com/office/powerpoint/2012/main">
        <p15:guide id="1" orient="horz" pos="1026">
          <p15:clr>
            <a:srgbClr val="C35EA4"/>
          </p15:clr>
        </p15:guide>
        <p15:guide id="2" pos="393">
          <p15:clr>
            <a:srgbClr val="C35EA4"/>
          </p15:clr>
        </p15:guide>
        <p15:guide id="3" pos="7287">
          <p15:clr>
            <a:srgbClr val="C35EA4"/>
          </p15:clr>
        </p15:guide>
        <p15:guide id="4" orient="horz" pos="3884">
          <p15:clr>
            <a:srgbClr val="C35EA4"/>
          </p15:clr>
        </p15:guide>
        <p15:guide id="5" pos="4929">
          <p15:clr>
            <a:srgbClr val="C35EA4"/>
          </p15:clr>
        </p15:guide>
        <p15:guide id="6" pos="5881">
          <p15:clr>
            <a:srgbClr val="C35EA4"/>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itle only | gradient">
    <p:spTree>
      <p:nvGrpSpPr>
        <p:cNvPr id="1" name=""/>
        <p:cNvGrpSpPr/>
        <p:nvPr/>
      </p:nvGrpSpPr>
      <p:grpSpPr>
        <a:xfrm>
          <a:off x="0" y="0"/>
          <a:ext cx="0" cy="0"/>
          <a:chOff x="0" y="0"/>
          <a:chExt cx="0" cy="0"/>
        </a:xfrm>
      </p:grpSpPr>
      <p:pic>
        <p:nvPicPr>
          <p:cNvPr id="3" name="Grafik 9">
            <a:extLst>
              <a:ext uri="{FF2B5EF4-FFF2-40B4-BE49-F238E27FC236}">
                <a16:creationId xmlns:a16="http://schemas.microsoft.com/office/drawing/2014/main" id="{E0DC69A1-081A-C732-D744-67EE1AD12E36}"/>
              </a:ext>
            </a:extLst>
          </p:cNvPr>
          <p:cNvPicPr>
            <a:picLocks noChangeAspect="1"/>
          </p:cNvPicPr>
          <p:nvPr userDrawn="1"/>
        </p:nvPicPr>
        <p:blipFill>
          <a:blip r:embed="rId4">
            <a:alphaModFix/>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1414342" y="2205038"/>
            <a:ext cx="10777657" cy="4656158"/>
          </a:xfrm>
          <a:prstGeom prst="rect">
            <a:avLst/>
          </a:prstGeom>
        </p:spPr>
      </p:pic>
      <p:sp>
        <p:nvSpPr>
          <p:cNvPr id="11" name="Year" descr="{&quot;templafy&quot;:{&quot;id&quot;:&quot;919f0938-577d-4b54-a820-79855e69df10&quot;}}">
            <a:extLst>
              <a:ext uri="{FF2B5EF4-FFF2-40B4-BE49-F238E27FC236}">
                <a16:creationId xmlns:a16="http://schemas.microsoft.com/office/drawing/2014/main" id="{7C3D10E2-AE17-CA71-DC90-8A5F1BDC83F7}"/>
              </a:ext>
            </a:extLst>
          </p:cNvPr>
          <p:cNvSpPr txBox="1">
            <a:spLocks/>
          </p:cNvSpPr>
          <p:nvPr userDrawn="1">
            <p:custDataLst>
              <p:tags r:id="rId1"/>
            </p:custDataLst>
          </p:nvPr>
        </p:nvSpPr>
        <p:spPr>
          <a:xfrm>
            <a:off x="1091122" y="6371819"/>
            <a:ext cx="252350" cy="144000"/>
          </a:xfrm>
          <a:prstGeom prst="rect">
            <a:avLst/>
          </a:prstGeom>
        </p:spPr>
        <p:txBody>
          <a:bodyPr vert="horz" wrap="square" lIns="0" tIns="0" rIns="0" bIns="0" rtlCol="0" anchor="ctr" anchorCtr="0"/>
          <a:lstStyle/>
          <a:p>
            <a:pPr marL="0" algn="l" defTabSz="914400" rtl="0" eaLnBrk="1" latinLnBrk="0" hangingPunct="1"/>
            <a:r>
              <a:rPr lang="de-CH" sz="800" kern="1200" spc="20" baseline="0" noProof="1">
                <a:solidFill>
                  <a:schemeClr val="tx1"/>
                </a:solidFill>
                <a:latin typeface="AA Zuehlke" pitchFamily="2" charset="0"/>
                <a:ea typeface="+mn-ea"/>
                <a:cs typeface="+mn-cs"/>
              </a:rPr>
              <a:t>2026</a:t>
            </a:r>
          </a:p>
        </p:txBody>
      </p:sp>
      <p:sp>
        <p:nvSpPr>
          <p:cNvPr id="14" name="Strictly Confidential" descr="{&quot;templafy&quot;:{&quot;id&quot;:&quot;26b7f5da-a6f2-4c6e-8a06-cfd2927cb4f9&quot;}}" hidden="1">
            <a:extLst>
              <a:ext uri="{FF2B5EF4-FFF2-40B4-BE49-F238E27FC236}">
                <a16:creationId xmlns:a16="http://schemas.microsoft.com/office/drawing/2014/main" id="{EB7A1E92-C009-56EC-F987-1EBB6B064052}"/>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16" name="Restricted" descr="{&quot;templafy&quot;:{&quot;id&quot;:&quot;924a6879-59c5-4c47-ad82-7df672d8ddde&quot;}}" hidden="1">
            <a:extLst>
              <a:ext uri="{FF2B5EF4-FFF2-40B4-BE49-F238E27FC236}">
                <a16:creationId xmlns:a16="http://schemas.microsoft.com/office/drawing/2014/main" id="{78304E2C-D76F-2456-8633-314BD726A32B}"/>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17" name="Confidential" descr="{&quot;templafy&quot;:{&quot;id&quot;:&quot;cbc2b048-85e8-45c2-94b4-308560df8911&quot;}}" hidden="1">
            <a:extLst>
              <a:ext uri="{FF2B5EF4-FFF2-40B4-BE49-F238E27FC236}">
                <a16:creationId xmlns:a16="http://schemas.microsoft.com/office/drawing/2014/main" id="{591C8154-62BF-6BE3-97D9-C7E7789158C8}"/>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18" name="Public" descr="{&quot;templafy&quot;:{&quot;id&quot;:&quot;72e680bd-45cf-4917-943e-827c25f9dcff&quot;}}">
            <a:extLst>
              <a:ext uri="{FF2B5EF4-FFF2-40B4-BE49-F238E27FC236}">
                <a16:creationId xmlns:a16="http://schemas.microsoft.com/office/drawing/2014/main" id="{120D845B-9A3F-D30F-FE80-F4F4A749CB5E}"/>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
        <p:nvSpPr>
          <p:cNvPr id="19" name="Textplatzhalter 7">
            <a:extLst>
              <a:ext uri="{FF2B5EF4-FFF2-40B4-BE49-F238E27FC236}">
                <a16:creationId xmlns:a16="http://schemas.microsoft.com/office/drawing/2014/main" id="{44A75D4B-9EE3-F485-D5D9-D6624F2C2C79}"/>
              </a:ext>
            </a:extLst>
          </p:cNvPr>
          <p:cNvSpPr>
            <a:spLocks noGrp="1"/>
          </p:cNvSpPr>
          <p:nvPr>
            <p:ph type="body" sz="quarter" idx="15"/>
          </p:nvPr>
        </p:nvSpPr>
        <p:spPr bwMode="gray">
          <a:xfrm>
            <a:off x="619304" y="332672"/>
            <a:ext cx="5332064" cy="144000"/>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20" name="Titel 1">
            <a:extLst>
              <a:ext uri="{FF2B5EF4-FFF2-40B4-BE49-F238E27FC236}">
                <a16:creationId xmlns:a16="http://schemas.microsoft.com/office/drawing/2014/main" id="{55525A9D-DAEA-066B-2C2B-7C3C10497E20}"/>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21" name="Untertitel 2">
            <a:extLst>
              <a:ext uri="{FF2B5EF4-FFF2-40B4-BE49-F238E27FC236}">
                <a16:creationId xmlns:a16="http://schemas.microsoft.com/office/drawing/2014/main" id="{93AAA204-9AB6-C6F2-3C9C-486C61F09516}"/>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2" name="Fußzeilenplatzhalter 7" descr="{&quot;templafy&quot;:{&quot;id&quot;:&quot;03542bf9-ff15-4683-9d0d-7fba46ed1e84&quot;}}">
            <a:extLst>
              <a:ext uri="{FF2B5EF4-FFF2-40B4-BE49-F238E27FC236}">
                <a16:creationId xmlns:a16="http://schemas.microsoft.com/office/drawing/2014/main" id="{DE82E1BD-FC96-EF97-4626-229F15E33345}"/>
              </a:ext>
            </a:extLst>
          </p:cNvPr>
          <p:cNvSpPr txBox="1">
            <a:spLocks/>
          </p:cNvSpPr>
          <p:nvPr userDrawn="1"/>
        </p:nvSpPr>
        <p:spPr bwMode="gray">
          <a:xfrm>
            <a:off x="623888" y="6371818"/>
            <a:ext cx="442193" cy="144000"/>
          </a:xfrm>
          <a:prstGeom prst="rect">
            <a:avLst/>
          </a:prstGeom>
        </p:spPr>
        <p:txBody>
          <a:bodyPr vert="horz" lIns="0" tIns="0" rIns="0" bIns="0" rtlCol="0" anchor="ctr">
            <a:noAutofit/>
          </a:bodyPr>
          <a:lstStyle>
            <a:defPPr>
              <a:defRPr lang="de-DE"/>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de-DE" sz="800" spc="20" baseline="0" dirty="0">
                <a:latin typeface="+mn-lt"/>
              </a:rPr>
              <a:t>© Zühlke</a:t>
            </a:r>
          </a:p>
        </p:txBody>
      </p:sp>
      <p:sp>
        <p:nvSpPr>
          <p:cNvPr id="4" name="Date Placeholder 3">
            <a:extLst>
              <a:ext uri="{FF2B5EF4-FFF2-40B4-BE49-F238E27FC236}">
                <a16:creationId xmlns:a16="http://schemas.microsoft.com/office/drawing/2014/main" id="{3FF22158-7520-52E1-1586-868A5D1D4318}"/>
              </a:ext>
            </a:extLst>
          </p:cNvPr>
          <p:cNvSpPr>
            <a:spLocks noGrp="1"/>
          </p:cNvSpPr>
          <p:nvPr>
            <p:ph type="dt" sz="half" idx="18"/>
          </p:nvPr>
        </p:nvSpPr>
        <p:spPr/>
        <p:txBody>
          <a:bodyPr/>
          <a:lstStyle>
            <a:lvl1pPr>
              <a:defRPr>
                <a:solidFill>
                  <a:schemeClr val="bg1"/>
                </a:solidFill>
              </a:defRPr>
            </a:lvl1pPr>
          </a:lstStyle>
          <a:p>
            <a:fld id="{DBCCA08F-ABF1-4BB5-A1A1-0E3E5D26A9D5}" type="datetime1">
              <a:rPr lang="de-DE" smtClean="0"/>
              <a:t>08.09.2026</a:t>
            </a:fld>
            <a:endParaRPr lang="en-GB" dirty="0"/>
          </a:p>
        </p:txBody>
      </p:sp>
      <p:sp>
        <p:nvSpPr>
          <p:cNvPr id="8" name="Footer Placeholder 7">
            <a:extLst>
              <a:ext uri="{FF2B5EF4-FFF2-40B4-BE49-F238E27FC236}">
                <a16:creationId xmlns:a16="http://schemas.microsoft.com/office/drawing/2014/main" id="{6967189B-5ACB-0010-FFC3-F8AF2A9EE2CE}"/>
              </a:ext>
            </a:extLst>
          </p:cNvPr>
          <p:cNvSpPr>
            <a:spLocks noGrp="1"/>
          </p:cNvSpPr>
          <p:nvPr>
            <p:ph type="ftr" sz="quarter" idx="19"/>
          </p:nvPr>
        </p:nvSpPr>
        <p:spPr/>
        <p:txBody>
          <a:bodyPr/>
          <a:lstStyle>
            <a:lvl1pPr>
              <a:defRPr>
                <a:solidFill>
                  <a:schemeClr val="bg1"/>
                </a:solidFill>
              </a:defRPr>
            </a:lvl1pPr>
          </a:lstStyle>
          <a:p>
            <a:endParaRPr lang="en-GB" dirty="0"/>
          </a:p>
        </p:txBody>
      </p:sp>
      <p:sp>
        <p:nvSpPr>
          <p:cNvPr id="9" name="Slide Number Placeholder 8">
            <a:extLst>
              <a:ext uri="{FF2B5EF4-FFF2-40B4-BE49-F238E27FC236}">
                <a16:creationId xmlns:a16="http://schemas.microsoft.com/office/drawing/2014/main" id="{C40E0521-D0A4-B066-E2B1-7E18175D24B7}"/>
              </a:ext>
            </a:extLst>
          </p:cNvPr>
          <p:cNvSpPr>
            <a:spLocks noGrp="1"/>
          </p:cNvSpPr>
          <p:nvPr>
            <p:ph type="sldNum" sz="quarter" idx="20"/>
          </p:nvPr>
        </p:nvSpPr>
        <p:spPr/>
        <p:txBody>
          <a:bodyPr/>
          <a:lstStyle>
            <a:lvl1pPr>
              <a:defRPr>
                <a:solidFill>
                  <a:schemeClr val="bg1"/>
                </a:solidFill>
              </a:defRPr>
            </a:lvl1pPr>
          </a:lstStyle>
          <a:p>
            <a:r>
              <a:rPr lang="de-DE"/>
              <a:t>|  </a:t>
            </a:r>
            <a:fld id="{8CF9DE7D-F270-4E16-BA04-5BCA8969A2EA}" type="slidenum">
              <a:rPr lang="de-DE" smtClean="0"/>
              <a:pPr/>
              <a:t>‹#›</a:t>
            </a:fld>
            <a:endParaRPr lang="de-DE" dirty="0"/>
          </a:p>
        </p:txBody>
      </p:sp>
      <p:sp>
        <p:nvSpPr>
          <p:cNvPr id="5" name="Name" descr="{&quot;templafy&quot;:{&quot;id&quot;:&quot;da198c31-01ce-49e3-9695-862858920b9a&quot;}}" title="UserProfile.Name">
            <a:extLst>
              <a:ext uri="{FF2B5EF4-FFF2-40B4-BE49-F238E27FC236}">
                <a16:creationId xmlns:a16="http://schemas.microsoft.com/office/drawing/2014/main" id="{D50E9AFD-FA44-F90E-7832-B620EAC4D081}"/>
              </a:ext>
            </a:extLst>
          </p:cNvPr>
          <p:cNvSpPr txBox="1">
            <a:spLocks/>
          </p:cNvSpPr>
          <p:nvPr userDrawn="1">
            <p:custDataLst>
              <p:tags r:id="rId2"/>
            </p:custDataLst>
          </p:nvPr>
        </p:nvSpPr>
        <p:spPr>
          <a:xfrm>
            <a:off x="1561877" y="6533207"/>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algn="l"/>
            <a:r>
              <a:rPr lang="en-US" sz="800" spc="20" baseline="0" dirty="0">
                <a:solidFill>
                  <a:schemeClr val="bg1"/>
                </a:solidFill>
                <a:latin typeface="+mn-lt"/>
              </a:rPr>
              <a:t>Vladimir Radzivil</a:t>
            </a:r>
          </a:p>
        </p:txBody>
      </p:sp>
    </p:spTree>
    <p:extLst>
      <p:ext uri="{BB962C8B-B14F-4D97-AF65-F5344CB8AC3E}">
        <p14:creationId xmlns:p14="http://schemas.microsoft.com/office/powerpoint/2010/main" val="3277208104"/>
      </p:ext>
    </p:extLst>
  </p:cSld>
  <p:clrMapOvr>
    <a:masterClrMapping/>
  </p:clrMapOvr>
  <p:extLst>
    <p:ext uri="{DCECCB84-F9BA-43D5-87BE-67443E8EF086}">
      <p15:sldGuideLst xmlns:p15="http://schemas.microsoft.com/office/powerpoint/2012/main">
        <p15:guide id="1" pos="393" userDrawn="1">
          <p15:clr>
            <a:srgbClr val="C35EA4"/>
          </p15:clr>
        </p15:guide>
        <p15:guide id="2" pos="7287" userDrawn="1">
          <p15:clr>
            <a:srgbClr val="C35EA4"/>
          </p15:clr>
        </p15:guide>
        <p15:guide id="3" orient="horz" pos="1026" userDrawn="1">
          <p15:clr>
            <a:srgbClr val="C35EA4"/>
          </p15:clr>
        </p15:guide>
        <p15:guide id="4" orient="horz" pos="3884" userDrawn="1">
          <p15:clr>
            <a:srgbClr val="C35EA4"/>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Key message | gradient">
    <p:spTree>
      <p:nvGrpSpPr>
        <p:cNvPr id="1" name=""/>
        <p:cNvGrpSpPr/>
        <p:nvPr/>
      </p:nvGrpSpPr>
      <p:grpSpPr>
        <a:xfrm>
          <a:off x="0" y="0"/>
          <a:ext cx="0" cy="0"/>
          <a:chOff x="0" y="0"/>
          <a:chExt cx="0" cy="0"/>
        </a:xfrm>
      </p:grpSpPr>
      <p:pic>
        <p:nvPicPr>
          <p:cNvPr id="3" name="Grafik 9">
            <a:extLst>
              <a:ext uri="{FF2B5EF4-FFF2-40B4-BE49-F238E27FC236}">
                <a16:creationId xmlns:a16="http://schemas.microsoft.com/office/drawing/2014/main" id="{D7FE38DB-1F80-A48E-9B81-DFC39EE472EA}"/>
              </a:ext>
            </a:extLst>
          </p:cNvPr>
          <p:cNvPicPr>
            <a:picLocks noChangeAspect="1"/>
          </p:cNvPicPr>
          <p:nvPr userDrawn="1"/>
        </p:nvPicPr>
        <p:blipFill>
          <a:blip r:embed="rId4">
            <a:alphaModFix/>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0" y="0"/>
            <a:ext cx="12192000" cy="6861196"/>
          </a:xfrm>
          <a:prstGeom prst="rect">
            <a:avLst/>
          </a:prstGeom>
        </p:spPr>
      </p:pic>
      <p:sp>
        <p:nvSpPr>
          <p:cNvPr id="9" name="Year" descr="{&quot;templafy&quot;:{&quot;id&quot;:&quot;f8cb18f1-e175-49df-b1a7-7957b8f5e5e4&quot;}}">
            <a:extLst>
              <a:ext uri="{FF2B5EF4-FFF2-40B4-BE49-F238E27FC236}">
                <a16:creationId xmlns:a16="http://schemas.microsoft.com/office/drawing/2014/main" id="{D4749403-08B4-4B8E-0EFA-5684DA4BB62B}"/>
              </a:ext>
            </a:extLst>
          </p:cNvPr>
          <p:cNvSpPr txBox="1">
            <a:spLocks/>
          </p:cNvSpPr>
          <p:nvPr userDrawn="1">
            <p:custDataLst>
              <p:tags r:id="rId1"/>
            </p:custDataLst>
          </p:nvPr>
        </p:nvSpPr>
        <p:spPr>
          <a:xfrm>
            <a:off x="1091122" y="6371819"/>
            <a:ext cx="252350" cy="144000"/>
          </a:xfrm>
          <a:prstGeom prst="rect">
            <a:avLst/>
          </a:prstGeom>
        </p:spPr>
        <p:txBody>
          <a:bodyPr vert="horz" wrap="square" lIns="0" tIns="0" rIns="0" bIns="0" rtlCol="0" anchor="ctr" anchorCtr="0"/>
          <a:lstStyle/>
          <a:p>
            <a:pPr marL="0" algn="l" defTabSz="914400" rtl="0" eaLnBrk="1" latinLnBrk="0" hangingPunct="1"/>
            <a:r>
              <a:rPr lang="de-CH" sz="800" kern="1200" spc="20" baseline="0" noProof="1">
                <a:solidFill>
                  <a:schemeClr val="bg1"/>
                </a:solidFill>
                <a:latin typeface="AA Zuehlke" pitchFamily="2" charset="0"/>
                <a:ea typeface="+mn-ea"/>
                <a:cs typeface="+mn-cs"/>
              </a:rPr>
              <a:t>2026</a:t>
            </a:r>
          </a:p>
        </p:txBody>
      </p:sp>
      <p:sp>
        <p:nvSpPr>
          <p:cNvPr id="12" name="Textplatzhalter 2">
            <a:extLst>
              <a:ext uri="{FF2B5EF4-FFF2-40B4-BE49-F238E27FC236}">
                <a16:creationId xmlns:a16="http://schemas.microsoft.com/office/drawing/2014/main" id="{94F818CE-0743-0EF4-42B7-43FDA8A07AA5}"/>
              </a:ext>
            </a:extLst>
          </p:cNvPr>
          <p:cNvSpPr>
            <a:spLocks noGrp="1"/>
          </p:cNvSpPr>
          <p:nvPr>
            <p:ph type="body" sz="quarter" idx="19" hasCustomPrompt="1"/>
          </p:nvPr>
        </p:nvSpPr>
        <p:spPr bwMode="gray">
          <a:xfrm>
            <a:off x="1229188" y="1484784"/>
            <a:ext cx="9936000" cy="4104456"/>
          </a:xfrm>
        </p:spPr>
        <p:txBody>
          <a:bodyPr anchor="t"/>
          <a:lstStyle>
            <a:lvl1pPr marL="0" indent="0">
              <a:lnSpc>
                <a:spcPct val="105000"/>
              </a:lnSpc>
              <a:spcBef>
                <a:spcPts val="0"/>
              </a:spcBef>
              <a:spcAft>
                <a:spcPts val="0"/>
              </a:spcAft>
              <a:buFont typeface="Arial" panose="020B0604020202020204" pitchFamily="34" charset="0"/>
              <a:buNone/>
              <a:defRPr sz="6000">
                <a:ln>
                  <a:noFill/>
                </a:ln>
                <a:solidFill>
                  <a:schemeClr val="bg1"/>
                </a:solidFill>
                <a:latin typeface="+mj-lt"/>
              </a:defRPr>
            </a:lvl1pPr>
            <a:lvl2pPr marL="0" indent="0">
              <a:lnSpc>
                <a:spcPct val="105000"/>
              </a:lnSpc>
              <a:spcBef>
                <a:spcPts val="0"/>
              </a:spcBef>
              <a:spcAft>
                <a:spcPts val="0"/>
              </a:spcAft>
              <a:buFont typeface="Arial" panose="020B0604020202020204" pitchFamily="34" charset="0"/>
              <a:buNone/>
              <a:defRPr sz="6000">
                <a:solidFill>
                  <a:schemeClr val="bg1"/>
                </a:solidFill>
                <a:latin typeface="+mj-lt"/>
              </a:defRPr>
            </a:lvl2pPr>
            <a:lvl3pPr marL="0" indent="0">
              <a:lnSpc>
                <a:spcPct val="105000"/>
              </a:lnSpc>
              <a:spcBef>
                <a:spcPts val="0"/>
              </a:spcBef>
              <a:spcAft>
                <a:spcPts val="0"/>
              </a:spcAft>
              <a:buFont typeface="Arial" panose="020B0604020202020204" pitchFamily="34" charset="0"/>
              <a:buNone/>
              <a:defRPr sz="6000">
                <a:solidFill>
                  <a:schemeClr val="bg1"/>
                </a:solidFill>
                <a:latin typeface="+mj-lt"/>
              </a:defRPr>
            </a:lvl3pPr>
            <a:lvl4pPr marL="0" indent="0">
              <a:lnSpc>
                <a:spcPct val="105000"/>
              </a:lnSpc>
              <a:spcBef>
                <a:spcPts val="0"/>
              </a:spcBef>
              <a:spcAft>
                <a:spcPts val="0"/>
              </a:spcAft>
              <a:buFont typeface="Arial" panose="020B0604020202020204" pitchFamily="34" charset="0"/>
              <a:buNone/>
              <a:defRPr sz="6000">
                <a:solidFill>
                  <a:schemeClr val="bg1"/>
                </a:solidFill>
                <a:latin typeface="+mj-lt"/>
              </a:defRPr>
            </a:lvl4pPr>
            <a:lvl5pPr marL="0" indent="0">
              <a:lnSpc>
                <a:spcPct val="105000"/>
              </a:lnSpc>
              <a:spcBef>
                <a:spcPts val="0"/>
              </a:spcBef>
              <a:spcAft>
                <a:spcPts val="0"/>
              </a:spcAft>
              <a:buFont typeface="Arial" panose="020B0604020202020204" pitchFamily="34" charset="0"/>
              <a:buNone/>
              <a:defRPr sz="6000">
                <a:solidFill>
                  <a:schemeClr val="bg1"/>
                </a:solidFill>
                <a:latin typeface="+mj-lt"/>
              </a:defRPr>
            </a:lvl5pPr>
            <a:lvl6pPr marL="0" indent="0">
              <a:lnSpc>
                <a:spcPct val="105000"/>
              </a:lnSpc>
              <a:spcBef>
                <a:spcPts val="0"/>
              </a:spcBef>
              <a:spcAft>
                <a:spcPts val="0"/>
              </a:spcAft>
              <a:buFont typeface="Arial" panose="020B0604020202020204" pitchFamily="34" charset="0"/>
              <a:buNone/>
              <a:defRPr sz="6000">
                <a:solidFill>
                  <a:schemeClr val="bg1"/>
                </a:solidFill>
                <a:latin typeface="+mj-lt"/>
              </a:defRPr>
            </a:lvl6pPr>
            <a:lvl7pPr marL="0" indent="0">
              <a:lnSpc>
                <a:spcPct val="105000"/>
              </a:lnSpc>
              <a:spcBef>
                <a:spcPts val="0"/>
              </a:spcBef>
              <a:spcAft>
                <a:spcPts val="0"/>
              </a:spcAft>
              <a:buFont typeface="Arial" panose="020B0604020202020204" pitchFamily="34" charset="0"/>
              <a:buNone/>
              <a:defRPr sz="6000">
                <a:solidFill>
                  <a:schemeClr val="bg1"/>
                </a:solidFill>
                <a:latin typeface="+mj-lt"/>
              </a:defRPr>
            </a:lvl7pPr>
            <a:lvl8pPr marL="0" indent="0">
              <a:lnSpc>
                <a:spcPct val="105000"/>
              </a:lnSpc>
              <a:spcBef>
                <a:spcPts val="0"/>
              </a:spcBef>
              <a:spcAft>
                <a:spcPts val="0"/>
              </a:spcAft>
              <a:buFont typeface="Arial" panose="020B0604020202020204" pitchFamily="34" charset="0"/>
              <a:buNone/>
              <a:defRPr sz="6000">
                <a:solidFill>
                  <a:schemeClr val="bg1"/>
                </a:solidFill>
                <a:latin typeface="+mj-lt"/>
              </a:defRPr>
            </a:lvl8pPr>
            <a:lvl9pPr marL="0" indent="0">
              <a:lnSpc>
                <a:spcPct val="105000"/>
              </a:lnSpc>
              <a:spcBef>
                <a:spcPts val="0"/>
              </a:spcBef>
              <a:spcAft>
                <a:spcPts val="0"/>
              </a:spcAft>
              <a:buFont typeface="Arial" panose="020B0604020202020204" pitchFamily="34" charset="0"/>
              <a:buNone/>
              <a:defRPr sz="6000">
                <a:solidFill>
                  <a:schemeClr val="bg1"/>
                </a:solidFill>
                <a:latin typeface="+mj-lt"/>
              </a:defRPr>
            </a:lvl9pPr>
          </a:lstStyle>
          <a:p>
            <a:pPr marL="0" marR="0" lvl="0" indent="0" algn="l" defTabSz="914400" rtl="0" eaLnBrk="1" fontAlgn="auto" latinLnBrk="0" hangingPunct="1">
              <a:lnSpc>
                <a:spcPct val="105000"/>
              </a:lnSpc>
              <a:spcBef>
                <a:spcPts val="0"/>
              </a:spcBef>
              <a:spcAft>
                <a:spcPts val="0"/>
              </a:spcAft>
              <a:buClrTx/>
              <a:buSzTx/>
              <a:buFont typeface="Arial" panose="020B0604020202020204" pitchFamily="34" charset="0"/>
              <a:buNone/>
              <a:tabLst/>
              <a:defRPr/>
            </a:pPr>
            <a:r>
              <a:rPr lang="en-US" dirty="0"/>
              <a:t>Click to add text</a:t>
            </a:r>
            <a:endParaRPr lang="en-GB" dirty="0"/>
          </a:p>
          <a:p>
            <a:pPr lvl="0"/>
            <a:endParaRPr lang="en-GB" dirty="0"/>
          </a:p>
        </p:txBody>
      </p:sp>
      <p:sp>
        <p:nvSpPr>
          <p:cNvPr id="2" name="Fußzeilenplatzhalter 7" descr="{&quot;templafy&quot;:{&quot;id&quot;:&quot;c804e6b3-aafb-475c-867a-fb25946db483&quot;}}">
            <a:extLst>
              <a:ext uri="{FF2B5EF4-FFF2-40B4-BE49-F238E27FC236}">
                <a16:creationId xmlns:a16="http://schemas.microsoft.com/office/drawing/2014/main" id="{DA99007C-F134-2E19-B26C-CC065ECA241B}"/>
              </a:ext>
            </a:extLst>
          </p:cNvPr>
          <p:cNvSpPr txBox="1">
            <a:spLocks/>
          </p:cNvSpPr>
          <p:nvPr userDrawn="1"/>
        </p:nvSpPr>
        <p:spPr bwMode="gray">
          <a:xfrm>
            <a:off x="623888" y="6371818"/>
            <a:ext cx="442193" cy="144000"/>
          </a:xfrm>
          <a:prstGeom prst="rect">
            <a:avLst/>
          </a:prstGeom>
        </p:spPr>
        <p:txBody>
          <a:bodyPr vert="horz" lIns="0" tIns="0" rIns="0" bIns="0" rtlCol="0" anchor="ctr">
            <a:noAutofit/>
          </a:bodyPr>
          <a:lstStyle>
            <a:defPPr>
              <a:defRPr lang="de-DE"/>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de-DE" sz="800" spc="20" baseline="0" dirty="0">
                <a:solidFill>
                  <a:schemeClr val="bg1"/>
                </a:solidFill>
                <a:latin typeface="+mn-lt"/>
              </a:rPr>
              <a:t>© Zühlke</a:t>
            </a:r>
          </a:p>
        </p:txBody>
      </p:sp>
      <p:sp>
        <p:nvSpPr>
          <p:cNvPr id="4" name="Date Placeholder 3">
            <a:extLst>
              <a:ext uri="{FF2B5EF4-FFF2-40B4-BE49-F238E27FC236}">
                <a16:creationId xmlns:a16="http://schemas.microsoft.com/office/drawing/2014/main" id="{78A8925C-9AC9-3463-8EAD-C2BD76D34BCE}"/>
              </a:ext>
            </a:extLst>
          </p:cNvPr>
          <p:cNvSpPr>
            <a:spLocks noGrp="1"/>
          </p:cNvSpPr>
          <p:nvPr>
            <p:ph type="dt" sz="half" idx="20"/>
          </p:nvPr>
        </p:nvSpPr>
        <p:spPr/>
        <p:txBody>
          <a:bodyPr/>
          <a:lstStyle>
            <a:lvl1pPr>
              <a:defRPr>
                <a:solidFill>
                  <a:schemeClr val="bg1"/>
                </a:solidFill>
              </a:defRPr>
            </a:lvl1pPr>
          </a:lstStyle>
          <a:p>
            <a:fld id="{E010391A-BC12-4434-9F29-5CF521ED1ECA}" type="datetime1">
              <a:rPr lang="de-DE" smtClean="0"/>
              <a:t>08.09.2026</a:t>
            </a:fld>
            <a:endParaRPr lang="en-GB" dirty="0"/>
          </a:p>
        </p:txBody>
      </p:sp>
      <p:sp>
        <p:nvSpPr>
          <p:cNvPr id="5" name="Footer Placeholder 4">
            <a:extLst>
              <a:ext uri="{FF2B5EF4-FFF2-40B4-BE49-F238E27FC236}">
                <a16:creationId xmlns:a16="http://schemas.microsoft.com/office/drawing/2014/main" id="{AF2D08F9-643B-A9EF-0D31-E8609EBC9BCA}"/>
              </a:ext>
            </a:extLst>
          </p:cNvPr>
          <p:cNvSpPr>
            <a:spLocks noGrp="1"/>
          </p:cNvSpPr>
          <p:nvPr>
            <p:ph type="ftr" sz="quarter" idx="21"/>
          </p:nvPr>
        </p:nvSpPr>
        <p:spPr/>
        <p:txBody>
          <a:bodyPr/>
          <a:lstStyle>
            <a:lvl1pPr>
              <a:defRPr>
                <a:solidFill>
                  <a:schemeClr val="bg1"/>
                </a:solidFill>
              </a:defRPr>
            </a:lvl1pPr>
          </a:lstStyle>
          <a:p>
            <a:endParaRPr lang="en-GB" dirty="0"/>
          </a:p>
        </p:txBody>
      </p:sp>
      <p:sp>
        <p:nvSpPr>
          <p:cNvPr id="8" name="Slide Number Placeholder 7">
            <a:extLst>
              <a:ext uri="{FF2B5EF4-FFF2-40B4-BE49-F238E27FC236}">
                <a16:creationId xmlns:a16="http://schemas.microsoft.com/office/drawing/2014/main" id="{F29EB3F1-BADE-8C0C-422D-34CE18A18D52}"/>
              </a:ext>
            </a:extLst>
          </p:cNvPr>
          <p:cNvSpPr>
            <a:spLocks noGrp="1"/>
          </p:cNvSpPr>
          <p:nvPr>
            <p:ph type="sldNum" sz="quarter" idx="22"/>
          </p:nvPr>
        </p:nvSpPr>
        <p:spPr/>
        <p:txBody>
          <a:bodyPr/>
          <a:lstStyle>
            <a:lvl1pPr>
              <a:defRPr>
                <a:solidFill>
                  <a:schemeClr val="bg1"/>
                </a:solidFill>
              </a:defRPr>
            </a:lvl1pPr>
          </a:lstStyle>
          <a:p>
            <a:r>
              <a:rPr lang="de-DE"/>
              <a:t>|  </a:t>
            </a:r>
            <a:fld id="{8CF9DE7D-F270-4E16-BA04-5BCA8969A2EA}" type="slidenum">
              <a:rPr lang="de-DE" smtClean="0"/>
              <a:pPr/>
              <a:t>‹#›</a:t>
            </a:fld>
            <a:endParaRPr lang="de-DE" dirty="0"/>
          </a:p>
        </p:txBody>
      </p:sp>
      <p:sp>
        <p:nvSpPr>
          <p:cNvPr id="6" name="Name" descr="{&quot;templafy&quot;:{&quot;id&quot;:&quot;1b8dc7d3-56b7-48aa-ba55-107e39bb382c&quot;}}" title="UserProfile.Name">
            <a:extLst>
              <a:ext uri="{FF2B5EF4-FFF2-40B4-BE49-F238E27FC236}">
                <a16:creationId xmlns:a16="http://schemas.microsoft.com/office/drawing/2014/main" id="{943536FF-03A1-B1C4-E3B9-CC61AA020214}"/>
              </a:ext>
            </a:extLst>
          </p:cNvPr>
          <p:cNvSpPr txBox="1">
            <a:spLocks/>
          </p:cNvSpPr>
          <p:nvPr userDrawn="1">
            <p:custDataLst>
              <p:tags r:id="rId2"/>
            </p:custDataLst>
          </p:nvPr>
        </p:nvSpPr>
        <p:spPr>
          <a:xfrm>
            <a:off x="1561877" y="6533207"/>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algn="l"/>
            <a:r>
              <a:rPr lang="en-US" sz="800" spc="20" baseline="0" dirty="0">
                <a:solidFill>
                  <a:schemeClr val="bg1"/>
                </a:solidFill>
                <a:latin typeface="+mn-lt"/>
              </a:rPr>
              <a:t>Vladimir Radzivil</a:t>
            </a:r>
          </a:p>
        </p:txBody>
      </p:sp>
    </p:spTree>
    <p:extLst>
      <p:ext uri="{BB962C8B-B14F-4D97-AF65-F5344CB8AC3E}">
        <p14:creationId xmlns:p14="http://schemas.microsoft.com/office/powerpoint/2010/main" val="3673328579"/>
      </p:ext>
    </p:extLst>
  </p:cSld>
  <p:clrMapOvr>
    <a:masterClrMapping/>
  </p:clrMapOvr>
  <p:extLst>
    <p:ext uri="{DCECCB84-F9BA-43D5-87BE-67443E8EF086}">
      <p15:sldGuideLst xmlns:p15="http://schemas.microsoft.com/office/powerpoint/2012/main">
        <p15:guide id="1" pos="393" userDrawn="1">
          <p15:clr>
            <a:srgbClr val="C35EA4"/>
          </p15:clr>
        </p15:guide>
        <p15:guide id="2" orient="horz" pos="346" userDrawn="1">
          <p15:clr>
            <a:srgbClr val="C35EA4"/>
          </p15:clr>
        </p15:guide>
        <p15:guide id="3" orient="horz" pos="3884" userDrawn="1">
          <p15:clr>
            <a:srgbClr val="C35EA4"/>
          </p15:clr>
        </p15:guide>
        <p15:guide id="5" pos="7287" userDrawn="1">
          <p15:clr>
            <a:srgbClr val="C35EA4"/>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ntact">
    <p:spTree>
      <p:nvGrpSpPr>
        <p:cNvPr id="1" name=""/>
        <p:cNvGrpSpPr/>
        <p:nvPr/>
      </p:nvGrpSpPr>
      <p:grpSpPr>
        <a:xfrm>
          <a:off x="0" y="0"/>
          <a:ext cx="0" cy="0"/>
          <a:chOff x="0" y="0"/>
          <a:chExt cx="0" cy="0"/>
        </a:xfrm>
      </p:grpSpPr>
      <p:grpSp>
        <p:nvGrpSpPr>
          <p:cNvPr id="17" name="Gruppieren 16">
            <a:extLst>
              <a:ext uri="{FF2B5EF4-FFF2-40B4-BE49-F238E27FC236}">
                <a16:creationId xmlns:a16="http://schemas.microsoft.com/office/drawing/2014/main" id="{283B865A-706D-4ED4-B320-4B8778015BED}"/>
              </a:ext>
              <a:ext uri="{C183D7F6-B498-43B3-948B-1728B52AA6E4}">
                <adec:decorative xmlns:adec="http://schemas.microsoft.com/office/drawing/2017/decorative" val="1"/>
              </a:ext>
            </a:extLst>
          </p:cNvPr>
          <p:cNvGrpSpPr/>
          <p:nvPr userDrawn="1"/>
        </p:nvGrpSpPr>
        <p:grpSpPr bwMode="gray">
          <a:xfrm>
            <a:off x="5303911" y="-459434"/>
            <a:ext cx="8568956" cy="8568954"/>
            <a:chOff x="5944242" y="4834696"/>
            <a:chExt cx="5699939" cy="5699939"/>
          </a:xfrm>
        </p:grpSpPr>
        <p:sp>
          <p:nvSpPr>
            <p:cNvPr id="18" name="Ellipse 17">
              <a:extLst>
                <a:ext uri="{FF2B5EF4-FFF2-40B4-BE49-F238E27FC236}">
                  <a16:creationId xmlns:a16="http://schemas.microsoft.com/office/drawing/2014/main" id="{E20B1E2E-38A0-4CAC-AAEB-A69ABB0637E6}"/>
                </a:ext>
              </a:extLst>
            </p:cNvPr>
            <p:cNvSpPr/>
            <p:nvPr/>
          </p:nvSpPr>
          <p:spPr bwMode="gray">
            <a:xfrm>
              <a:off x="6887488" y="6002708"/>
              <a:ext cx="4296877" cy="4296877"/>
            </a:xfrm>
            <a:prstGeom prst="ellipse">
              <a:avLst/>
            </a:prstGeom>
            <a:noFill/>
            <a:ln w="12700">
              <a:solidFill>
                <a:srgbClr val="D9D9D9"/>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pc="20" dirty="0"/>
            </a:p>
          </p:txBody>
        </p:sp>
        <p:sp>
          <p:nvSpPr>
            <p:cNvPr id="19" name="Ellipse 18">
              <a:extLst>
                <a:ext uri="{FF2B5EF4-FFF2-40B4-BE49-F238E27FC236}">
                  <a16:creationId xmlns:a16="http://schemas.microsoft.com/office/drawing/2014/main" id="{2B65915C-AF19-43BD-9FC3-34F9E9CA1ADE}"/>
                </a:ext>
              </a:extLst>
            </p:cNvPr>
            <p:cNvSpPr/>
            <p:nvPr/>
          </p:nvSpPr>
          <p:spPr bwMode="gray">
            <a:xfrm>
              <a:off x="5944242" y="4834696"/>
              <a:ext cx="5699939" cy="5699939"/>
            </a:xfrm>
            <a:prstGeom prst="ellipse">
              <a:avLst/>
            </a:prstGeom>
            <a:noFill/>
            <a:ln w="12700">
              <a:solidFill>
                <a:schemeClr val="bg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pc="20" dirty="0"/>
            </a:p>
          </p:txBody>
        </p:sp>
      </p:grpSp>
      <p:sp>
        <p:nvSpPr>
          <p:cNvPr id="20" name="Ellipse 19">
            <a:extLst>
              <a:ext uri="{FF2B5EF4-FFF2-40B4-BE49-F238E27FC236}">
                <a16:creationId xmlns:a16="http://schemas.microsoft.com/office/drawing/2014/main" id="{7A96BF38-8BDA-4477-9756-C39FDBE22C5B}"/>
              </a:ext>
              <a:ext uri="{C183D7F6-B498-43B3-948B-1728B52AA6E4}">
                <adec:decorative xmlns:adec="http://schemas.microsoft.com/office/drawing/2017/decorative" val="1"/>
              </a:ext>
            </a:extLst>
          </p:cNvPr>
          <p:cNvSpPr/>
          <p:nvPr userDrawn="1"/>
        </p:nvSpPr>
        <p:spPr bwMode="gray">
          <a:xfrm>
            <a:off x="5303911" y="-459434"/>
            <a:ext cx="8568956" cy="8568954"/>
          </a:xfrm>
          <a:prstGeom prst="ellipse">
            <a:avLst/>
          </a:prstGeom>
          <a:noFill/>
          <a:ln w="12700">
            <a:solidFill>
              <a:srgbClr val="8CD9FF"/>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pc="20" dirty="0"/>
          </a:p>
        </p:txBody>
      </p:sp>
      <p:pic>
        <p:nvPicPr>
          <p:cNvPr id="5" name="Grafik 9">
            <a:extLst>
              <a:ext uri="{FF2B5EF4-FFF2-40B4-BE49-F238E27FC236}">
                <a16:creationId xmlns:a16="http://schemas.microsoft.com/office/drawing/2014/main" id="{8194C5D1-F5D4-EE45-6B40-E3D4079C942B}"/>
              </a:ext>
            </a:extLst>
          </p:cNvPr>
          <p:cNvPicPr>
            <a:picLocks noChangeAspect="1"/>
          </p:cNvPicPr>
          <p:nvPr userDrawn="1"/>
        </p:nvPicPr>
        <p:blipFill>
          <a:blip r:embed="rId4">
            <a:alphaModFix/>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0" y="0"/>
            <a:ext cx="5951496" cy="4797152"/>
          </a:xfrm>
          <a:prstGeom prst="rect">
            <a:avLst/>
          </a:prstGeom>
        </p:spPr>
      </p:pic>
      <p:sp>
        <p:nvSpPr>
          <p:cNvPr id="2" name="Rechteck 1">
            <a:extLst>
              <a:ext uri="{FF2B5EF4-FFF2-40B4-BE49-F238E27FC236}">
                <a16:creationId xmlns:a16="http://schemas.microsoft.com/office/drawing/2014/main" id="{18880F6C-BA0F-48B4-BC54-D8980E26D138}"/>
              </a:ext>
              <a:ext uri="{C183D7F6-B498-43B3-948B-1728B52AA6E4}">
                <adec:decorative xmlns:adec="http://schemas.microsoft.com/office/drawing/2017/decorative" val="1"/>
              </a:ext>
            </a:extLst>
          </p:cNvPr>
          <p:cNvSpPr/>
          <p:nvPr userDrawn="1"/>
        </p:nvSpPr>
        <p:spPr bwMode="gray">
          <a:xfrm>
            <a:off x="0" y="6525344"/>
            <a:ext cx="8112123" cy="332656"/>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pPr>
            <a:endParaRPr lang="de-DE" sz="1600" spc="20" dirty="0">
              <a:solidFill>
                <a:schemeClr val="bg1"/>
              </a:solidFill>
            </a:endParaRPr>
          </a:p>
        </p:txBody>
      </p:sp>
      <p:sp>
        <p:nvSpPr>
          <p:cNvPr id="16" name="Textplatzhalter 2">
            <a:extLst>
              <a:ext uri="{FF2B5EF4-FFF2-40B4-BE49-F238E27FC236}">
                <a16:creationId xmlns:a16="http://schemas.microsoft.com/office/drawing/2014/main" id="{FC7458CD-F13A-D2D3-EF79-4ADFDA25367E}"/>
              </a:ext>
            </a:extLst>
          </p:cNvPr>
          <p:cNvSpPr>
            <a:spLocks noGrp="1"/>
          </p:cNvSpPr>
          <p:nvPr>
            <p:ph type="body" sz="quarter" idx="19" hasCustomPrompt="1"/>
          </p:nvPr>
        </p:nvSpPr>
        <p:spPr bwMode="gray">
          <a:xfrm>
            <a:off x="623392" y="1700808"/>
            <a:ext cx="4636885" cy="1446840"/>
          </a:xfrm>
        </p:spPr>
        <p:txBody>
          <a:bodyPr anchor="b"/>
          <a:lstStyle>
            <a:lvl1pPr marL="0" indent="0">
              <a:lnSpc>
                <a:spcPct val="105000"/>
              </a:lnSpc>
              <a:spcBef>
                <a:spcPts val="0"/>
              </a:spcBef>
              <a:spcAft>
                <a:spcPts val="0"/>
              </a:spcAft>
              <a:buFont typeface="Arial" panose="020B0604020202020204" pitchFamily="34" charset="0"/>
              <a:buNone/>
              <a:defRPr sz="4400">
                <a:ln>
                  <a:noFill/>
                </a:ln>
                <a:solidFill>
                  <a:schemeClr val="bg1"/>
                </a:solidFill>
                <a:latin typeface="+mj-lt"/>
              </a:defRPr>
            </a:lvl1pPr>
            <a:lvl2pPr marL="0" indent="0">
              <a:lnSpc>
                <a:spcPct val="105000"/>
              </a:lnSpc>
              <a:spcBef>
                <a:spcPts val="0"/>
              </a:spcBef>
              <a:spcAft>
                <a:spcPts val="0"/>
              </a:spcAft>
              <a:buFont typeface="Arial" panose="020B0604020202020204" pitchFamily="34" charset="0"/>
              <a:buNone/>
              <a:defRPr sz="4400">
                <a:solidFill>
                  <a:schemeClr val="bg1"/>
                </a:solidFill>
                <a:latin typeface="+mj-lt"/>
              </a:defRPr>
            </a:lvl2pPr>
            <a:lvl3pPr marL="0" indent="0">
              <a:lnSpc>
                <a:spcPct val="105000"/>
              </a:lnSpc>
              <a:spcBef>
                <a:spcPts val="0"/>
              </a:spcBef>
              <a:spcAft>
                <a:spcPts val="0"/>
              </a:spcAft>
              <a:buFont typeface="Arial" panose="020B0604020202020204" pitchFamily="34" charset="0"/>
              <a:buNone/>
              <a:defRPr sz="4400">
                <a:solidFill>
                  <a:schemeClr val="bg1"/>
                </a:solidFill>
                <a:latin typeface="+mj-lt"/>
              </a:defRPr>
            </a:lvl3pPr>
            <a:lvl4pPr marL="0" indent="0">
              <a:lnSpc>
                <a:spcPct val="105000"/>
              </a:lnSpc>
              <a:spcBef>
                <a:spcPts val="0"/>
              </a:spcBef>
              <a:spcAft>
                <a:spcPts val="0"/>
              </a:spcAft>
              <a:buFont typeface="Arial" panose="020B0604020202020204" pitchFamily="34" charset="0"/>
              <a:buNone/>
              <a:defRPr sz="4400">
                <a:solidFill>
                  <a:schemeClr val="bg1"/>
                </a:solidFill>
                <a:latin typeface="+mj-lt"/>
              </a:defRPr>
            </a:lvl4pPr>
            <a:lvl5pPr marL="0" indent="0">
              <a:lnSpc>
                <a:spcPct val="105000"/>
              </a:lnSpc>
              <a:spcBef>
                <a:spcPts val="0"/>
              </a:spcBef>
              <a:spcAft>
                <a:spcPts val="0"/>
              </a:spcAft>
              <a:buFont typeface="Arial" panose="020B0604020202020204" pitchFamily="34" charset="0"/>
              <a:buNone/>
              <a:defRPr sz="4400">
                <a:solidFill>
                  <a:schemeClr val="bg1"/>
                </a:solidFill>
                <a:latin typeface="+mj-lt"/>
              </a:defRPr>
            </a:lvl5pPr>
            <a:lvl6pPr marL="0" indent="0">
              <a:lnSpc>
                <a:spcPct val="105000"/>
              </a:lnSpc>
              <a:spcBef>
                <a:spcPts val="0"/>
              </a:spcBef>
              <a:spcAft>
                <a:spcPts val="0"/>
              </a:spcAft>
              <a:buFont typeface="Arial" panose="020B0604020202020204" pitchFamily="34" charset="0"/>
              <a:buNone/>
              <a:defRPr sz="4400">
                <a:solidFill>
                  <a:schemeClr val="bg1"/>
                </a:solidFill>
                <a:latin typeface="+mj-lt"/>
              </a:defRPr>
            </a:lvl6pPr>
            <a:lvl7pPr marL="0" indent="0">
              <a:lnSpc>
                <a:spcPct val="105000"/>
              </a:lnSpc>
              <a:spcBef>
                <a:spcPts val="0"/>
              </a:spcBef>
              <a:spcAft>
                <a:spcPts val="0"/>
              </a:spcAft>
              <a:buFont typeface="Arial" panose="020B0604020202020204" pitchFamily="34" charset="0"/>
              <a:buNone/>
              <a:defRPr sz="4400">
                <a:solidFill>
                  <a:schemeClr val="bg1"/>
                </a:solidFill>
                <a:latin typeface="+mj-lt"/>
              </a:defRPr>
            </a:lvl7pPr>
            <a:lvl8pPr marL="0" indent="0">
              <a:lnSpc>
                <a:spcPct val="105000"/>
              </a:lnSpc>
              <a:spcBef>
                <a:spcPts val="0"/>
              </a:spcBef>
              <a:spcAft>
                <a:spcPts val="0"/>
              </a:spcAft>
              <a:buFont typeface="Arial" panose="020B0604020202020204" pitchFamily="34" charset="0"/>
              <a:buNone/>
              <a:defRPr sz="4400">
                <a:solidFill>
                  <a:schemeClr val="bg1"/>
                </a:solidFill>
                <a:latin typeface="+mj-lt"/>
              </a:defRPr>
            </a:lvl8pPr>
            <a:lvl9pPr marL="0" indent="0">
              <a:lnSpc>
                <a:spcPct val="105000"/>
              </a:lnSpc>
              <a:spcBef>
                <a:spcPts val="0"/>
              </a:spcBef>
              <a:spcAft>
                <a:spcPts val="0"/>
              </a:spcAft>
              <a:buFont typeface="Arial" panose="020B0604020202020204" pitchFamily="34" charset="0"/>
              <a:buNone/>
              <a:defRPr sz="4400">
                <a:solidFill>
                  <a:schemeClr val="bg1"/>
                </a:solidFill>
                <a:latin typeface="+mj-lt"/>
              </a:defRPr>
            </a:lvl9pPr>
          </a:lstStyle>
          <a:p>
            <a:pPr marL="0" marR="0" lvl="0" indent="0" algn="l" defTabSz="914400" rtl="0" eaLnBrk="1" fontAlgn="auto" latinLnBrk="0" hangingPunct="1">
              <a:lnSpc>
                <a:spcPct val="105000"/>
              </a:lnSpc>
              <a:spcBef>
                <a:spcPts val="0"/>
              </a:spcBef>
              <a:spcAft>
                <a:spcPts val="0"/>
              </a:spcAft>
              <a:buClrTx/>
              <a:buSzTx/>
              <a:buFont typeface="Arial" panose="020B0604020202020204" pitchFamily="34" charset="0"/>
              <a:buNone/>
              <a:tabLst/>
              <a:defRPr/>
            </a:pPr>
            <a:r>
              <a:rPr lang="en-US" dirty="0"/>
              <a:t>Click to add text</a:t>
            </a:r>
            <a:endParaRPr lang="en-GB" dirty="0"/>
          </a:p>
        </p:txBody>
      </p:sp>
      <p:sp>
        <p:nvSpPr>
          <p:cNvPr id="23" name="Bildplatzhalter 8">
            <a:extLst>
              <a:ext uri="{FF2B5EF4-FFF2-40B4-BE49-F238E27FC236}">
                <a16:creationId xmlns:a16="http://schemas.microsoft.com/office/drawing/2014/main" id="{F6C1320D-D741-FCC9-CAB0-42C7D110F641}"/>
              </a:ext>
            </a:extLst>
          </p:cNvPr>
          <p:cNvSpPr>
            <a:spLocks noGrp="1"/>
          </p:cNvSpPr>
          <p:nvPr>
            <p:ph type="pic" sz="quarter" idx="13" hasCustomPrompt="1"/>
          </p:nvPr>
        </p:nvSpPr>
        <p:spPr bwMode="gray">
          <a:xfrm>
            <a:off x="5951538" y="2925152"/>
            <a:ext cx="1872209" cy="1872000"/>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24" name="Textplatzhalter 7">
            <a:extLst>
              <a:ext uri="{FF2B5EF4-FFF2-40B4-BE49-F238E27FC236}">
                <a16:creationId xmlns:a16="http://schemas.microsoft.com/office/drawing/2014/main" id="{70A6D24D-66BF-570F-D4D2-70CD22E815B7}"/>
              </a:ext>
            </a:extLst>
          </p:cNvPr>
          <p:cNvSpPr>
            <a:spLocks noGrp="1"/>
          </p:cNvSpPr>
          <p:nvPr>
            <p:ph type="body" sz="quarter" idx="10" hasCustomPrompt="1"/>
          </p:nvPr>
        </p:nvSpPr>
        <p:spPr bwMode="gray">
          <a:xfrm>
            <a:off x="8112123" y="3573280"/>
            <a:ext cx="3455989" cy="2592570"/>
          </a:xfrm>
        </p:spPr>
        <p:txBody>
          <a:bodyPr anchor="t"/>
          <a:lstStyle>
            <a:lvl1pPr algn="l">
              <a:spcBef>
                <a:spcPts val="0"/>
              </a:spcBef>
              <a:spcAft>
                <a:spcPts val="0"/>
              </a:spcAft>
              <a:defRPr sz="1600">
                <a:latin typeface="+mj-lt"/>
              </a:defRPr>
            </a:lvl1pPr>
            <a:lvl2pPr marL="0" indent="0" algn="l">
              <a:spcBef>
                <a:spcPts val="0"/>
              </a:spcBef>
              <a:spcAft>
                <a:spcPts val="0"/>
              </a:spcAft>
              <a:buFont typeface="Arial" panose="020B0604020202020204" pitchFamily="34" charset="0"/>
              <a:buNone/>
              <a:tabLst>
                <a:tab pos="723900" algn="l"/>
              </a:tabLst>
              <a:defRPr sz="1200" b="0">
                <a:latin typeface="+mn-lt"/>
              </a:defRPr>
            </a:lvl2pPr>
            <a:lvl3pPr marL="0" indent="0" algn="l">
              <a:spcBef>
                <a:spcPts val="600"/>
              </a:spcBef>
              <a:spcAft>
                <a:spcPts val="0"/>
              </a:spcAft>
              <a:buNone/>
              <a:tabLst>
                <a:tab pos="723900" algn="l"/>
              </a:tabLst>
              <a:defRPr sz="1200"/>
            </a:lvl3pPr>
            <a:lvl4pPr marL="0" indent="0" algn="l">
              <a:spcBef>
                <a:spcPts val="600"/>
              </a:spcBef>
              <a:spcAft>
                <a:spcPts val="0"/>
              </a:spcAft>
              <a:buNone/>
              <a:tabLst>
                <a:tab pos="723900" algn="l"/>
              </a:tabLst>
              <a:defRPr sz="1200"/>
            </a:lvl4pPr>
            <a:lvl5pPr marL="0" indent="0" algn="l">
              <a:spcBef>
                <a:spcPts val="600"/>
              </a:spcBef>
              <a:spcAft>
                <a:spcPts val="0"/>
              </a:spcAft>
              <a:buNone/>
              <a:tabLst>
                <a:tab pos="723900" algn="l"/>
              </a:tabLst>
              <a:defRPr sz="1200"/>
            </a:lvl5pPr>
            <a:lvl6pPr marL="0" indent="0">
              <a:spcBef>
                <a:spcPts val="600"/>
              </a:spcBef>
              <a:spcAft>
                <a:spcPts val="0"/>
              </a:spcAft>
              <a:buNone/>
              <a:tabLst>
                <a:tab pos="723900" algn="l"/>
              </a:tabLst>
              <a:defRPr sz="1200"/>
            </a:lvl6pPr>
            <a:lvl7pPr marL="0" indent="0">
              <a:spcBef>
                <a:spcPts val="600"/>
              </a:spcBef>
              <a:spcAft>
                <a:spcPts val="0"/>
              </a:spcAft>
              <a:buNone/>
              <a:tabLst>
                <a:tab pos="723900" algn="l"/>
              </a:tabLst>
              <a:defRPr sz="1200"/>
            </a:lvl7pPr>
            <a:lvl8pPr marL="0" indent="0">
              <a:spcBef>
                <a:spcPts val="600"/>
              </a:spcBef>
              <a:spcAft>
                <a:spcPts val="0"/>
              </a:spcAft>
              <a:buNone/>
              <a:tabLst>
                <a:tab pos="723900" algn="l"/>
              </a:tabLst>
              <a:defRPr sz="1200"/>
            </a:lvl8pPr>
            <a:lvl9pPr marL="0" indent="0">
              <a:spcBef>
                <a:spcPts val="600"/>
              </a:spcBef>
              <a:spcAft>
                <a:spcPts val="0"/>
              </a:spcAft>
              <a:buNone/>
              <a:tabLst>
                <a:tab pos="723900" algn="l"/>
              </a:tabLst>
              <a:defRPr sz="1200"/>
            </a:lvl9pPr>
          </a:lstStyle>
          <a:p>
            <a:pPr lvl="0"/>
            <a:r>
              <a:rPr lang="en-GB" dirty="0"/>
              <a:t>Name and Surname </a:t>
            </a:r>
          </a:p>
          <a:p>
            <a:pPr lvl="1"/>
            <a:r>
              <a:rPr lang="en-GB" dirty="0"/>
              <a:t>Position</a:t>
            </a:r>
          </a:p>
          <a:p>
            <a:pPr lvl="2"/>
            <a:r>
              <a:rPr lang="en-GB" dirty="0"/>
              <a:t>Contact details</a:t>
            </a:r>
          </a:p>
        </p:txBody>
      </p:sp>
      <p:sp>
        <p:nvSpPr>
          <p:cNvPr id="10" name="Year" descr="{&quot;templafy&quot;:{&quot;id&quot;:&quot;1a91a5e6-be32-4d0b-a4ff-a295fa0892ce&quot;}}">
            <a:extLst>
              <a:ext uri="{FF2B5EF4-FFF2-40B4-BE49-F238E27FC236}">
                <a16:creationId xmlns:a16="http://schemas.microsoft.com/office/drawing/2014/main" id="{E1D34F92-940C-2B6C-5F29-5E129DDA2C98}"/>
              </a:ext>
            </a:extLst>
          </p:cNvPr>
          <p:cNvSpPr txBox="1">
            <a:spLocks/>
          </p:cNvSpPr>
          <p:nvPr userDrawn="1">
            <p:custDataLst>
              <p:tags r:id="rId1"/>
            </p:custDataLst>
          </p:nvPr>
        </p:nvSpPr>
        <p:spPr>
          <a:xfrm>
            <a:off x="1091122" y="6371819"/>
            <a:ext cx="252350" cy="144000"/>
          </a:xfrm>
          <a:prstGeom prst="rect">
            <a:avLst/>
          </a:prstGeom>
        </p:spPr>
        <p:txBody>
          <a:bodyPr vert="horz" wrap="square" lIns="0" tIns="0" rIns="0" bIns="0" rtlCol="0" anchor="ctr" anchorCtr="0"/>
          <a:lstStyle/>
          <a:p>
            <a:pPr marL="0" algn="l" defTabSz="914400" rtl="0" eaLnBrk="1" latinLnBrk="0" hangingPunct="1"/>
            <a:r>
              <a:rPr lang="de-CH" sz="800" kern="1200" spc="20" baseline="0" noProof="1">
                <a:solidFill>
                  <a:schemeClr val="tx1"/>
                </a:solidFill>
                <a:latin typeface="AA Zuehlke" pitchFamily="2" charset="0"/>
                <a:ea typeface="+mn-ea"/>
                <a:cs typeface="+mn-cs"/>
              </a:rPr>
              <a:t>2026</a:t>
            </a:r>
          </a:p>
        </p:txBody>
      </p:sp>
      <p:sp>
        <p:nvSpPr>
          <p:cNvPr id="4" name="Fußzeilenplatzhalter 7" descr="{&quot;templafy&quot;:{&quot;id&quot;:&quot;b0795fd8-6824-448a-b377-658130ed8dd3&quot;}}">
            <a:extLst>
              <a:ext uri="{FF2B5EF4-FFF2-40B4-BE49-F238E27FC236}">
                <a16:creationId xmlns:a16="http://schemas.microsoft.com/office/drawing/2014/main" id="{60A17DF3-0647-2957-255B-2671FE7FCD4B}"/>
              </a:ext>
            </a:extLst>
          </p:cNvPr>
          <p:cNvSpPr txBox="1">
            <a:spLocks/>
          </p:cNvSpPr>
          <p:nvPr userDrawn="1"/>
        </p:nvSpPr>
        <p:spPr bwMode="gray">
          <a:xfrm>
            <a:off x="623888" y="6371818"/>
            <a:ext cx="442193" cy="144000"/>
          </a:xfrm>
          <a:prstGeom prst="rect">
            <a:avLst/>
          </a:prstGeom>
        </p:spPr>
        <p:txBody>
          <a:bodyPr vert="horz" lIns="0" tIns="0" rIns="0" bIns="0" rtlCol="0" anchor="ctr">
            <a:noAutofit/>
          </a:bodyPr>
          <a:lstStyle>
            <a:defPPr>
              <a:defRPr lang="de-DE"/>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de-DE" sz="800" spc="20" baseline="0" dirty="0">
                <a:latin typeface="+mn-lt"/>
              </a:rPr>
              <a:t>© Zühlke</a:t>
            </a:r>
          </a:p>
        </p:txBody>
      </p:sp>
      <p:sp>
        <p:nvSpPr>
          <p:cNvPr id="6" name="Date Placeholder 5">
            <a:extLst>
              <a:ext uri="{FF2B5EF4-FFF2-40B4-BE49-F238E27FC236}">
                <a16:creationId xmlns:a16="http://schemas.microsoft.com/office/drawing/2014/main" id="{E7A148CB-8588-2785-1B18-E7E4C7F31894}"/>
              </a:ext>
            </a:extLst>
          </p:cNvPr>
          <p:cNvSpPr>
            <a:spLocks noGrp="1"/>
          </p:cNvSpPr>
          <p:nvPr>
            <p:ph type="dt" sz="half" idx="20"/>
          </p:nvPr>
        </p:nvSpPr>
        <p:spPr/>
        <p:txBody>
          <a:bodyPr/>
          <a:lstStyle/>
          <a:p>
            <a:fld id="{30477CB0-95D3-4BB8-A40B-0B1588BFA1D8}" type="datetime1">
              <a:rPr lang="de-DE" smtClean="0"/>
              <a:t>08.09.2026</a:t>
            </a:fld>
            <a:endParaRPr lang="en-GB" dirty="0"/>
          </a:p>
        </p:txBody>
      </p:sp>
      <p:sp>
        <p:nvSpPr>
          <p:cNvPr id="9" name="Footer Placeholder 8">
            <a:extLst>
              <a:ext uri="{FF2B5EF4-FFF2-40B4-BE49-F238E27FC236}">
                <a16:creationId xmlns:a16="http://schemas.microsoft.com/office/drawing/2014/main" id="{88EC6A69-8491-E902-7462-D90FBF455D02}"/>
              </a:ext>
            </a:extLst>
          </p:cNvPr>
          <p:cNvSpPr>
            <a:spLocks noGrp="1"/>
          </p:cNvSpPr>
          <p:nvPr>
            <p:ph type="ftr" sz="quarter" idx="21"/>
          </p:nvPr>
        </p:nvSpPr>
        <p:spPr/>
        <p:txBody>
          <a:bodyPr/>
          <a:lstStyle/>
          <a:p>
            <a:endParaRPr lang="en-GB" dirty="0"/>
          </a:p>
        </p:txBody>
      </p:sp>
      <p:sp>
        <p:nvSpPr>
          <p:cNvPr id="11" name="Slide Number Placeholder 10">
            <a:extLst>
              <a:ext uri="{FF2B5EF4-FFF2-40B4-BE49-F238E27FC236}">
                <a16:creationId xmlns:a16="http://schemas.microsoft.com/office/drawing/2014/main" id="{0B71FA19-F9F4-C37F-D2B1-C0F60B1FA0D1}"/>
              </a:ext>
            </a:extLst>
          </p:cNvPr>
          <p:cNvSpPr>
            <a:spLocks noGrp="1"/>
          </p:cNvSpPr>
          <p:nvPr>
            <p:ph type="sldNum" sz="quarter" idx="22"/>
          </p:nvPr>
        </p:nvSpPr>
        <p:spPr/>
        <p:txBody>
          <a:bodyPr/>
          <a:lstStyle/>
          <a:p>
            <a:r>
              <a:rPr lang="de-DE"/>
              <a:t>|  </a:t>
            </a:r>
            <a:fld id="{8CF9DE7D-F270-4E16-BA04-5BCA8969A2EA}" type="slidenum">
              <a:rPr lang="de-DE" smtClean="0"/>
              <a:pPr/>
              <a:t>‹#›</a:t>
            </a:fld>
            <a:endParaRPr lang="de-DE" dirty="0"/>
          </a:p>
        </p:txBody>
      </p:sp>
      <p:sp>
        <p:nvSpPr>
          <p:cNvPr id="12" name="Name" descr="{&quot;templafy&quot;:{&quot;id&quot;:&quot;fa29821e-0746-44d3-b411-e8c8c740f4ce&quot;}}" title="UserProfile.Name">
            <a:extLst>
              <a:ext uri="{FF2B5EF4-FFF2-40B4-BE49-F238E27FC236}">
                <a16:creationId xmlns:a16="http://schemas.microsoft.com/office/drawing/2014/main" id="{EFB70F8D-C57B-B384-F1E2-3CD3AD348A72}"/>
              </a:ext>
            </a:extLst>
          </p:cNvPr>
          <p:cNvSpPr txBox="1">
            <a:spLocks/>
          </p:cNvSpPr>
          <p:nvPr userDrawn="1">
            <p:custDataLst>
              <p:tags r:id="rId2"/>
            </p:custDataLst>
          </p:nvPr>
        </p:nvSpPr>
        <p:spPr>
          <a:xfrm>
            <a:off x="1561877" y="6533207"/>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lvl="0"/>
            <a:r>
              <a:rPr lang="de-CH" sz="800" kern="1200" spc="20" baseline="0" noProof="1">
                <a:solidFill>
                  <a:schemeClr val="tx1"/>
                </a:solidFill>
                <a:latin typeface="AA Zuehlke" pitchFamily="2" charset="0"/>
                <a:ea typeface="+mn-ea"/>
                <a:cs typeface="+mn-cs"/>
              </a:rPr>
              <a:t>Vladimir Radzivil</a:t>
            </a:r>
          </a:p>
        </p:txBody>
      </p:sp>
    </p:spTree>
    <p:extLst>
      <p:ext uri="{BB962C8B-B14F-4D97-AF65-F5344CB8AC3E}">
        <p14:creationId xmlns:p14="http://schemas.microsoft.com/office/powerpoint/2010/main" val="1494416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nodeType="withEffect">
                                  <p:stCondLst>
                                    <p:cond delay="0"/>
                                  </p:stCondLst>
                                  <p:childTnLst>
                                    <p:animRot by="21600000">
                                      <p:cBhvr>
                                        <p:cTn id="6" dur="20000" fill="hold"/>
                                        <p:tgtEl>
                                          <p:spTgt spid="17"/>
                                        </p:tgtEl>
                                        <p:attrNameLst>
                                          <p:attrName>r</p:attrName>
                                        </p:attrNameLst>
                                      </p:cBhvr>
                                    </p:animRot>
                                  </p:childTnLst>
                                </p:cTn>
                              </p:par>
                              <p:par>
                                <p:cTn id="7" presetID="8" presetClass="emph" presetSubtype="0" fill="hold" grpId="0" nodeType="withEffect">
                                  <p:stCondLst>
                                    <p:cond delay="0"/>
                                  </p:stCondLst>
                                  <p:childTnLst>
                                    <p:animRot by="21600000">
                                      <p:cBhvr>
                                        <p:cTn id="8" dur="40000" fill="hold"/>
                                        <p:tgtEl>
                                          <p:spTgt spid="2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extLst>
    <p:ext uri="{DCECCB84-F9BA-43D5-87BE-67443E8EF086}">
      <p15:sldGuideLst xmlns:p15="http://schemas.microsoft.com/office/powerpoint/2012/main">
        <p15:guide id="1" pos="5110" userDrawn="1">
          <p15:clr>
            <a:srgbClr val="C35EA4"/>
          </p15:clr>
        </p15:guide>
        <p15:guide id="2" pos="7287" userDrawn="1">
          <p15:clr>
            <a:srgbClr val="C35EA4"/>
          </p15:clr>
        </p15:guide>
        <p15:guide id="3" orient="horz" pos="3884" userDrawn="1">
          <p15:clr>
            <a:srgbClr val="C35EA4"/>
          </p15:clr>
        </p15:guide>
        <p15:guide id="4" orient="horz" pos="346" userDrawn="1">
          <p15:clr>
            <a:srgbClr val="C35EA4"/>
          </p15:clr>
        </p15:guide>
        <p15:guide id="5" pos="393" userDrawn="1">
          <p15:clr>
            <a:srgbClr val="C35EA4"/>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 Id="rId27" Type="http://schemas.openxmlformats.org/officeDocument/2006/relationships/tags" Target="../tags/tag1.xml"/><Relationship Id="rId28"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0" name="Gruppieren 19">
            <a:extLst>
              <a:ext uri="{FF2B5EF4-FFF2-40B4-BE49-F238E27FC236}">
                <a16:creationId xmlns:a16="http://schemas.microsoft.com/office/drawing/2014/main" id="{6898AEEB-EC37-4140-99E8-7E2350EA6E54}"/>
              </a:ext>
              <a:ext uri="{C183D7F6-B498-43B3-948B-1728B52AA6E4}">
                <adec:decorative xmlns:adec="http://schemas.microsoft.com/office/drawing/2017/decorative" val="1"/>
              </a:ext>
            </a:extLst>
          </p:cNvPr>
          <p:cNvGrpSpPr/>
          <p:nvPr userDrawn="1"/>
        </p:nvGrpSpPr>
        <p:grpSpPr bwMode="gray">
          <a:xfrm>
            <a:off x="623392" y="-171392"/>
            <a:ext cx="10945216" cy="72000"/>
            <a:chOff x="623392" y="5697272"/>
            <a:chExt cx="10945216" cy="180000"/>
          </a:xfrm>
        </p:grpSpPr>
        <p:grpSp>
          <p:nvGrpSpPr>
            <p:cNvPr id="21" name="Gruppieren 20">
              <a:extLst>
                <a:ext uri="{FF2B5EF4-FFF2-40B4-BE49-F238E27FC236}">
                  <a16:creationId xmlns:a16="http://schemas.microsoft.com/office/drawing/2014/main" id="{E8FA2B79-22D1-40B2-AB9D-AB010AF7056A}"/>
                </a:ext>
              </a:extLst>
            </p:cNvPr>
            <p:cNvGrpSpPr/>
            <p:nvPr/>
          </p:nvGrpSpPr>
          <p:grpSpPr bwMode="gray">
            <a:xfrm>
              <a:off x="623536" y="5769272"/>
              <a:ext cx="10945072" cy="36000"/>
              <a:chOff x="623536" y="4005064"/>
              <a:chExt cx="10945072" cy="576064"/>
            </a:xfrm>
            <a:solidFill>
              <a:srgbClr val="D9D9D9"/>
            </a:solidFill>
          </p:grpSpPr>
          <p:sp>
            <p:nvSpPr>
              <p:cNvPr id="47" name="Rectangle 52">
                <a:extLst>
                  <a:ext uri="{FF2B5EF4-FFF2-40B4-BE49-F238E27FC236}">
                    <a16:creationId xmlns:a16="http://schemas.microsoft.com/office/drawing/2014/main" id="{9012D874-BB13-462D-B55E-C858BBA461AF}"/>
                  </a:ext>
                </a:extLst>
              </p:cNvPr>
              <p:cNvSpPr/>
              <p:nvPr/>
            </p:nvSpPr>
            <p:spPr bwMode="gray">
              <a:xfrm>
                <a:off x="623536"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48" name="Rectangle 53">
                <a:extLst>
                  <a:ext uri="{FF2B5EF4-FFF2-40B4-BE49-F238E27FC236}">
                    <a16:creationId xmlns:a16="http://schemas.microsoft.com/office/drawing/2014/main" id="{E608DABA-E295-4DEA-A06A-792BDB07FC7D}"/>
                  </a:ext>
                </a:extLst>
              </p:cNvPr>
              <p:cNvSpPr/>
              <p:nvPr/>
            </p:nvSpPr>
            <p:spPr bwMode="gray">
              <a:xfrm>
                <a:off x="1559584"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49" name="Rectangle 54">
                <a:extLst>
                  <a:ext uri="{FF2B5EF4-FFF2-40B4-BE49-F238E27FC236}">
                    <a16:creationId xmlns:a16="http://schemas.microsoft.com/office/drawing/2014/main" id="{1BD8E44A-CF52-4DC4-A168-93CD88F8C8DB}"/>
                  </a:ext>
                </a:extLst>
              </p:cNvPr>
              <p:cNvSpPr/>
              <p:nvPr/>
            </p:nvSpPr>
            <p:spPr bwMode="gray">
              <a:xfrm>
                <a:off x="2495688"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0" name="Rectangle 55">
                <a:extLst>
                  <a:ext uri="{FF2B5EF4-FFF2-40B4-BE49-F238E27FC236}">
                    <a16:creationId xmlns:a16="http://schemas.microsoft.com/office/drawing/2014/main" id="{C80F863D-049E-46D8-A5F9-348A04DE8FAB}"/>
                  </a:ext>
                </a:extLst>
              </p:cNvPr>
              <p:cNvSpPr/>
              <p:nvPr/>
            </p:nvSpPr>
            <p:spPr bwMode="gray">
              <a:xfrm>
                <a:off x="3431792"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1" name="Rectangle 56">
                <a:extLst>
                  <a:ext uri="{FF2B5EF4-FFF2-40B4-BE49-F238E27FC236}">
                    <a16:creationId xmlns:a16="http://schemas.microsoft.com/office/drawing/2014/main" id="{BE37DCF6-FEF0-49BC-943B-B032447989BB}"/>
                  </a:ext>
                </a:extLst>
              </p:cNvPr>
              <p:cNvSpPr/>
              <p:nvPr/>
            </p:nvSpPr>
            <p:spPr bwMode="gray">
              <a:xfrm>
                <a:off x="4367896"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2" name="Rectangle 57">
                <a:extLst>
                  <a:ext uri="{FF2B5EF4-FFF2-40B4-BE49-F238E27FC236}">
                    <a16:creationId xmlns:a16="http://schemas.microsoft.com/office/drawing/2014/main" id="{6DFB7014-D1B3-45BF-B4ED-8E6200D5AACB}"/>
                  </a:ext>
                </a:extLst>
              </p:cNvPr>
              <p:cNvSpPr/>
              <p:nvPr/>
            </p:nvSpPr>
            <p:spPr bwMode="gray">
              <a:xfrm>
                <a:off x="5304056"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3" name="Rectangle 64">
                <a:extLst>
                  <a:ext uri="{FF2B5EF4-FFF2-40B4-BE49-F238E27FC236}">
                    <a16:creationId xmlns:a16="http://schemas.microsoft.com/office/drawing/2014/main" id="{467BF7F7-3B79-41AE-940D-115BB8BF75F4}"/>
                  </a:ext>
                </a:extLst>
              </p:cNvPr>
              <p:cNvSpPr/>
              <p:nvPr/>
            </p:nvSpPr>
            <p:spPr bwMode="gray">
              <a:xfrm>
                <a:off x="6240088"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4" name="Rectangle 65">
                <a:extLst>
                  <a:ext uri="{FF2B5EF4-FFF2-40B4-BE49-F238E27FC236}">
                    <a16:creationId xmlns:a16="http://schemas.microsoft.com/office/drawing/2014/main" id="{89523DD4-1812-4D8D-8D6A-1E875B9DDEC7}"/>
                  </a:ext>
                </a:extLst>
              </p:cNvPr>
              <p:cNvSpPr/>
              <p:nvPr/>
            </p:nvSpPr>
            <p:spPr bwMode="gray">
              <a:xfrm>
                <a:off x="7176136"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5" name="Rectangle 66">
                <a:extLst>
                  <a:ext uri="{FF2B5EF4-FFF2-40B4-BE49-F238E27FC236}">
                    <a16:creationId xmlns:a16="http://schemas.microsoft.com/office/drawing/2014/main" id="{8B2E08C1-5B0D-4E06-9981-3924CEF52008}"/>
                  </a:ext>
                </a:extLst>
              </p:cNvPr>
              <p:cNvSpPr/>
              <p:nvPr/>
            </p:nvSpPr>
            <p:spPr bwMode="gray">
              <a:xfrm>
                <a:off x="8112240"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6" name="Rectangle 67">
                <a:extLst>
                  <a:ext uri="{FF2B5EF4-FFF2-40B4-BE49-F238E27FC236}">
                    <a16:creationId xmlns:a16="http://schemas.microsoft.com/office/drawing/2014/main" id="{35B7CC2D-A81A-499D-BBF4-7C469D2D56C8}"/>
                  </a:ext>
                </a:extLst>
              </p:cNvPr>
              <p:cNvSpPr/>
              <p:nvPr/>
            </p:nvSpPr>
            <p:spPr bwMode="gray">
              <a:xfrm>
                <a:off x="9048344"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7" name="Rectangle 68">
                <a:extLst>
                  <a:ext uri="{FF2B5EF4-FFF2-40B4-BE49-F238E27FC236}">
                    <a16:creationId xmlns:a16="http://schemas.microsoft.com/office/drawing/2014/main" id="{0DEBC94D-31EE-4DF6-AB7D-D78A178606BF}"/>
                  </a:ext>
                </a:extLst>
              </p:cNvPr>
              <p:cNvSpPr/>
              <p:nvPr/>
            </p:nvSpPr>
            <p:spPr bwMode="gray">
              <a:xfrm>
                <a:off x="9984448"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8" name="Rectangle 69">
                <a:extLst>
                  <a:ext uri="{FF2B5EF4-FFF2-40B4-BE49-F238E27FC236}">
                    <a16:creationId xmlns:a16="http://schemas.microsoft.com/office/drawing/2014/main" id="{A9823F67-022B-49D5-814B-133E923739F7}"/>
                  </a:ext>
                </a:extLst>
              </p:cNvPr>
              <p:cNvSpPr/>
              <p:nvPr/>
            </p:nvSpPr>
            <p:spPr bwMode="gray">
              <a:xfrm>
                <a:off x="10920608"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grpSp>
        <p:grpSp>
          <p:nvGrpSpPr>
            <p:cNvPr id="22" name="Gruppieren 21">
              <a:extLst>
                <a:ext uri="{FF2B5EF4-FFF2-40B4-BE49-F238E27FC236}">
                  <a16:creationId xmlns:a16="http://schemas.microsoft.com/office/drawing/2014/main" id="{0CCDA7D9-13C7-4560-8366-55D2313E1CF0}"/>
                </a:ext>
              </a:extLst>
            </p:cNvPr>
            <p:cNvGrpSpPr/>
            <p:nvPr/>
          </p:nvGrpSpPr>
          <p:grpSpPr bwMode="gray">
            <a:xfrm>
              <a:off x="623392" y="5697272"/>
              <a:ext cx="10945216" cy="180000"/>
              <a:chOff x="623392" y="5697272"/>
              <a:chExt cx="10945216" cy="180000"/>
            </a:xfrm>
          </p:grpSpPr>
          <p:cxnSp>
            <p:nvCxnSpPr>
              <p:cNvPr id="23" name="Gerader Verbinder 22">
                <a:extLst>
                  <a:ext uri="{FF2B5EF4-FFF2-40B4-BE49-F238E27FC236}">
                    <a16:creationId xmlns:a16="http://schemas.microsoft.com/office/drawing/2014/main" id="{F407FE5B-D105-4973-87A5-795A3C31AF0E}"/>
                  </a:ext>
                </a:extLst>
              </p:cNvPr>
              <p:cNvCxnSpPr>
                <a:cxnSpLocks/>
              </p:cNvCxnSpPr>
              <p:nvPr/>
            </p:nvCxnSpPr>
            <p:spPr bwMode="gray">
              <a:xfrm>
                <a:off x="1271464"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9764699F-8CFB-4ACC-B42C-BCFF752CC796}"/>
                  </a:ext>
                </a:extLst>
              </p:cNvPr>
              <p:cNvCxnSpPr>
                <a:cxnSpLocks/>
              </p:cNvCxnSpPr>
              <p:nvPr/>
            </p:nvCxnSpPr>
            <p:spPr bwMode="gray">
              <a:xfrm>
                <a:off x="1559496"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D90DE16E-E582-423A-893C-C107CAC25FA2}"/>
                  </a:ext>
                </a:extLst>
              </p:cNvPr>
              <p:cNvCxnSpPr>
                <a:cxnSpLocks/>
              </p:cNvCxnSpPr>
              <p:nvPr/>
            </p:nvCxnSpPr>
            <p:spPr bwMode="gray">
              <a:xfrm>
                <a:off x="2207568"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823737CC-6332-4F51-AEA6-A7BB803CC44D}"/>
                  </a:ext>
                </a:extLst>
              </p:cNvPr>
              <p:cNvCxnSpPr>
                <a:cxnSpLocks/>
              </p:cNvCxnSpPr>
              <p:nvPr/>
            </p:nvCxnSpPr>
            <p:spPr bwMode="gray">
              <a:xfrm>
                <a:off x="2495600"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910BE0AD-3160-48DB-A3DF-D5C1CE935814}"/>
                  </a:ext>
                </a:extLst>
              </p:cNvPr>
              <p:cNvCxnSpPr>
                <a:cxnSpLocks/>
              </p:cNvCxnSpPr>
              <p:nvPr/>
            </p:nvCxnSpPr>
            <p:spPr bwMode="gray">
              <a:xfrm>
                <a:off x="3143672"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48895EC1-9E0B-4F5D-AC98-CBD8C21871BE}"/>
                  </a:ext>
                </a:extLst>
              </p:cNvPr>
              <p:cNvCxnSpPr>
                <a:cxnSpLocks/>
              </p:cNvCxnSpPr>
              <p:nvPr/>
            </p:nvCxnSpPr>
            <p:spPr bwMode="gray">
              <a:xfrm>
                <a:off x="3431704"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E6B72ACB-5E7B-44AB-93D6-1FB5FCC9F36B}"/>
                  </a:ext>
                </a:extLst>
              </p:cNvPr>
              <p:cNvCxnSpPr>
                <a:cxnSpLocks/>
              </p:cNvCxnSpPr>
              <p:nvPr/>
            </p:nvCxnSpPr>
            <p:spPr bwMode="gray">
              <a:xfrm>
                <a:off x="4079776"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81A9F56-5D6C-4E12-A8A8-F9A69B1FE067}"/>
                  </a:ext>
                </a:extLst>
              </p:cNvPr>
              <p:cNvCxnSpPr>
                <a:cxnSpLocks/>
              </p:cNvCxnSpPr>
              <p:nvPr/>
            </p:nvCxnSpPr>
            <p:spPr bwMode="gray">
              <a:xfrm>
                <a:off x="4367808"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71290B6F-12D9-4AED-B88D-BCDD44703211}"/>
                  </a:ext>
                </a:extLst>
              </p:cNvPr>
              <p:cNvCxnSpPr>
                <a:cxnSpLocks/>
              </p:cNvCxnSpPr>
              <p:nvPr/>
            </p:nvCxnSpPr>
            <p:spPr bwMode="gray">
              <a:xfrm>
                <a:off x="5015880"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F51CE3E3-CC73-462D-85FE-B39544A0E333}"/>
                  </a:ext>
                </a:extLst>
              </p:cNvPr>
              <p:cNvCxnSpPr>
                <a:cxnSpLocks/>
              </p:cNvCxnSpPr>
              <p:nvPr/>
            </p:nvCxnSpPr>
            <p:spPr bwMode="gray">
              <a:xfrm>
                <a:off x="5303912"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0A6D10DF-8CBF-42D2-8F3F-083FA31F7B9D}"/>
                  </a:ext>
                </a:extLst>
              </p:cNvPr>
              <p:cNvCxnSpPr>
                <a:cxnSpLocks/>
              </p:cNvCxnSpPr>
              <p:nvPr/>
            </p:nvCxnSpPr>
            <p:spPr bwMode="gray">
              <a:xfrm>
                <a:off x="5951984"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9FC7E311-A9EB-4DB5-8D3F-CAD0D8E3C374}"/>
                  </a:ext>
                </a:extLst>
              </p:cNvPr>
              <p:cNvCxnSpPr>
                <a:cxnSpLocks/>
              </p:cNvCxnSpPr>
              <p:nvPr/>
            </p:nvCxnSpPr>
            <p:spPr bwMode="gray">
              <a:xfrm>
                <a:off x="6240016"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E51C5EEE-1CF3-464E-B5B8-A9E24EE8DDB9}"/>
                  </a:ext>
                </a:extLst>
              </p:cNvPr>
              <p:cNvCxnSpPr>
                <a:cxnSpLocks/>
              </p:cNvCxnSpPr>
              <p:nvPr/>
            </p:nvCxnSpPr>
            <p:spPr bwMode="gray">
              <a:xfrm>
                <a:off x="6888088"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E13B9160-DD0D-47EE-BA9E-2496A2E84C38}"/>
                  </a:ext>
                </a:extLst>
              </p:cNvPr>
              <p:cNvCxnSpPr>
                <a:cxnSpLocks/>
              </p:cNvCxnSpPr>
              <p:nvPr/>
            </p:nvCxnSpPr>
            <p:spPr bwMode="gray">
              <a:xfrm>
                <a:off x="7176120"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3FB905D5-6E70-4A2D-8068-F777FEAB3E43}"/>
                  </a:ext>
                </a:extLst>
              </p:cNvPr>
              <p:cNvCxnSpPr>
                <a:cxnSpLocks/>
              </p:cNvCxnSpPr>
              <p:nvPr/>
            </p:nvCxnSpPr>
            <p:spPr bwMode="gray">
              <a:xfrm>
                <a:off x="7824192"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C7E7B001-AFB3-41C5-9C4F-06C30D012890}"/>
                  </a:ext>
                </a:extLst>
              </p:cNvPr>
              <p:cNvCxnSpPr>
                <a:cxnSpLocks/>
              </p:cNvCxnSpPr>
              <p:nvPr/>
            </p:nvCxnSpPr>
            <p:spPr bwMode="gray">
              <a:xfrm>
                <a:off x="8112224"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E1408577-E15E-4CCB-AEAD-36EB815E4113}"/>
                  </a:ext>
                </a:extLst>
              </p:cNvPr>
              <p:cNvCxnSpPr>
                <a:cxnSpLocks/>
              </p:cNvCxnSpPr>
              <p:nvPr/>
            </p:nvCxnSpPr>
            <p:spPr bwMode="gray">
              <a:xfrm>
                <a:off x="8760296"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6BFB36E6-33C2-4EF2-B4D9-E21F9F247A5A}"/>
                  </a:ext>
                </a:extLst>
              </p:cNvPr>
              <p:cNvCxnSpPr>
                <a:cxnSpLocks/>
              </p:cNvCxnSpPr>
              <p:nvPr/>
            </p:nvCxnSpPr>
            <p:spPr bwMode="gray">
              <a:xfrm>
                <a:off x="9048328" y="5697272"/>
                <a:ext cx="0" cy="18000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BE792A71-387F-4881-AB05-8FBBA7E5E4FC}"/>
                  </a:ext>
                </a:extLst>
              </p:cNvPr>
              <p:cNvCxnSpPr>
                <a:cxnSpLocks/>
              </p:cNvCxnSpPr>
              <p:nvPr/>
            </p:nvCxnSpPr>
            <p:spPr bwMode="gray">
              <a:xfrm>
                <a:off x="9696400"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4ADCBB92-2574-4552-8666-B283549223DF}"/>
                  </a:ext>
                </a:extLst>
              </p:cNvPr>
              <p:cNvCxnSpPr>
                <a:cxnSpLocks/>
              </p:cNvCxnSpPr>
              <p:nvPr/>
            </p:nvCxnSpPr>
            <p:spPr bwMode="gray">
              <a:xfrm>
                <a:off x="9984432"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3" name="Gerader Verbinder 42">
                <a:extLst>
                  <a:ext uri="{FF2B5EF4-FFF2-40B4-BE49-F238E27FC236}">
                    <a16:creationId xmlns:a16="http://schemas.microsoft.com/office/drawing/2014/main" id="{A05116D5-864A-4F4E-8C6C-F9F4543D6DE8}"/>
                  </a:ext>
                </a:extLst>
              </p:cNvPr>
              <p:cNvCxnSpPr>
                <a:cxnSpLocks/>
              </p:cNvCxnSpPr>
              <p:nvPr/>
            </p:nvCxnSpPr>
            <p:spPr bwMode="gray">
              <a:xfrm>
                <a:off x="10632504"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4" name="Gerader Verbinder 43">
                <a:extLst>
                  <a:ext uri="{FF2B5EF4-FFF2-40B4-BE49-F238E27FC236}">
                    <a16:creationId xmlns:a16="http://schemas.microsoft.com/office/drawing/2014/main" id="{EB2223B8-47C4-4602-A9E4-2BD1811E57E0}"/>
                  </a:ext>
                </a:extLst>
              </p:cNvPr>
              <p:cNvCxnSpPr>
                <a:cxnSpLocks/>
              </p:cNvCxnSpPr>
              <p:nvPr/>
            </p:nvCxnSpPr>
            <p:spPr bwMode="gray">
              <a:xfrm>
                <a:off x="10920536"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AD05AAE1-D600-48F3-BD3A-1AA114A99D6E}"/>
                  </a:ext>
                </a:extLst>
              </p:cNvPr>
              <p:cNvCxnSpPr>
                <a:cxnSpLocks/>
              </p:cNvCxnSpPr>
              <p:nvPr/>
            </p:nvCxnSpPr>
            <p:spPr bwMode="gray">
              <a:xfrm>
                <a:off x="623392"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104D0A97-8556-478B-B79A-B823E7FCB530}"/>
                  </a:ext>
                </a:extLst>
              </p:cNvPr>
              <p:cNvCxnSpPr>
                <a:cxnSpLocks/>
              </p:cNvCxnSpPr>
              <p:nvPr/>
            </p:nvCxnSpPr>
            <p:spPr bwMode="gray">
              <a:xfrm>
                <a:off x="11568608"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grpSp>
      </p:grpSp>
      <p:grpSp>
        <p:nvGrpSpPr>
          <p:cNvPr id="61" name="Gruppieren 60">
            <a:extLst>
              <a:ext uri="{FF2B5EF4-FFF2-40B4-BE49-F238E27FC236}">
                <a16:creationId xmlns:a16="http://schemas.microsoft.com/office/drawing/2014/main" id="{AF727B06-58AC-431F-9CAE-AF9BCFE54DFE}"/>
              </a:ext>
              <a:ext uri="{C183D7F6-B498-43B3-948B-1728B52AA6E4}">
                <adec:decorative xmlns:adec="http://schemas.microsoft.com/office/drawing/2017/decorative" val="1"/>
              </a:ext>
            </a:extLst>
          </p:cNvPr>
          <p:cNvGrpSpPr/>
          <p:nvPr userDrawn="1"/>
        </p:nvGrpSpPr>
        <p:grpSpPr bwMode="gray">
          <a:xfrm rot="5400000">
            <a:off x="-2401455" y="3860553"/>
            <a:ext cx="4537545" cy="72026"/>
            <a:chOff x="9200728" y="-19008"/>
            <a:chExt cx="4537545" cy="72026"/>
          </a:xfrm>
        </p:grpSpPr>
        <p:cxnSp>
          <p:nvCxnSpPr>
            <p:cNvPr id="59" name="Gerader Verbinder 58">
              <a:extLst>
                <a:ext uri="{FF2B5EF4-FFF2-40B4-BE49-F238E27FC236}">
                  <a16:creationId xmlns:a16="http://schemas.microsoft.com/office/drawing/2014/main" id="{9FD5CF6C-298B-4377-B0AC-12445BAD8CFC}"/>
                </a:ext>
              </a:extLst>
            </p:cNvPr>
            <p:cNvCxnSpPr>
              <a:cxnSpLocks/>
            </p:cNvCxnSpPr>
            <p:nvPr userDrawn="1"/>
          </p:nvCxnSpPr>
          <p:spPr bwMode="gray">
            <a:xfrm>
              <a:off x="9200728" y="-18982"/>
              <a:ext cx="0" cy="72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DD09E1CE-EB10-40C3-8DFA-2853E9733EEB}"/>
                </a:ext>
              </a:extLst>
            </p:cNvPr>
            <p:cNvCxnSpPr>
              <a:cxnSpLocks/>
            </p:cNvCxnSpPr>
            <p:nvPr userDrawn="1"/>
          </p:nvCxnSpPr>
          <p:spPr bwMode="gray">
            <a:xfrm>
              <a:off x="13738273" y="-19008"/>
              <a:ext cx="0" cy="72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9" name="Fußzeilenplatzhalter 7" descr="{&quot;templafy&quot;:{&quot;id&quot;:&quot;f9a2d3fb-29b4-4c08-9b06-1e2b9462c5b9&quot;}}">
            <a:extLst>
              <a:ext uri="{FF2B5EF4-FFF2-40B4-BE49-F238E27FC236}">
                <a16:creationId xmlns:a16="http://schemas.microsoft.com/office/drawing/2014/main" id="{B42C15D8-8A65-4417-B793-313E11968321}"/>
              </a:ext>
            </a:extLst>
          </p:cNvPr>
          <p:cNvSpPr txBox="1">
            <a:spLocks/>
          </p:cNvSpPr>
          <p:nvPr userDrawn="1"/>
        </p:nvSpPr>
        <p:spPr bwMode="gray">
          <a:xfrm>
            <a:off x="623888" y="6371818"/>
            <a:ext cx="442193" cy="144000"/>
          </a:xfrm>
          <a:prstGeom prst="rect">
            <a:avLst/>
          </a:prstGeom>
        </p:spPr>
        <p:txBody>
          <a:bodyPr vert="horz" lIns="0" tIns="0" rIns="0" bIns="0" rtlCol="0" anchor="ctr">
            <a:noAutofit/>
          </a:bodyPr>
          <a:lstStyle>
            <a:defPPr>
              <a:defRPr lang="de-DE"/>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de-DE" sz="800" spc="20" baseline="0" dirty="0">
                <a:latin typeface="+mn-lt"/>
              </a:rPr>
              <a:t>© Zühlke</a:t>
            </a:r>
          </a:p>
        </p:txBody>
      </p:sp>
      <p:sp>
        <p:nvSpPr>
          <p:cNvPr id="67" name="Year" descr="{&quot;templafy&quot;:{&quot;id&quot;:&quot;6e71ee88-ddab-4101-ba1a-fa72ee9abd83&quot;}}">
            <a:extLst>
              <a:ext uri="{FF2B5EF4-FFF2-40B4-BE49-F238E27FC236}">
                <a16:creationId xmlns:a16="http://schemas.microsoft.com/office/drawing/2014/main" id="{6291DFA7-D6C9-580F-0350-7F1E3A2F4E46}"/>
              </a:ext>
            </a:extLst>
          </p:cNvPr>
          <p:cNvSpPr txBox="1">
            <a:spLocks/>
          </p:cNvSpPr>
          <p:nvPr userDrawn="1">
            <p:custDataLst>
              <p:tags r:id="rId27"/>
            </p:custDataLst>
          </p:nvPr>
        </p:nvSpPr>
        <p:spPr>
          <a:xfrm>
            <a:off x="1091122" y="6371819"/>
            <a:ext cx="252350" cy="144000"/>
          </a:xfrm>
          <a:prstGeom prst="rect">
            <a:avLst/>
          </a:prstGeom>
        </p:spPr>
        <p:txBody>
          <a:bodyPr vert="horz" wrap="square" lIns="0" tIns="0" rIns="0" bIns="0" rtlCol="0" anchor="ctr" anchorCtr="0"/>
          <a:lstStyle/>
          <a:p>
            <a:pPr marL="0" algn="l" defTabSz="914400" rtl="0" eaLnBrk="1" latinLnBrk="0" hangingPunct="1"/>
            <a:r>
              <a:rPr lang="de-CH" sz="800" kern="1200" spc="20" baseline="0" noProof="1">
                <a:solidFill>
                  <a:schemeClr val="tx1"/>
                </a:solidFill>
                <a:latin typeface="AA Zuehlke" pitchFamily="2" charset="0"/>
                <a:ea typeface="+mn-ea"/>
                <a:cs typeface="+mn-cs"/>
              </a:rPr>
              <a:t>2026</a:t>
            </a:r>
          </a:p>
        </p:txBody>
      </p:sp>
      <p:sp>
        <p:nvSpPr>
          <p:cNvPr id="7" name="Strictly Confidential" descr="{&quot;templafy&quot;:{&quot;id&quot;:&quot;0d930c8d-a4e4-46f0-a2fb-a1ad09b4a173&quot;}}" hidden="1">
            <a:extLst>
              <a:ext uri="{FF2B5EF4-FFF2-40B4-BE49-F238E27FC236}">
                <a16:creationId xmlns:a16="http://schemas.microsoft.com/office/drawing/2014/main" id="{D6A5A859-4CE8-2837-746E-F8B2E0E6F21F}"/>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68" name="Restricted" descr="{&quot;templafy&quot;:{&quot;id&quot;:&quot;a316e1cf-372f-4a06-a118-20b1c704e023&quot;}}" hidden="1">
            <a:extLst>
              <a:ext uri="{FF2B5EF4-FFF2-40B4-BE49-F238E27FC236}">
                <a16:creationId xmlns:a16="http://schemas.microsoft.com/office/drawing/2014/main" id="{61C71873-52D3-45F7-59C2-98B44A61CBDD}"/>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72" name="Confidential" descr="{&quot;templafy&quot;:{&quot;id&quot;:&quot;fbed5710-1bee-488e-9e7d-775108265cf5&quot;}}" hidden="1">
            <a:extLst>
              <a:ext uri="{FF2B5EF4-FFF2-40B4-BE49-F238E27FC236}">
                <a16:creationId xmlns:a16="http://schemas.microsoft.com/office/drawing/2014/main" id="{D0CCF352-5FE7-85C8-603C-8D9FD1E2CB4D}"/>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73" name="Public" descr="{&quot;templafy&quot;:{&quot;id&quot;:&quot;6014af1b-d4cc-4756-b3c6-2e6b121ff45f&quot;}}">
            <a:extLst>
              <a:ext uri="{FF2B5EF4-FFF2-40B4-BE49-F238E27FC236}">
                <a16:creationId xmlns:a16="http://schemas.microsoft.com/office/drawing/2014/main" id="{DDC0E9FF-D178-AF74-F5DF-8B06BE4DAB13}"/>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
        <p:nvSpPr>
          <p:cNvPr id="8" name="Slide Number Placeholder 7">
            <a:extLst>
              <a:ext uri="{FF2B5EF4-FFF2-40B4-BE49-F238E27FC236}">
                <a16:creationId xmlns:a16="http://schemas.microsoft.com/office/drawing/2014/main" id="{59DD17BF-08FE-3C56-E88C-20C01D9C620B}"/>
              </a:ext>
            </a:extLst>
          </p:cNvPr>
          <p:cNvSpPr>
            <a:spLocks noGrp="1"/>
          </p:cNvSpPr>
          <p:nvPr>
            <p:ph type="sldNum" sz="quarter" idx="4"/>
          </p:nvPr>
        </p:nvSpPr>
        <p:spPr>
          <a:xfrm>
            <a:off x="11178000" y="6371819"/>
            <a:ext cx="392400" cy="144000"/>
          </a:xfrm>
          <a:prstGeom prst="rect">
            <a:avLst/>
          </a:prstGeom>
        </p:spPr>
        <p:txBody>
          <a:bodyPr vert="horz" wrap="square" lIns="0" tIns="0" rIns="0" bIns="0" rtlCol="0" anchor="ctr"/>
          <a:lstStyle>
            <a:lvl1pPr algn="r">
              <a:defRPr sz="800">
                <a:solidFill>
                  <a:schemeClr val="tx1"/>
                </a:solidFill>
              </a:defRPr>
            </a:lvl1pPr>
          </a:lstStyle>
          <a:p>
            <a:r>
              <a:rPr lang="de-DE" dirty="0"/>
              <a:t>|  </a:t>
            </a:r>
            <a:fld id="{8CF9DE7D-F270-4E16-BA04-5BCA8969A2EA}" type="slidenum">
              <a:rPr lang="de-DE" smtClean="0"/>
              <a:pPr/>
              <a:t>‹#›</a:t>
            </a:fld>
            <a:endParaRPr lang="de-DE" dirty="0"/>
          </a:p>
        </p:txBody>
      </p:sp>
      <p:sp>
        <p:nvSpPr>
          <p:cNvPr id="63" name="Titelplatzhalter 1">
            <a:extLst>
              <a:ext uri="{FF2B5EF4-FFF2-40B4-BE49-F238E27FC236}">
                <a16:creationId xmlns:a16="http://schemas.microsoft.com/office/drawing/2014/main" id="{55E6C023-57CA-5B6C-623C-6B87AECA7272}"/>
              </a:ext>
            </a:extLst>
          </p:cNvPr>
          <p:cNvSpPr>
            <a:spLocks noGrp="1"/>
          </p:cNvSpPr>
          <p:nvPr>
            <p:ph type="title"/>
          </p:nvPr>
        </p:nvSpPr>
        <p:spPr bwMode="gray">
          <a:xfrm>
            <a:off x="619304" y="548720"/>
            <a:ext cx="9072000" cy="432000"/>
          </a:xfrm>
          <a:prstGeom prst="rect">
            <a:avLst/>
          </a:prstGeom>
        </p:spPr>
        <p:txBody>
          <a:bodyPr vert="horz" lIns="0" tIns="0" rIns="0" bIns="0" rtlCol="0" anchor="t">
            <a:noAutofit/>
          </a:bodyPr>
          <a:lstStyle/>
          <a:p>
            <a:r>
              <a:rPr lang="en-GB" dirty="0"/>
              <a:t>Click to add title</a:t>
            </a:r>
          </a:p>
        </p:txBody>
      </p:sp>
      <p:sp>
        <p:nvSpPr>
          <p:cNvPr id="64" name="Textplatzhalter 2">
            <a:extLst>
              <a:ext uri="{FF2B5EF4-FFF2-40B4-BE49-F238E27FC236}">
                <a16:creationId xmlns:a16="http://schemas.microsoft.com/office/drawing/2014/main" id="{1830FF81-EBFA-814D-9769-DDE6DAD0FFDB}"/>
              </a:ext>
            </a:extLst>
          </p:cNvPr>
          <p:cNvSpPr>
            <a:spLocks noGrp="1"/>
          </p:cNvSpPr>
          <p:nvPr>
            <p:ph type="body" idx="1"/>
          </p:nvPr>
        </p:nvSpPr>
        <p:spPr bwMode="gray">
          <a:xfrm>
            <a:off x="619304" y="1628800"/>
            <a:ext cx="10948687" cy="4536016"/>
          </a:xfrm>
          <a:prstGeom prst="rect">
            <a:avLst/>
          </a:prstGeom>
        </p:spPr>
        <p:txBody>
          <a:bodyPr vert="horz" lIns="0" tIns="0" rIns="0" bIns="0" rtlCol="0">
            <a:noAutofit/>
          </a:bodyPr>
          <a:lstStyle/>
          <a:p>
            <a:pPr lvl="0"/>
            <a:r>
              <a:rPr lang="en-GB" dirty="0"/>
              <a:t>Level 1 (This is body text. </a:t>
            </a:r>
            <a:r>
              <a:rPr lang="en-US" dirty="0"/>
              <a:t>Please use the "Increase List Level" or "Decrease List Level" buttons on the “Home" tab to switch between the predefined text formats such as subheading, body text and bullet points.</a:t>
            </a:r>
            <a:r>
              <a:rPr lang="en-GB" dirty="0"/>
              <a:t>)</a:t>
            </a:r>
          </a:p>
          <a:p>
            <a:pPr lvl="1"/>
            <a:r>
              <a:rPr lang="en-GB" dirty="0"/>
              <a:t>Level 2 (</a:t>
            </a:r>
            <a:r>
              <a:rPr lang="en-US" dirty="0"/>
              <a:t>this is a subheading</a:t>
            </a:r>
            <a:r>
              <a:rPr lang="en-GB" dirty="0"/>
              <a:t>)</a:t>
            </a:r>
          </a:p>
          <a:p>
            <a:pPr lvl="2"/>
            <a:r>
              <a:rPr lang="en-GB" dirty="0"/>
              <a:t>Level 3 (first bullet point level)</a:t>
            </a:r>
          </a:p>
          <a:p>
            <a:pPr lvl="3"/>
            <a:r>
              <a:rPr lang="en-GB" dirty="0"/>
              <a:t>Level 4 (second bullet point level)</a:t>
            </a:r>
          </a:p>
          <a:p>
            <a:pPr lvl="4"/>
            <a:r>
              <a:rPr lang="en-GB" dirty="0"/>
              <a:t>Level 5 (third bullet point level)</a:t>
            </a:r>
          </a:p>
          <a:p>
            <a:pPr lvl="5"/>
            <a:r>
              <a:rPr lang="en-GB" dirty="0"/>
              <a:t>Level 6</a:t>
            </a:r>
          </a:p>
          <a:p>
            <a:pPr lvl="6"/>
            <a:r>
              <a:rPr lang="en-GB" dirty="0"/>
              <a:t>Level 7</a:t>
            </a:r>
          </a:p>
          <a:p>
            <a:pPr lvl="7"/>
            <a:r>
              <a:rPr lang="en-GB" dirty="0"/>
              <a:t>Level 8</a:t>
            </a:r>
          </a:p>
          <a:p>
            <a:pPr lvl="8"/>
            <a:r>
              <a:rPr lang="en-GB" dirty="0"/>
              <a:t>Level 9</a:t>
            </a:r>
          </a:p>
        </p:txBody>
      </p:sp>
      <p:sp>
        <p:nvSpPr>
          <p:cNvPr id="5" name="Footer Placeholder 4">
            <a:extLst>
              <a:ext uri="{FF2B5EF4-FFF2-40B4-BE49-F238E27FC236}">
                <a16:creationId xmlns:a16="http://schemas.microsoft.com/office/drawing/2014/main" id="{891E28BB-B5FE-E965-0E15-F1CED40AB33B}"/>
              </a:ext>
            </a:extLst>
          </p:cNvPr>
          <p:cNvSpPr>
            <a:spLocks noGrp="1"/>
          </p:cNvSpPr>
          <p:nvPr>
            <p:ph type="ftr" sz="quarter" idx="3"/>
          </p:nvPr>
        </p:nvSpPr>
        <p:spPr>
          <a:xfrm rot="10800000" flipV="1">
            <a:off x="1559496" y="6371819"/>
            <a:ext cx="4392000" cy="144000"/>
          </a:xfrm>
          <a:prstGeom prst="rect">
            <a:avLst/>
          </a:prstGeom>
        </p:spPr>
        <p:txBody>
          <a:bodyPr vert="horz" wrap="square" lIns="0" tIns="0" rIns="0" bIns="0" rtlCol="0" anchor="ctr" anchorCtr="0"/>
          <a:lstStyle>
            <a:lvl1pPr>
              <a:defRPr lang="en-US" sz="800" spc="20" baseline="0">
                <a:latin typeface="AA Zuehlke" pitchFamily="2" charset="0"/>
              </a:defRPr>
            </a:lvl1pPr>
          </a:lstStyle>
          <a:p>
            <a:endParaRPr lang="en-GB" dirty="0"/>
          </a:p>
        </p:txBody>
      </p:sp>
      <p:sp>
        <p:nvSpPr>
          <p:cNvPr id="2" name="Date Placeholder 1">
            <a:extLst>
              <a:ext uri="{FF2B5EF4-FFF2-40B4-BE49-F238E27FC236}">
                <a16:creationId xmlns:a16="http://schemas.microsoft.com/office/drawing/2014/main" id="{911FA289-D5D9-85F4-FFF7-4677C2CF5BF8}"/>
              </a:ext>
            </a:extLst>
          </p:cNvPr>
          <p:cNvSpPr>
            <a:spLocks noGrp="1"/>
          </p:cNvSpPr>
          <p:nvPr>
            <p:ph type="dt" sz="half" idx="2"/>
          </p:nvPr>
        </p:nvSpPr>
        <p:spPr>
          <a:xfrm>
            <a:off x="10416480" y="6371819"/>
            <a:ext cx="679792" cy="144000"/>
          </a:xfrm>
          <a:prstGeom prst="rect">
            <a:avLst/>
          </a:prstGeom>
        </p:spPr>
        <p:txBody>
          <a:bodyPr vert="horz" lIns="0" tIns="0" rIns="0" bIns="0" rtlCol="0" anchor="ctr"/>
          <a:lstStyle>
            <a:lvl1pPr algn="r">
              <a:defRPr sz="800">
                <a:solidFill>
                  <a:schemeClr val="tx1"/>
                </a:solidFill>
              </a:defRPr>
            </a:lvl1pPr>
          </a:lstStyle>
          <a:p>
            <a:fld id="{99EDFA5E-E6B0-4665-86E2-7F9A6420200A}" type="datetime1">
              <a:rPr lang="de-DE" smtClean="0"/>
              <a:t>08.09.2026</a:t>
            </a:fld>
            <a:endParaRPr lang="en-GB" dirty="0"/>
          </a:p>
        </p:txBody>
      </p:sp>
      <p:sp>
        <p:nvSpPr>
          <p:cNvPr id="3" name="Name" descr="{&quot;templafy&quot;:{&quot;id&quot;:&quot;2a48145c-16a0-4da3-8765-3ad6c48fb42a&quot;}}" title="UserProfile.Name">
            <a:extLst>
              <a:ext uri="{FF2B5EF4-FFF2-40B4-BE49-F238E27FC236}">
                <a16:creationId xmlns:a16="http://schemas.microsoft.com/office/drawing/2014/main" id="{769B4D6E-D95E-23ED-E840-20C8D98C5C6F}"/>
              </a:ext>
            </a:extLst>
          </p:cNvPr>
          <p:cNvSpPr txBox="1">
            <a:spLocks/>
          </p:cNvSpPr>
          <p:nvPr userDrawn="1">
            <p:custDataLst>
              <p:tags r:id="rId28"/>
            </p:custDataLst>
          </p:nvPr>
        </p:nvSpPr>
        <p:spPr>
          <a:xfrm>
            <a:off x="1561877" y="6533207"/>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algn="l"/>
            <a:r>
              <a:rPr lang="en-US" sz="800" spc="20" baseline="0" dirty="0">
                <a:solidFill>
                  <a:schemeClr val="tx1"/>
                </a:solidFill>
                <a:latin typeface="+mn-lt"/>
              </a:rPr>
              <a:t>Vladimir Radzivil</a:t>
            </a:r>
          </a:p>
        </p:txBody>
      </p:sp>
    </p:spTree>
    <p:extLst>
      <p:ext uri="{BB962C8B-B14F-4D97-AF65-F5344CB8AC3E}">
        <p14:creationId xmlns:p14="http://schemas.microsoft.com/office/powerpoint/2010/main" val="259861064"/>
      </p:ext>
    </p:extLst>
  </p:cSld>
  <p:clrMap bg1="lt1" tx1="dk1" bg2="lt2" tx2="dk2" accent1="accent1" accent2="accent2" accent3="accent3" accent4="accent4" accent5="accent5" accent6="accent6" hlink="hlink" folHlink="folHlink"/>
  <p:sldLayoutIdLst>
    <p:sldLayoutId id="2147483728" r:id="rId1"/>
    <p:sldLayoutId id="2147483649" r:id="rId2"/>
    <p:sldLayoutId id="2147483746" r:id="rId3"/>
    <p:sldLayoutId id="2147483747" r:id="rId4"/>
    <p:sldLayoutId id="2147483748" r:id="rId5"/>
    <p:sldLayoutId id="2147483650" r:id="rId6"/>
    <p:sldLayoutId id="2147483652" r:id="rId7"/>
    <p:sldLayoutId id="2147483736" r:id="rId8"/>
    <p:sldLayoutId id="2147483733" r:id="rId9"/>
    <p:sldLayoutId id="2147483734" r:id="rId10"/>
    <p:sldLayoutId id="2147483656" r:id="rId11"/>
    <p:sldLayoutId id="2147483735" r:id="rId12"/>
    <p:sldLayoutId id="2147483660" r:id="rId13"/>
    <p:sldLayoutId id="2147483738" r:id="rId14"/>
    <p:sldLayoutId id="2147483658" r:id="rId15"/>
    <p:sldLayoutId id="2147483744" r:id="rId16"/>
    <p:sldLayoutId id="2147483741" r:id="rId17"/>
    <p:sldLayoutId id="2147483742" r:id="rId18"/>
    <p:sldLayoutId id="2147483654" r:id="rId19"/>
    <p:sldLayoutId id="2147483655" r:id="rId20"/>
    <p:sldLayoutId id="2147483663" r:id="rId21"/>
    <p:sldLayoutId id="2147483745" r:id="rId22"/>
    <p:sldLayoutId id="2147483737" r:id="rId23"/>
    <p:sldLayoutId id="2147483743" r:id="rId24"/>
    <p:sldLayoutId id="2147483662" r:id="rId25"/>
  </p:sldLayoutIdLst>
  <p:hf hdr="0"/>
  <p:txStyles>
    <p:titleStyle>
      <a:lvl1pPr algn="l" defTabSz="914400" rtl="0" eaLnBrk="1" latinLnBrk="0" hangingPunct="1">
        <a:lnSpc>
          <a:spcPct val="100000"/>
        </a:lnSpc>
        <a:spcBef>
          <a:spcPct val="0"/>
        </a:spcBef>
        <a:buNone/>
        <a:defRPr sz="2400" b="0" kern="1200" spc="20" baseline="0">
          <a:solidFill>
            <a:schemeClr val="tx1"/>
          </a:solidFill>
          <a:latin typeface="+mj-lt"/>
          <a:ea typeface="+mj-ea"/>
          <a:cs typeface="+mj-cs"/>
        </a:defRPr>
      </a:lvl1pPr>
    </p:titleStyle>
    <p:bodyStyle>
      <a:lvl1pPr marL="0" indent="0" algn="l" defTabSz="914400" rtl="0" eaLnBrk="1" latinLnBrk="0" hangingPunct="1">
        <a:lnSpc>
          <a:spcPct val="120000"/>
        </a:lnSpc>
        <a:spcBef>
          <a:spcPts val="200"/>
        </a:spcBef>
        <a:spcAft>
          <a:spcPts val="300"/>
        </a:spcAft>
        <a:buFont typeface="Arial" panose="020B0604020202020204" pitchFamily="34" charset="0"/>
        <a:buNone/>
        <a:defRPr sz="1600" b="0" kern="1200" spc="20" baseline="0">
          <a:solidFill>
            <a:schemeClr val="tx1"/>
          </a:solidFill>
          <a:latin typeface="+mn-lt"/>
          <a:ea typeface="+mn-ea"/>
          <a:cs typeface="+mn-cs"/>
        </a:defRPr>
      </a:lvl1pPr>
      <a:lvl2pPr marL="0" indent="0" algn="l" defTabSz="914400" rtl="0" eaLnBrk="1" latinLnBrk="0" hangingPunct="1">
        <a:lnSpc>
          <a:spcPct val="120000"/>
        </a:lnSpc>
        <a:spcBef>
          <a:spcPts val="1600"/>
        </a:spcBef>
        <a:spcAft>
          <a:spcPts val="300"/>
        </a:spcAft>
        <a:buFont typeface="Arial" panose="020B0604020202020204" pitchFamily="34" charset="0"/>
        <a:buNone/>
        <a:defRPr sz="1600" kern="1200" spc="20" baseline="0">
          <a:solidFill>
            <a:schemeClr val="tx1"/>
          </a:solidFill>
          <a:latin typeface="+mj-lt"/>
          <a:ea typeface="+mn-ea"/>
          <a:cs typeface="+mn-cs"/>
        </a:defRPr>
      </a:lvl2pPr>
      <a:lvl3pPr marL="216000" indent="-216000" algn="l" defTabSz="914400" rtl="0" eaLnBrk="1" latinLnBrk="0" hangingPunct="1">
        <a:lnSpc>
          <a:spcPct val="120000"/>
        </a:lnSpc>
        <a:spcBef>
          <a:spcPts val="200"/>
        </a:spcBef>
        <a:spcAft>
          <a:spcPts val="300"/>
        </a:spcAft>
        <a:buFont typeface="Wingdings 2" panose="05020102010507070707" pitchFamily="18" charset="2"/>
        <a:buChar char=""/>
        <a:defRPr sz="1600" kern="1200" spc="20" baseline="0">
          <a:solidFill>
            <a:schemeClr val="tx1"/>
          </a:solidFill>
          <a:latin typeface="+mn-lt"/>
          <a:ea typeface="+mn-ea"/>
          <a:cs typeface="+mn-cs"/>
        </a:defRPr>
      </a:lvl3pPr>
      <a:lvl4pPr marL="432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4pPr>
      <a:lvl5pPr marL="648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5pPr>
      <a:lvl6pPr marL="648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6pPr>
      <a:lvl7pPr marL="648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7pPr>
      <a:lvl8pPr marL="648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8pPr>
      <a:lvl9pPr marL="648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9" sz="quarter"/>
          </p:nvPr>
        </p:nvSpPr>
        <p:spPr/>
        <p:txBody>
          <a:bodyPr/>
          <a:lstStyle/>
          <a:p/>
        </p:txBody>
      </p:sp>
      <p:sp>
        <p:nvSpPr>
          <p:cNvPr id="5" name="Subtitle 4"/>
          <p:cNvSpPr>
            <a:spLocks noGrp="1"/>
          </p:cNvSpPr>
          <p:nvPr>
            <p:ph type="subTitle" idx="1"/>
          </p:nvPr>
        </p:nvSpPr>
        <p:spPr/>
        <p:txBody>
          <a:bodyPr/>
          <a:lstStyle/>
          <a:p>
            <a:pPr/>
            <a:r>
              <a:rPr sz="1400" b="0" i="0">
                <a:solidFill>
                  <a:srgbClr val="FFFFFF"/>
                </a:solidFill>
                <a:latin typeface="AA Zuehlke"/>
              </a:rPr>
              <a:t>Making your slowest quality gate fast enough to actually use and trust on every pull request</a:t>
            </a:r>
          </a:p>
        </p:txBody>
      </p:sp>
      <p:sp>
        <p:nvSpPr>
          <p:cNvPr id="6" name="Title 5"/>
          <p:cNvSpPr>
            <a:spLocks noGrp="1"/>
          </p:cNvSpPr>
          <p:nvPr>
            <p:ph type="ctrTitle"/>
          </p:nvPr>
        </p:nvSpPr>
        <p:spPr/>
        <p:txBody>
          <a:bodyPr/>
          <a:lstStyle/>
          <a:p>
            <a:pPr/>
            <a:r>
              <a:rPr sz="2800" b="0" i="0">
                <a:solidFill>
                  <a:srgbClr val="FFFFFF"/>
                </a:solidFill>
                <a:latin typeface="AA Zuehlke Medium"/>
              </a:rPr>
              <a:t>Scaling E2E Tests the Smart Way with Nx</a:t>
            </a:r>
          </a:p>
        </p:txBody>
      </p:sp>
      <p:sp>
        <p:nvSpPr>
          <p:cNvPr id="7" name="Rounded Rectangle 6"/>
          <p:cNvSpPr/>
          <p:nvPr/>
        </p:nvSpPr>
        <p:spPr>
          <a:xfrm>
            <a:off x="621792" y="777240"/>
            <a:ext cx="1417320" cy="1417320"/>
          </a:xfrm>
          <a:prstGeom prst="roundRect">
            <a:avLst>
              <a:gd name="adj" fmla="val 516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pic>
        <p:nvPicPr>
          <p:cNvPr id="8" name="Picture 7" descr="avatar.jpg"/>
          <p:cNvPicPr>
            <a:picLocks noChangeAspect="1"/>
          </p:cNvPicPr>
          <p:nvPr/>
        </p:nvPicPr>
        <p:blipFill>
          <a:blip r:embed="rId2"/>
          <a:stretch>
            <a:fillRect/>
          </a:stretch>
        </p:blipFill>
        <p:spPr>
          <a:xfrm>
            <a:off x="694944" y="850392"/>
            <a:ext cx="1271016" cy="1271016"/>
          </a:xfrm>
          <a:prstGeom prst="rect">
            <a:avLst/>
          </a:prstGeom>
        </p:spPr>
      </p:pic>
      <p:sp>
        <p:nvSpPr>
          <p:cNvPr id="9" name="TextBox 8"/>
          <p:cNvSpPr txBox="1"/>
          <p:nvPr/>
        </p:nvSpPr>
        <p:spPr>
          <a:xfrm>
            <a:off x="2313432" y="1097280"/>
            <a:ext cx="2560320" cy="384048"/>
          </a:xfrm>
          <a:prstGeom prst="rect">
            <a:avLst/>
          </a:prstGeom>
          <a:noFill/>
        </p:spPr>
        <p:txBody>
          <a:bodyPr wrap="square" lIns="0" rIns="0" tIns="0" bIns="0" anchor="t">
            <a:spAutoFit/>
          </a:bodyPr>
          <a:lstStyle/>
          <a:p>
            <a:pPr algn="l"/>
            <a:r>
              <a:rPr sz="1800" b="0" i="0">
                <a:solidFill>
                  <a:srgbClr val="FFFFFF"/>
                </a:solidFill>
                <a:latin typeface="AA Zuehlke Medium"/>
              </a:rPr>
              <a:t>Vladimir Radzivil</a:t>
            </a:r>
          </a:p>
        </p:txBody>
      </p:sp>
      <p:sp>
        <p:nvSpPr>
          <p:cNvPr id="10" name="TextBox 9"/>
          <p:cNvSpPr txBox="1"/>
          <p:nvPr/>
        </p:nvSpPr>
        <p:spPr>
          <a:xfrm>
            <a:off x="2313432" y="1517904"/>
            <a:ext cx="2560320" cy="365760"/>
          </a:xfrm>
          <a:prstGeom prst="rect">
            <a:avLst/>
          </a:prstGeom>
          <a:noFill/>
        </p:spPr>
        <p:txBody>
          <a:bodyPr wrap="square" lIns="0" rIns="0" tIns="0" bIns="0" anchor="t">
            <a:spAutoFit/>
          </a:bodyPr>
          <a:lstStyle/>
          <a:p>
            <a:pPr algn="l"/>
            <a:r>
              <a:rPr sz="1200" b="0" i="0">
                <a:solidFill>
                  <a:srgbClr val="FFFFFF"/>
                </a:solidFill>
                <a:latin typeface="AA Zuehlke"/>
              </a:rPr>
              <a:t>Principal Consultant &amp; Partner</a:t>
            </a:r>
          </a:p>
        </p:txBody>
      </p:sp>
      <p:sp>
        <p:nvSpPr>
          <p:cNvPr id="11" name="Rounded Rectangle 10"/>
          <p:cNvSpPr/>
          <p:nvPr/>
        </p:nvSpPr>
        <p:spPr>
          <a:xfrm>
            <a:off x="5029200" y="777240"/>
            <a:ext cx="1417320" cy="1417320"/>
          </a:xfrm>
          <a:prstGeom prst="roundRect">
            <a:avLst>
              <a:gd name="adj" fmla="val 516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pic>
        <p:nvPicPr>
          <p:cNvPr id="12" name="Picture 11" descr="qr-linkedin.png"/>
          <p:cNvPicPr>
            <a:picLocks noChangeAspect="1"/>
          </p:cNvPicPr>
          <p:nvPr/>
        </p:nvPicPr>
        <p:blipFill>
          <a:blip r:embed="rId3"/>
          <a:stretch>
            <a:fillRect/>
          </a:stretch>
        </p:blipFill>
        <p:spPr>
          <a:xfrm>
            <a:off x="5102352" y="850392"/>
            <a:ext cx="1271016" cy="1271016"/>
          </a:xfrm>
          <a:prstGeom prst="rect">
            <a:avLst/>
          </a:prstGeom>
        </p:spPr>
      </p:pic>
      <p:sp>
        <p:nvSpPr>
          <p:cNvPr id="13" name="TextBox 12"/>
          <p:cNvSpPr txBox="1"/>
          <p:nvPr/>
        </p:nvSpPr>
        <p:spPr>
          <a:xfrm>
            <a:off x="5029200" y="2304288"/>
            <a:ext cx="2743200" cy="274320"/>
          </a:xfrm>
          <a:prstGeom prst="rect">
            <a:avLst/>
          </a:prstGeom>
          <a:noFill/>
        </p:spPr>
        <p:txBody>
          <a:bodyPr wrap="square" lIns="0" rIns="0" tIns="0" bIns="0" anchor="t">
            <a:spAutoFit/>
          </a:bodyPr>
          <a:lstStyle/>
          <a:p>
            <a:pPr algn="l"/>
            <a:r>
              <a:rPr sz="1100" b="0" i="0">
                <a:solidFill>
                  <a:srgbClr val="FFFFFF"/>
                </a:solidFill>
                <a:latin typeface="AA Zuehlke"/>
              </a:rPr>
              <a:t>Connect on LinkedIn</a:t>
            </a:r>
          </a:p>
        </p:txBody>
      </p:sp>
      <p:sp>
        <p:nvSpPr>
          <p:cNvPr id="14" name="TextBox 13"/>
          <p:cNvSpPr txBox="1"/>
          <p:nvPr/>
        </p:nvSpPr>
        <p:spPr>
          <a:xfrm>
            <a:off x="10881360" y="6345936"/>
            <a:ext cx="685800" cy="201168"/>
          </a:xfrm>
          <a:prstGeom prst="rect">
            <a:avLst/>
          </a:prstGeom>
          <a:noFill/>
        </p:spPr>
        <p:txBody>
          <a:bodyPr wrap="square" lIns="0" rIns="0" tIns="0" bIns="0" anchor="t">
            <a:spAutoFit/>
          </a:bodyPr>
          <a:lstStyle/>
          <a:p>
            <a:pPr algn="r"/>
            <a:fld id="{bcd34c47-acf1-4119-919f-480e081a2474}" type="slidenum">
              <a:rPr lang="en-US" sz="800">
                <a:solidFill>
                  <a:srgbClr val="8C8C8C"/>
                </a:solidFill>
                <a:latin typeface="AA Zuehlke"/>
              </a:rPr>
              <a:t>1</a:t>
            </a:fld>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WHY THIS TOPIC</a:t>
            </a:r>
          </a:p>
        </p:txBody>
      </p:sp>
      <p:sp>
        <p:nvSpPr>
          <p:cNvPr id="3" name="Title 2"/>
          <p:cNvSpPr>
            <a:spLocks noGrp="1"/>
          </p:cNvSpPr>
          <p:nvPr>
            <p:ph type="title"/>
          </p:nvPr>
        </p:nvSpPr>
        <p:spPr/>
        <p:txBody>
          <a:bodyPr/>
          <a:lstStyle/>
          <a:p>
            <a:pPr/>
            <a:r>
              <a:rPr sz="2400" b="0" i="0">
                <a:solidFill>
                  <a:srgbClr val="000000"/>
                </a:solidFill>
                <a:latin typeface="AA Zuehlke Medium"/>
              </a:rPr>
              <a:t>This one is not about AI</a:t>
            </a:r>
          </a:p>
        </p:txBody>
      </p:sp>
      <p:sp>
        <p:nvSpPr>
          <p:cNvPr id="4" name="Rectangle 3"/>
          <p:cNvSpPr/>
          <p:nvPr/>
        </p:nvSpPr>
        <p:spPr>
          <a:xfrm>
            <a:off x="621792" y="1636776"/>
            <a:ext cx="45720" cy="749808"/>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77824" y="1600200"/>
            <a:ext cx="10607040" cy="365760"/>
          </a:xfrm>
          <a:prstGeom prst="rect">
            <a:avLst/>
          </a:prstGeom>
          <a:noFill/>
        </p:spPr>
        <p:txBody>
          <a:bodyPr wrap="square" lIns="0" rIns="0" tIns="0" bIns="0" anchor="t">
            <a:spAutoFit/>
          </a:bodyPr>
          <a:lstStyle/>
          <a:p>
            <a:pPr algn="l"/>
            <a:r>
              <a:rPr sz="1700" b="0" i="0">
                <a:solidFill>
                  <a:srgbClr val="000000"/>
                </a:solidFill>
                <a:latin typeface="AA Zuehlke Medium"/>
              </a:rPr>
              <a:t>It is engineering</a:t>
            </a:r>
          </a:p>
        </p:txBody>
      </p:sp>
      <p:sp>
        <p:nvSpPr>
          <p:cNvPr id="6" name="TextBox 5"/>
          <p:cNvSpPr txBox="1"/>
          <p:nvPr/>
        </p:nvSpPr>
        <p:spPr>
          <a:xfrm>
            <a:off x="877824" y="1984248"/>
            <a:ext cx="10607040" cy="365760"/>
          </a:xfrm>
          <a:prstGeom prst="rect">
            <a:avLst/>
          </a:prstGeom>
          <a:noFill/>
        </p:spPr>
        <p:txBody>
          <a:bodyPr wrap="square" lIns="0" rIns="0" tIns="0" bIns="0" anchor="t">
            <a:spAutoFit/>
          </a:bodyPr>
          <a:lstStyle/>
          <a:p>
            <a:pPr algn="l"/>
            <a:r>
              <a:rPr sz="1200" b="0" i="0">
                <a:solidFill>
                  <a:srgbClr val="4D4D4D"/>
                </a:solidFill>
                <a:latin typeface="AA Zuehlke"/>
              </a:rPr>
              <a:t>Configuration and a task graph. No model, no prompt, no vendor.</a:t>
            </a:r>
          </a:p>
        </p:txBody>
      </p:sp>
      <p:sp>
        <p:nvSpPr>
          <p:cNvPr id="7" name="Rectangle 6"/>
          <p:cNvSpPr/>
          <p:nvPr/>
        </p:nvSpPr>
        <p:spPr>
          <a:xfrm>
            <a:off x="621792" y="2660904"/>
            <a:ext cx="45720" cy="749808"/>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877824" y="2624328"/>
            <a:ext cx="10607040" cy="365760"/>
          </a:xfrm>
          <a:prstGeom prst="rect">
            <a:avLst/>
          </a:prstGeom>
          <a:noFill/>
        </p:spPr>
        <p:txBody>
          <a:bodyPr wrap="square" lIns="0" rIns="0" tIns="0" bIns="0" anchor="t">
            <a:spAutoFit/>
          </a:bodyPr>
          <a:lstStyle/>
          <a:p>
            <a:pPr algn="l"/>
            <a:r>
              <a:rPr sz="1700" b="0" i="0">
                <a:solidFill>
                  <a:srgbClr val="000000"/>
                </a:solidFill>
                <a:latin typeface="AA Zuehlke Medium"/>
              </a:rPr>
              <a:t>It is from a real project</a:t>
            </a:r>
          </a:p>
        </p:txBody>
      </p:sp>
      <p:sp>
        <p:nvSpPr>
          <p:cNvPr id="9" name="TextBox 8"/>
          <p:cNvSpPr txBox="1"/>
          <p:nvPr/>
        </p:nvSpPr>
        <p:spPr>
          <a:xfrm>
            <a:off x="877824" y="3008376"/>
            <a:ext cx="10607040" cy="365760"/>
          </a:xfrm>
          <a:prstGeom prst="rect">
            <a:avLst/>
          </a:prstGeom>
          <a:noFill/>
        </p:spPr>
        <p:txBody>
          <a:bodyPr wrap="square" lIns="0" rIns="0" tIns="0" bIns="0" anchor="t">
            <a:spAutoFit/>
          </a:bodyPr>
          <a:lstStyle/>
          <a:p>
            <a:pPr algn="l"/>
            <a:r>
              <a:rPr sz="1200" b="0" i="0">
                <a:solidFill>
                  <a:srgbClr val="4D4D4D"/>
                </a:solidFill>
                <a:latin typeface="AA Zuehlke"/>
              </a:rPr>
              <a:t>Fifteen applications and a suite that outgrew one machine.</a:t>
            </a:r>
          </a:p>
        </p:txBody>
      </p:sp>
      <p:sp>
        <p:nvSpPr>
          <p:cNvPr id="10" name="Rectangle 9"/>
          <p:cNvSpPr/>
          <p:nvPr/>
        </p:nvSpPr>
        <p:spPr>
          <a:xfrm>
            <a:off x="621792" y="3685032"/>
            <a:ext cx="45720" cy="749808"/>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877824" y="3648456"/>
            <a:ext cx="10607040" cy="365760"/>
          </a:xfrm>
          <a:prstGeom prst="rect">
            <a:avLst/>
          </a:prstGeom>
          <a:noFill/>
        </p:spPr>
        <p:txBody>
          <a:bodyPr wrap="square" lIns="0" rIns="0" tIns="0" bIns="0" anchor="t">
            <a:spAutoFit/>
          </a:bodyPr>
          <a:lstStyle/>
          <a:p>
            <a:pPr algn="l"/>
            <a:r>
              <a:rPr sz="1700" b="0" i="0">
                <a:solidFill>
                  <a:srgbClr val="000000"/>
                </a:solidFill>
                <a:latin typeface="AA Zuehlke Medium"/>
              </a:rPr>
              <a:t>It applies to most teams</a:t>
            </a:r>
          </a:p>
        </p:txBody>
      </p:sp>
      <p:sp>
        <p:nvSpPr>
          <p:cNvPr id="12" name="TextBox 11"/>
          <p:cNvSpPr txBox="1"/>
          <p:nvPr/>
        </p:nvSpPr>
        <p:spPr>
          <a:xfrm>
            <a:off x="877824" y="4032504"/>
            <a:ext cx="10607040" cy="365760"/>
          </a:xfrm>
          <a:prstGeom prst="rect">
            <a:avLst/>
          </a:prstGeom>
          <a:noFill/>
        </p:spPr>
        <p:txBody>
          <a:bodyPr wrap="square" lIns="0" rIns="0" tIns="0" bIns="0" anchor="t">
            <a:spAutoFit/>
          </a:bodyPr>
          <a:lstStyle/>
          <a:p>
            <a:pPr algn="l"/>
            <a:r>
              <a:rPr sz="1200" b="0" i="0">
                <a:solidFill>
                  <a:srgbClr val="4D4D4D"/>
                </a:solidFill>
                <a:latin typeface="AA Zuehlke"/>
              </a:rPr>
              <a:t>E2E tests plus a monorepo is the only precondition.</a:t>
            </a:r>
          </a:p>
        </p:txBody>
      </p:sp>
      <p:sp>
        <p:nvSpPr>
          <p:cNvPr id="13" name="Rectangle 12"/>
          <p:cNvSpPr/>
          <p:nvPr/>
        </p:nvSpPr>
        <p:spPr>
          <a:xfrm>
            <a:off x="621792" y="4709160"/>
            <a:ext cx="45720" cy="749808"/>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877824" y="4672584"/>
            <a:ext cx="10607040" cy="365760"/>
          </a:xfrm>
          <a:prstGeom prst="rect">
            <a:avLst/>
          </a:prstGeom>
          <a:noFill/>
        </p:spPr>
        <p:txBody>
          <a:bodyPr wrap="square" lIns="0" rIns="0" tIns="0" bIns="0" anchor="t">
            <a:spAutoFit/>
          </a:bodyPr>
          <a:lstStyle/>
          <a:p>
            <a:pPr algn="l"/>
            <a:r>
              <a:rPr sz="1700" b="0" i="0">
                <a:solidFill>
                  <a:srgbClr val="000000"/>
                </a:solidFill>
                <a:latin typeface="AA Zuehlke Medium"/>
              </a:rPr>
              <a:t>You can use it today</a:t>
            </a:r>
          </a:p>
        </p:txBody>
      </p:sp>
      <p:sp>
        <p:nvSpPr>
          <p:cNvPr id="15" name="TextBox 14"/>
          <p:cNvSpPr txBox="1"/>
          <p:nvPr/>
        </p:nvSpPr>
        <p:spPr>
          <a:xfrm>
            <a:off x="877824" y="5056632"/>
            <a:ext cx="10607040" cy="365760"/>
          </a:xfrm>
          <a:prstGeom prst="rect">
            <a:avLst/>
          </a:prstGeom>
          <a:noFill/>
        </p:spPr>
        <p:txBody>
          <a:bodyPr wrap="square" lIns="0" rIns="0" tIns="0" bIns="0" anchor="t">
            <a:spAutoFit/>
          </a:bodyPr>
          <a:lstStyle/>
          <a:p>
            <a:pPr algn="l"/>
            <a:r>
              <a:rPr sz="1200" b="0" i="0">
                <a:solidFill>
                  <a:srgbClr val="4D4D4D"/>
                </a:solidFill>
                <a:latin typeface="AA Zuehlke"/>
              </a:rPr>
              <a:t>It is in the open-source plugin you already depend on.</a:t>
            </a:r>
          </a:p>
        </p:txBody>
      </p:sp>
      <p:sp>
        <p:nvSpPr>
          <p:cNvPr id="16" name="TextBox 15"/>
          <p:cNvSpPr txBox="1"/>
          <p:nvPr/>
        </p:nvSpPr>
        <p:spPr>
          <a:xfrm>
            <a:off x="621792" y="5897880"/>
            <a:ext cx="10881360" cy="365760"/>
          </a:xfrm>
          <a:prstGeom prst="rect">
            <a:avLst/>
          </a:prstGeom>
          <a:noFill/>
        </p:spPr>
        <p:txBody>
          <a:bodyPr wrap="square" lIns="0" rIns="0" tIns="0" bIns="0" anchor="t">
            <a:spAutoFit/>
          </a:bodyPr>
          <a:lstStyle/>
          <a:p>
            <a:pPr algn="l"/>
            <a:r>
              <a:rPr sz="1400" b="0" i="0">
                <a:solidFill>
                  <a:srgbClr val="985B9C"/>
                </a:solidFill>
                <a:latin typeface="AA Zuehlke Medium"/>
              </a:rPr>
              <a:t>Unglamorous, free, and sitting in a plugin you already depend on.</a:t>
            </a:r>
          </a:p>
        </p:txBody>
      </p:sp>
      <p:sp>
        <p:nvSpPr>
          <p:cNvPr id="17" name="TextBox 16"/>
          <p:cNvSpPr txBox="1"/>
          <p:nvPr/>
        </p:nvSpPr>
        <p:spPr>
          <a:xfrm>
            <a:off x="10881360" y="6345936"/>
            <a:ext cx="685800" cy="201168"/>
          </a:xfrm>
          <a:prstGeom prst="rect">
            <a:avLst/>
          </a:prstGeom>
          <a:noFill/>
        </p:spPr>
        <p:txBody>
          <a:bodyPr wrap="square" lIns="0" rIns="0" tIns="0" bIns="0" anchor="t">
            <a:spAutoFit/>
          </a:bodyPr>
          <a:lstStyle/>
          <a:p>
            <a:pPr algn="r"/>
            <a:fld id="{514ab88a-821c-4a17-99eb-89a5a1b1aa1e}" type="slidenum">
              <a:rPr lang="en-US" sz="800">
                <a:solidFill>
                  <a:srgbClr val="8C8C8C"/>
                </a:solidFill>
                <a:latin typeface="AA Zuehlke"/>
              </a:rPr>
              <a:t>1</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AGENDA</a:t>
            </a:r>
          </a:p>
        </p:txBody>
      </p:sp>
      <p:sp>
        <p:nvSpPr>
          <p:cNvPr id="3" name="Title 2"/>
          <p:cNvSpPr>
            <a:spLocks noGrp="1"/>
          </p:cNvSpPr>
          <p:nvPr>
            <p:ph type="title"/>
          </p:nvPr>
        </p:nvSpPr>
        <p:spPr/>
        <p:txBody>
          <a:bodyPr/>
          <a:lstStyle/>
          <a:p>
            <a:pPr/>
            <a:r>
              <a:rPr sz="2400" b="0" i="0">
                <a:solidFill>
                  <a:srgbClr val="000000"/>
                </a:solidFill>
                <a:latin typeface="AA Zuehlke Medium"/>
              </a:rPr>
              <a:t>Where this goes</a:t>
            </a:r>
          </a:p>
        </p:txBody>
      </p:sp>
      <p:sp>
        <p:nvSpPr>
          <p:cNvPr id="4" name="TextBox 3"/>
          <p:cNvSpPr txBox="1"/>
          <p:nvPr/>
        </p:nvSpPr>
        <p:spPr>
          <a:xfrm>
            <a:off x="621792" y="1600200"/>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01</a:t>
            </a:r>
          </a:p>
        </p:txBody>
      </p:sp>
      <p:sp>
        <p:nvSpPr>
          <p:cNvPr id="5" name="TextBox 4"/>
          <p:cNvSpPr txBox="1"/>
          <p:nvPr/>
        </p:nvSpPr>
        <p:spPr>
          <a:xfrm>
            <a:off x="1261872" y="1600200"/>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The problem</a:t>
            </a:r>
          </a:p>
        </p:txBody>
      </p:sp>
      <p:sp>
        <p:nvSpPr>
          <p:cNvPr id="6" name="TextBox 5"/>
          <p:cNvSpPr txBox="1"/>
          <p:nvPr/>
        </p:nvSpPr>
        <p:spPr>
          <a:xfrm>
            <a:off x="1261872" y="1947672"/>
            <a:ext cx="4663440" cy="457200"/>
          </a:xfrm>
          <a:prstGeom prst="rect">
            <a:avLst/>
          </a:prstGeom>
          <a:noFill/>
        </p:spPr>
        <p:txBody>
          <a:bodyPr wrap="square" lIns="0" rIns="0" tIns="0" bIns="0" anchor="t">
            <a:spAutoFit/>
          </a:bodyPr>
          <a:lstStyle/>
          <a:p>
            <a:pPr algn="l"/>
            <a:r>
              <a:rPr sz="1100" b="0" i="0">
                <a:solidFill>
                  <a:srgbClr val="8C8C8C"/>
                </a:solidFill>
                <a:latin typeface="AA Zuehlke"/>
              </a:rPr>
              <a:t>E2E is the slowest signal you have</a:t>
            </a:r>
          </a:p>
        </p:txBody>
      </p:sp>
      <p:sp>
        <p:nvSpPr>
          <p:cNvPr id="7" name="TextBox 6"/>
          <p:cNvSpPr txBox="1"/>
          <p:nvPr/>
        </p:nvSpPr>
        <p:spPr>
          <a:xfrm>
            <a:off x="6199631" y="1600200"/>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02</a:t>
            </a:r>
          </a:p>
        </p:txBody>
      </p:sp>
      <p:sp>
        <p:nvSpPr>
          <p:cNvPr id="8" name="TextBox 7"/>
          <p:cNvSpPr txBox="1"/>
          <p:nvPr/>
        </p:nvSpPr>
        <p:spPr>
          <a:xfrm>
            <a:off x="6839712" y="1600200"/>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The atomizer</a:t>
            </a:r>
          </a:p>
        </p:txBody>
      </p:sp>
      <p:sp>
        <p:nvSpPr>
          <p:cNvPr id="9" name="TextBox 8"/>
          <p:cNvSpPr txBox="1"/>
          <p:nvPr/>
        </p:nvSpPr>
        <p:spPr>
          <a:xfrm>
            <a:off x="6839712" y="1947672"/>
            <a:ext cx="4663440" cy="457200"/>
          </a:xfrm>
          <a:prstGeom prst="rect">
            <a:avLst/>
          </a:prstGeom>
          <a:noFill/>
        </p:spPr>
        <p:txBody>
          <a:bodyPr wrap="square" lIns="0" rIns="0" tIns="0" bIns="0" anchor="t">
            <a:spAutoFit/>
          </a:bodyPr>
          <a:lstStyle/>
          <a:p>
            <a:pPr algn="l"/>
            <a:r>
              <a:rPr sz="1100" b="0" i="0">
                <a:solidFill>
                  <a:srgbClr val="8C8C8C"/>
                </a:solidFill>
                <a:latin typeface="AA Zuehlke"/>
              </a:rPr>
              <a:t>One target per spec file, generated for you</a:t>
            </a:r>
          </a:p>
        </p:txBody>
      </p:sp>
      <p:sp>
        <p:nvSpPr>
          <p:cNvPr id="10" name="TextBox 9"/>
          <p:cNvSpPr txBox="1"/>
          <p:nvPr/>
        </p:nvSpPr>
        <p:spPr>
          <a:xfrm>
            <a:off x="621792" y="2788920"/>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03</a:t>
            </a:r>
          </a:p>
        </p:txBody>
      </p:sp>
      <p:sp>
        <p:nvSpPr>
          <p:cNvPr id="11" name="TextBox 10"/>
          <p:cNvSpPr txBox="1"/>
          <p:nvPr/>
        </p:nvSpPr>
        <p:spPr>
          <a:xfrm>
            <a:off x="1261872" y="2788920"/>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The catch</a:t>
            </a:r>
          </a:p>
        </p:txBody>
      </p:sp>
      <p:sp>
        <p:nvSpPr>
          <p:cNvPr id="12" name="TextBox 11"/>
          <p:cNvSpPr txBox="1"/>
          <p:nvPr/>
        </p:nvSpPr>
        <p:spPr>
          <a:xfrm>
            <a:off x="1261872" y="3136391"/>
            <a:ext cx="4663440" cy="457200"/>
          </a:xfrm>
          <a:prstGeom prst="rect">
            <a:avLst/>
          </a:prstGeom>
          <a:noFill/>
        </p:spPr>
        <p:txBody>
          <a:bodyPr wrap="square" lIns="0" rIns="0" tIns="0" bIns="0" anchor="t">
            <a:spAutoFit/>
          </a:bodyPr>
          <a:lstStyle/>
          <a:p>
            <a:pPr algn="l"/>
            <a:r>
              <a:rPr sz="1100" b="0" i="0">
                <a:solidFill>
                  <a:srgbClr val="8C8C8C"/>
                </a:solidFill>
                <a:latin typeface="AA Zuehlke"/>
              </a:rPr>
              <a:t>Nx 23 gates the wrapper behind Nx Cloud</a:t>
            </a:r>
          </a:p>
        </p:txBody>
      </p:sp>
      <p:sp>
        <p:nvSpPr>
          <p:cNvPr id="13" name="TextBox 12"/>
          <p:cNvSpPr txBox="1"/>
          <p:nvPr/>
        </p:nvSpPr>
        <p:spPr>
          <a:xfrm>
            <a:off x="6199631" y="2788920"/>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04</a:t>
            </a:r>
          </a:p>
        </p:txBody>
      </p:sp>
      <p:sp>
        <p:nvSpPr>
          <p:cNvPr id="14" name="TextBox 13"/>
          <p:cNvSpPr txBox="1"/>
          <p:nvPr/>
        </p:nvSpPr>
        <p:spPr>
          <a:xfrm>
            <a:off x="6839712" y="2788920"/>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Parallel, no cloud</a:t>
            </a:r>
          </a:p>
        </p:txBody>
      </p:sp>
      <p:sp>
        <p:nvSpPr>
          <p:cNvPr id="15" name="TextBox 14"/>
          <p:cNvSpPr txBox="1"/>
          <p:nvPr/>
        </p:nvSpPr>
        <p:spPr>
          <a:xfrm>
            <a:off x="6839712" y="3136391"/>
            <a:ext cx="4663440" cy="457200"/>
          </a:xfrm>
          <a:prstGeom prst="rect">
            <a:avLst/>
          </a:prstGeom>
          <a:noFill/>
        </p:spPr>
        <p:txBody>
          <a:bodyPr wrap="square" lIns="0" rIns="0" tIns="0" bIns="0" anchor="t">
            <a:spAutoFit/>
          </a:bodyPr>
          <a:lstStyle/>
          <a:p>
            <a:pPr algn="l"/>
            <a:r>
              <a:rPr sz="1100" b="0" i="0">
                <a:solidFill>
                  <a:srgbClr val="8C8C8C"/>
                </a:solidFill>
                <a:latin typeface="AA Zuehlke"/>
              </a:rPr>
              <a:t>The same command locally and on CI</a:t>
            </a:r>
          </a:p>
        </p:txBody>
      </p:sp>
      <p:sp>
        <p:nvSpPr>
          <p:cNvPr id="16" name="TextBox 15"/>
          <p:cNvSpPr txBox="1"/>
          <p:nvPr/>
        </p:nvSpPr>
        <p:spPr>
          <a:xfrm>
            <a:off x="621792" y="3977639"/>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05</a:t>
            </a:r>
          </a:p>
        </p:txBody>
      </p:sp>
      <p:sp>
        <p:nvSpPr>
          <p:cNvPr id="17" name="TextBox 16"/>
          <p:cNvSpPr txBox="1"/>
          <p:nvPr/>
        </p:nvSpPr>
        <p:spPr>
          <a:xfrm>
            <a:off x="1261872" y="3977639"/>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The cache</a:t>
            </a:r>
          </a:p>
        </p:txBody>
      </p:sp>
      <p:sp>
        <p:nvSpPr>
          <p:cNvPr id="18" name="TextBox 17"/>
          <p:cNvSpPr txBox="1"/>
          <p:nvPr/>
        </p:nvSpPr>
        <p:spPr>
          <a:xfrm>
            <a:off x="1261872" y="4325112"/>
            <a:ext cx="4663440" cy="457200"/>
          </a:xfrm>
          <a:prstGeom prst="rect">
            <a:avLst/>
          </a:prstGeom>
          <a:noFill/>
        </p:spPr>
        <p:txBody>
          <a:bodyPr wrap="square" lIns="0" rIns="0" tIns="0" bIns="0" anchor="t">
            <a:spAutoFit/>
          </a:bodyPr>
          <a:lstStyle/>
          <a:p>
            <a:pPr algn="l"/>
            <a:r>
              <a:rPr sz="1100" b="0" i="0">
                <a:solidFill>
                  <a:srgbClr val="8C8C8C"/>
                </a:solidFill>
                <a:latin typeface="AA Zuehlke"/>
              </a:rPr>
              <a:t>Why a re-run only executes the failures</a:t>
            </a:r>
          </a:p>
        </p:txBody>
      </p:sp>
      <p:sp>
        <p:nvSpPr>
          <p:cNvPr id="19" name="TextBox 18"/>
          <p:cNvSpPr txBox="1"/>
          <p:nvPr/>
        </p:nvSpPr>
        <p:spPr>
          <a:xfrm>
            <a:off x="6199631" y="3977639"/>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06</a:t>
            </a:r>
          </a:p>
        </p:txBody>
      </p:sp>
      <p:sp>
        <p:nvSpPr>
          <p:cNvPr id="20" name="TextBox 19"/>
          <p:cNvSpPr txBox="1"/>
          <p:nvPr/>
        </p:nvSpPr>
        <p:spPr>
          <a:xfrm>
            <a:off x="6839712" y="3977639"/>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Scale</a:t>
            </a:r>
          </a:p>
        </p:txBody>
      </p:sp>
      <p:sp>
        <p:nvSpPr>
          <p:cNvPr id="21" name="TextBox 20"/>
          <p:cNvSpPr txBox="1"/>
          <p:nvPr/>
        </p:nvSpPr>
        <p:spPr>
          <a:xfrm>
            <a:off x="6839712" y="4325112"/>
            <a:ext cx="4663440" cy="457200"/>
          </a:xfrm>
          <a:prstGeom prst="rect">
            <a:avLst/>
          </a:prstGeom>
          <a:noFill/>
        </p:spPr>
        <p:txBody>
          <a:bodyPr wrap="square" lIns="0" rIns="0" tIns="0" bIns="0" anchor="t">
            <a:spAutoFit/>
          </a:bodyPr>
          <a:lstStyle/>
          <a:p>
            <a:pPr algn="l"/>
            <a:r>
              <a:rPr sz="1100" b="0" i="0">
                <a:solidFill>
                  <a:srgbClr val="8C8C8C"/>
                </a:solidFill>
                <a:latin typeface="AA Zuehlke"/>
              </a:rPr>
              <a:t>Three apps, 30 targets, and a real project</a:t>
            </a:r>
          </a:p>
        </p:txBody>
      </p:sp>
      <p:sp>
        <p:nvSpPr>
          <p:cNvPr id="22" name="TextBox 21"/>
          <p:cNvSpPr txBox="1"/>
          <p:nvPr/>
        </p:nvSpPr>
        <p:spPr>
          <a:xfrm>
            <a:off x="10881360" y="6345936"/>
            <a:ext cx="685800" cy="201168"/>
          </a:xfrm>
          <a:prstGeom prst="rect">
            <a:avLst/>
          </a:prstGeom>
          <a:noFill/>
        </p:spPr>
        <p:txBody>
          <a:bodyPr wrap="square" lIns="0" rIns="0" tIns="0" bIns="0" anchor="t">
            <a:spAutoFit/>
          </a:bodyPr>
          <a:lstStyle/>
          <a:p>
            <a:pPr algn="r"/>
            <a:fld id="{cd38a4c2-9af2-42e8-b793-baf6d05790e0}" type="slidenum">
              <a:rPr lang="en-US" sz="800">
                <a:solidFill>
                  <a:srgbClr val="8C8C8C"/>
                </a:solidFill>
                <a:latin typeface="AA Zuehlke"/>
              </a:rPr>
              <a:t>1</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01 · THE PROBLEM</a:t>
            </a:r>
          </a:p>
        </p:txBody>
      </p:sp>
      <p:sp>
        <p:nvSpPr>
          <p:cNvPr id="3" name="Title 2"/>
          <p:cNvSpPr>
            <a:spLocks noGrp="1"/>
          </p:cNvSpPr>
          <p:nvPr>
            <p:ph type="title"/>
          </p:nvPr>
        </p:nvSpPr>
        <p:spPr/>
        <p:txBody>
          <a:bodyPr/>
          <a:lstStyle/>
          <a:p>
            <a:pPr/>
            <a:r>
              <a:rPr sz="2400" b="0" i="0">
                <a:solidFill>
                  <a:srgbClr val="000000"/>
                </a:solidFill>
                <a:latin typeface="AA Zuehlke Medium"/>
              </a:rPr>
              <a:t>A few questions for the room</a:t>
            </a:r>
          </a:p>
        </p:txBody>
      </p:sp>
      <p:sp>
        <p:nvSpPr>
          <p:cNvPr id="4" name="Rounded Rectangle 3"/>
          <p:cNvSpPr/>
          <p:nvPr/>
        </p:nvSpPr>
        <p:spPr>
          <a:xfrm>
            <a:off x="621792"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Oval 4"/>
          <p:cNvSpPr/>
          <p:nvPr/>
        </p:nvSpPr>
        <p:spPr>
          <a:xfrm>
            <a:off x="850392" y="2057400"/>
            <a:ext cx="502920" cy="502920"/>
          </a:xfrm>
          <a:prstGeom prst="ellipse">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1</a:t>
            </a:r>
          </a:p>
        </p:txBody>
      </p:sp>
      <p:sp>
        <p:nvSpPr>
          <p:cNvPr id="7" name="TextBox 6"/>
          <p:cNvSpPr txBox="1"/>
          <p:nvPr/>
        </p:nvSpPr>
        <p:spPr>
          <a:xfrm>
            <a:off x="850392"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 is using E2E tests?</a:t>
            </a:r>
          </a:p>
        </p:txBody>
      </p:sp>
      <p:sp>
        <p:nvSpPr>
          <p:cNvPr id="8" name="Rounded Rectangle 7"/>
          <p:cNvSpPr/>
          <p:nvPr/>
        </p:nvSpPr>
        <p:spPr>
          <a:xfrm>
            <a:off x="4325112" y="1828800"/>
            <a:ext cx="3429000" cy="182880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4325112" y="1828800"/>
            <a:ext cx="3429000" cy="1828800"/>
          </a:xfrm>
          <a:prstGeom prst="rect">
            <a:avLst/>
          </a:prstGeom>
          <a:noFill/>
        </p:spPr>
        <p:txBody>
          <a:bodyPr wrap="square" lIns="0" rIns="0" tIns="0" bIns="0" anchor="ctr">
            <a:spAutoFit/>
          </a:bodyPr>
          <a:lstStyle/>
          <a:p>
            <a:pPr algn="ctr"/>
            <a:r>
              <a:rPr sz="3000" b="0" i="0">
                <a:solidFill>
                  <a:srgbClr val="D9D9D9"/>
                </a:solidFill>
                <a:latin typeface="AA Zuehlke Medium"/>
              </a:rPr>
              <a:t>2</a:t>
            </a:r>
          </a:p>
        </p:txBody>
      </p:sp>
      <p:sp>
        <p:nvSpPr>
          <p:cNvPr id="10" name="Rounded Rectangle 9"/>
          <p:cNvSpPr/>
          <p:nvPr/>
        </p:nvSpPr>
        <p:spPr>
          <a:xfrm>
            <a:off x="8028431" y="1828800"/>
            <a:ext cx="3429000" cy="182880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8028431" y="1828800"/>
            <a:ext cx="3429000" cy="1828800"/>
          </a:xfrm>
          <a:prstGeom prst="rect">
            <a:avLst/>
          </a:prstGeom>
          <a:noFill/>
        </p:spPr>
        <p:txBody>
          <a:bodyPr wrap="square" lIns="0" rIns="0" tIns="0" bIns="0" anchor="ctr">
            <a:spAutoFit/>
          </a:bodyPr>
          <a:lstStyle/>
          <a:p>
            <a:pPr algn="ctr"/>
            <a:r>
              <a:rPr sz="3000" b="0" i="0">
                <a:solidFill>
                  <a:srgbClr val="D9D9D9"/>
                </a:solidFill>
                <a:latin typeface="AA Zuehlke Medium"/>
              </a:rPr>
              <a:t>3</a:t>
            </a:r>
          </a:p>
        </p:txBody>
      </p:sp>
      <p:sp>
        <p:nvSpPr>
          <p:cNvPr id="12" name="TextBox 11"/>
          <p:cNvSpPr txBox="1"/>
          <p:nvPr/>
        </p:nvSpPr>
        <p:spPr>
          <a:xfrm>
            <a:off x="10881360" y="6345936"/>
            <a:ext cx="685800" cy="201168"/>
          </a:xfrm>
          <a:prstGeom prst="rect">
            <a:avLst/>
          </a:prstGeom>
          <a:noFill/>
        </p:spPr>
        <p:txBody>
          <a:bodyPr wrap="square" lIns="0" rIns="0" tIns="0" bIns="0" anchor="t">
            <a:spAutoFit/>
          </a:bodyPr>
          <a:lstStyle/>
          <a:p>
            <a:pPr algn="r"/>
            <a:fld id="{09a3be55-b17c-42a1-a392-ca8a40624b40}" type="slidenum">
              <a:rPr lang="en-US" sz="800">
                <a:solidFill>
                  <a:srgbClr val="8C8C8C"/>
                </a:solidFill>
                <a:latin typeface="AA Zuehlke"/>
              </a:rPr>
              <a:t>1</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01 · THE PROBLEM</a:t>
            </a:r>
          </a:p>
        </p:txBody>
      </p:sp>
      <p:sp>
        <p:nvSpPr>
          <p:cNvPr id="3" name="Title 2"/>
          <p:cNvSpPr>
            <a:spLocks noGrp="1"/>
          </p:cNvSpPr>
          <p:nvPr>
            <p:ph type="title"/>
          </p:nvPr>
        </p:nvSpPr>
        <p:spPr/>
        <p:txBody>
          <a:bodyPr/>
          <a:lstStyle/>
          <a:p>
            <a:pPr/>
            <a:r>
              <a:rPr sz="2400" b="0" i="0">
                <a:solidFill>
                  <a:srgbClr val="000000"/>
                </a:solidFill>
                <a:latin typeface="AA Zuehlke Medium"/>
              </a:rPr>
              <a:t>A few questions for the room</a:t>
            </a:r>
          </a:p>
        </p:txBody>
      </p:sp>
      <p:sp>
        <p:nvSpPr>
          <p:cNvPr id="4" name="Rounded Rectangle 3"/>
          <p:cNvSpPr/>
          <p:nvPr/>
        </p:nvSpPr>
        <p:spPr>
          <a:xfrm>
            <a:off x="621792"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Oval 4"/>
          <p:cNvSpPr/>
          <p:nvPr/>
        </p:nvSpPr>
        <p:spPr>
          <a:xfrm>
            <a:off x="850392" y="2057400"/>
            <a:ext cx="502920" cy="502920"/>
          </a:xfrm>
          <a:prstGeom prst="ellipse">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1</a:t>
            </a:r>
          </a:p>
        </p:txBody>
      </p:sp>
      <p:sp>
        <p:nvSpPr>
          <p:cNvPr id="7" name="TextBox 6"/>
          <p:cNvSpPr txBox="1"/>
          <p:nvPr/>
        </p:nvSpPr>
        <p:spPr>
          <a:xfrm>
            <a:off x="850392"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 is using E2E tests?</a:t>
            </a:r>
          </a:p>
        </p:txBody>
      </p:sp>
      <p:sp>
        <p:nvSpPr>
          <p:cNvPr id="8" name="Rounded Rectangle 7"/>
          <p:cNvSpPr/>
          <p:nvPr/>
        </p:nvSpPr>
        <p:spPr>
          <a:xfrm>
            <a:off x="4325112"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Oval 8"/>
          <p:cNvSpPr/>
          <p:nvPr/>
        </p:nvSpPr>
        <p:spPr>
          <a:xfrm>
            <a:off x="4553712" y="2057400"/>
            <a:ext cx="502920" cy="502920"/>
          </a:xfrm>
          <a:prstGeom prst="ellipse">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3712"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2</a:t>
            </a:r>
          </a:p>
        </p:txBody>
      </p:sp>
      <p:sp>
        <p:nvSpPr>
          <p:cNvPr id="11" name="TextBox 10"/>
          <p:cNvSpPr txBox="1"/>
          <p:nvPr/>
        </p:nvSpPr>
        <p:spPr>
          <a:xfrm>
            <a:off x="4553712"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Whose suite is green right now?</a:t>
            </a:r>
          </a:p>
        </p:txBody>
      </p:sp>
      <p:sp>
        <p:nvSpPr>
          <p:cNvPr id="12" name="Rounded Rectangle 11"/>
          <p:cNvSpPr/>
          <p:nvPr/>
        </p:nvSpPr>
        <p:spPr>
          <a:xfrm>
            <a:off x="8028431" y="1828800"/>
            <a:ext cx="3429000" cy="182880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8028431" y="1828800"/>
            <a:ext cx="3429000" cy="1828800"/>
          </a:xfrm>
          <a:prstGeom prst="rect">
            <a:avLst/>
          </a:prstGeom>
          <a:noFill/>
        </p:spPr>
        <p:txBody>
          <a:bodyPr wrap="square" lIns="0" rIns="0" tIns="0" bIns="0" anchor="ctr">
            <a:spAutoFit/>
          </a:bodyPr>
          <a:lstStyle/>
          <a:p>
            <a:pPr algn="ctr"/>
            <a:r>
              <a:rPr sz="3000" b="0" i="0">
                <a:solidFill>
                  <a:srgbClr val="D9D9D9"/>
                </a:solidFill>
                <a:latin typeface="AA Zuehlke Medium"/>
              </a:rPr>
              <a:t>3</a:t>
            </a:r>
          </a:p>
        </p:txBody>
      </p:sp>
      <p:sp>
        <p:nvSpPr>
          <p:cNvPr id="14" name="TextBox 13"/>
          <p:cNvSpPr txBox="1"/>
          <p:nvPr/>
        </p:nvSpPr>
        <p:spPr>
          <a:xfrm>
            <a:off x="10881360" y="6345936"/>
            <a:ext cx="685800" cy="201168"/>
          </a:xfrm>
          <a:prstGeom prst="rect">
            <a:avLst/>
          </a:prstGeom>
          <a:noFill/>
        </p:spPr>
        <p:txBody>
          <a:bodyPr wrap="square" lIns="0" rIns="0" tIns="0" bIns="0" anchor="t">
            <a:spAutoFit/>
          </a:bodyPr>
          <a:lstStyle/>
          <a:p>
            <a:pPr algn="r"/>
            <a:fld id="{eb32eab0-ce66-432b-97c7-97104a60ff7b}" type="slidenum">
              <a:rPr lang="en-US" sz="800">
                <a:solidFill>
                  <a:srgbClr val="8C8C8C"/>
                </a:solidFill>
                <a:latin typeface="AA Zuehlke"/>
              </a:rPr>
              <a:t>1</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01 · THE PROBLEM</a:t>
            </a:r>
          </a:p>
        </p:txBody>
      </p:sp>
      <p:sp>
        <p:nvSpPr>
          <p:cNvPr id="3" name="Title 2"/>
          <p:cNvSpPr>
            <a:spLocks noGrp="1"/>
          </p:cNvSpPr>
          <p:nvPr>
            <p:ph type="title"/>
          </p:nvPr>
        </p:nvSpPr>
        <p:spPr/>
        <p:txBody>
          <a:bodyPr/>
          <a:lstStyle/>
          <a:p>
            <a:pPr/>
            <a:r>
              <a:rPr sz="2400" b="0" i="0">
                <a:solidFill>
                  <a:srgbClr val="000000"/>
                </a:solidFill>
                <a:latin typeface="AA Zuehlke Medium"/>
              </a:rPr>
              <a:t>A few questions for the room</a:t>
            </a:r>
          </a:p>
        </p:txBody>
      </p:sp>
      <p:sp>
        <p:nvSpPr>
          <p:cNvPr id="4" name="Rounded Rectangle 3"/>
          <p:cNvSpPr/>
          <p:nvPr/>
        </p:nvSpPr>
        <p:spPr>
          <a:xfrm>
            <a:off x="621792"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Oval 4"/>
          <p:cNvSpPr/>
          <p:nvPr/>
        </p:nvSpPr>
        <p:spPr>
          <a:xfrm>
            <a:off x="850392" y="2057400"/>
            <a:ext cx="502920" cy="502920"/>
          </a:xfrm>
          <a:prstGeom prst="ellipse">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1</a:t>
            </a:r>
          </a:p>
        </p:txBody>
      </p:sp>
      <p:sp>
        <p:nvSpPr>
          <p:cNvPr id="7" name="TextBox 6"/>
          <p:cNvSpPr txBox="1"/>
          <p:nvPr/>
        </p:nvSpPr>
        <p:spPr>
          <a:xfrm>
            <a:off x="850392"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 is using E2E tests?</a:t>
            </a:r>
          </a:p>
        </p:txBody>
      </p:sp>
      <p:sp>
        <p:nvSpPr>
          <p:cNvPr id="8" name="Rounded Rectangle 7"/>
          <p:cNvSpPr/>
          <p:nvPr/>
        </p:nvSpPr>
        <p:spPr>
          <a:xfrm>
            <a:off x="4325112"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Oval 8"/>
          <p:cNvSpPr/>
          <p:nvPr/>
        </p:nvSpPr>
        <p:spPr>
          <a:xfrm>
            <a:off x="4553712" y="2057400"/>
            <a:ext cx="502920" cy="502920"/>
          </a:xfrm>
          <a:prstGeom prst="ellipse">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3712"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2</a:t>
            </a:r>
          </a:p>
        </p:txBody>
      </p:sp>
      <p:sp>
        <p:nvSpPr>
          <p:cNvPr id="11" name="TextBox 10"/>
          <p:cNvSpPr txBox="1"/>
          <p:nvPr/>
        </p:nvSpPr>
        <p:spPr>
          <a:xfrm>
            <a:off x="4553712"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Whose suite is green right now?</a:t>
            </a:r>
          </a:p>
        </p:txBody>
      </p:sp>
      <p:sp>
        <p:nvSpPr>
          <p:cNvPr id="12" name="Rounded Rectangle 11"/>
          <p:cNvSpPr/>
          <p:nvPr/>
        </p:nvSpPr>
        <p:spPr>
          <a:xfrm>
            <a:off x="8028431"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Oval 12"/>
          <p:cNvSpPr/>
          <p:nvPr/>
        </p:nvSpPr>
        <p:spPr>
          <a:xfrm>
            <a:off x="8257031" y="2057400"/>
            <a:ext cx="502920" cy="502920"/>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3</a:t>
            </a:r>
          </a:p>
        </p:txBody>
      </p:sp>
      <p:sp>
        <p:nvSpPr>
          <p:cNvPr id="15" name="TextBox 14"/>
          <p:cNvSpPr txBox="1"/>
          <p:nvPr/>
        </p:nvSpPr>
        <p:spPr>
          <a:xfrm>
            <a:off x="8257031"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 blocks a PR on it?</a:t>
            </a:r>
          </a:p>
        </p:txBody>
      </p:sp>
      <p:sp>
        <p:nvSpPr>
          <p:cNvPr id="16" name="Rounded Rectangle 15"/>
          <p:cNvSpPr/>
          <p:nvPr/>
        </p:nvSpPr>
        <p:spPr>
          <a:xfrm>
            <a:off x="621792" y="4572000"/>
            <a:ext cx="10945368" cy="914400"/>
          </a:xfrm>
          <a:prstGeom prst="roundRect">
            <a:avLst>
              <a:gd name="adj" fmla="val 8000"/>
            </a:avLst>
          </a:prstGeom>
          <a:solidFill>
            <a:srgbClr val="FFE5BF"/>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6"/>
          <p:cNvSpPr txBox="1"/>
          <p:nvPr/>
        </p:nvSpPr>
        <p:spPr>
          <a:xfrm>
            <a:off x="877824" y="4754880"/>
            <a:ext cx="10424160" cy="640080"/>
          </a:xfrm>
          <a:prstGeom prst="rect">
            <a:avLst/>
          </a:prstGeom>
          <a:noFill/>
        </p:spPr>
        <p:txBody>
          <a:bodyPr wrap="square" lIns="0" rIns="0" tIns="0" bIns="0" anchor="t">
            <a:spAutoFit/>
          </a:bodyPr>
          <a:lstStyle/>
          <a:p>
            <a:pPr algn="l"/>
            <a:r>
              <a:rPr sz="1300" b="0" i="0">
                <a:solidFill>
                  <a:srgbClr val="000000"/>
                </a:solidFill>
                <a:latin typeface="AA Zuehlke"/>
              </a:rPr>
              <a:t>The distance between the first hand and the last one is this talk. Nobody blocks a merge on a suite that takes an hour and fails for reasons nobody trusts.</a:t>
            </a:r>
          </a:p>
        </p:txBody>
      </p:sp>
      <p:sp>
        <p:nvSpPr>
          <p:cNvPr id="18" name="TextBox 17"/>
          <p:cNvSpPr txBox="1"/>
          <p:nvPr/>
        </p:nvSpPr>
        <p:spPr>
          <a:xfrm>
            <a:off x="10881360" y="6345936"/>
            <a:ext cx="685800" cy="201168"/>
          </a:xfrm>
          <a:prstGeom prst="rect">
            <a:avLst/>
          </a:prstGeom>
          <a:noFill/>
        </p:spPr>
        <p:txBody>
          <a:bodyPr wrap="square" lIns="0" rIns="0" tIns="0" bIns="0" anchor="t">
            <a:spAutoFit/>
          </a:bodyPr>
          <a:lstStyle/>
          <a:p>
            <a:pPr algn="r"/>
            <a:fld id="{0b524842-c279-4c66-b07d-b733ea23a561}" type="slidenum">
              <a:rPr lang="en-US" sz="800">
                <a:solidFill>
                  <a:srgbClr val="8C8C8C"/>
                </a:solidFill>
                <a:latin typeface="AA Zuehlke"/>
              </a:rPr>
              <a:t>1</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01 · WHY NOW</a:t>
            </a:r>
          </a:p>
        </p:txBody>
      </p:sp>
      <p:sp>
        <p:nvSpPr>
          <p:cNvPr id="3" name="Title 2"/>
          <p:cNvSpPr>
            <a:spLocks noGrp="1"/>
          </p:cNvSpPr>
          <p:nvPr>
            <p:ph type="title"/>
          </p:nvPr>
        </p:nvSpPr>
        <p:spPr/>
        <p:txBody>
          <a:bodyPr/>
          <a:lstStyle/>
          <a:p>
            <a:pPr/>
            <a:r>
              <a:rPr sz="2400" b="0" i="0">
                <a:solidFill>
                  <a:srgbClr val="000000"/>
                </a:solidFill>
                <a:latin typeface="AA Zuehlke Medium"/>
              </a:rPr>
              <a:t>Change got cheap. Confidence did not.</a:t>
            </a:r>
          </a:p>
        </p:txBody>
      </p:sp>
      <p:sp>
        <p:nvSpPr>
          <p:cNvPr id="4" name="Rounded Rectangle 3"/>
          <p:cNvSpPr/>
          <p:nvPr/>
        </p:nvSpPr>
        <p:spPr>
          <a:xfrm>
            <a:off x="621792" y="1600200"/>
            <a:ext cx="5349240" cy="1737360"/>
          </a:xfrm>
          <a:prstGeom prst="roundRect">
            <a:avLst>
              <a:gd name="adj" fmla="val 4210"/>
            </a:avLst>
          </a:prstGeom>
          <a:solidFill>
            <a:srgbClr val="FFFFFF"/>
          </a:solidFill>
          <a:ln w="15875">
            <a:solidFill>
              <a:srgbClr val="00CC6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96112" y="1783080"/>
            <a:ext cx="4754880" cy="365760"/>
          </a:xfrm>
          <a:prstGeom prst="rect">
            <a:avLst/>
          </a:prstGeom>
          <a:noFill/>
        </p:spPr>
        <p:txBody>
          <a:bodyPr wrap="square" lIns="0" rIns="0" tIns="0" bIns="0" anchor="t">
            <a:spAutoFit/>
          </a:bodyPr>
          <a:lstStyle/>
          <a:p>
            <a:pPr algn="l"/>
            <a:r>
              <a:rPr sz="1600" b="0" i="0">
                <a:solidFill>
                  <a:srgbClr val="000000"/>
                </a:solidFill>
                <a:latin typeface="AA Zuehlke Medium"/>
              </a:rPr>
              <a:t>Writing the change</a:t>
            </a:r>
          </a:p>
        </p:txBody>
      </p:sp>
      <p:sp>
        <p:nvSpPr>
          <p:cNvPr id="6" name="TextBox 5"/>
          <p:cNvSpPr txBox="1"/>
          <p:nvPr/>
        </p:nvSpPr>
        <p:spPr>
          <a:xfrm>
            <a:off x="896112" y="2167128"/>
            <a:ext cx="4754880" cy="411480"/>
          </a:xfrm>
          <a:prstGeom prst="rect">
            <a:avLst/>
          </a:prstGeom>
          <a:noFill/>
        </p:spPr>
        <p:txBody>
          <a:bodyPr wrap="square" lIns="0" rIns="0" tIns="0" bIns="0" anchor="t">
            <a:spAutoFit/>
          </a:bodyPr>
          <a:lstStyle/>
          <a:p>
            <a:pPr algn="l"/>
            <a:r>
              <a:rPr sz="2200" b="0" i="0">
                <a:solidFill>
                  <a:srgbClr val="00CC66"/>
                </a:solidFill>
                <a:latin typeface="AA Zuehlke Medium"/>
              </a:rPr>
              <a:t>MINUTES</a:t>
            </a:r>
          </a:p>
        </p:txBody>
      </p:sp>
      <p:sp>
        <p:nvSpPr>
          <p:cNvPr id="7" name="TextBox 6"/>
          <p:cNvSpPr txBox="1"/>
          <p:nvPr/>
        </p:nvSpPr>
        <p:spPr>
          <a:xfrm>
            <a:off x="896112" y="2660904"/>
            <a:ext cx="4754880" cy="548640"/>
          </a:xfrm>
          <a:prstGeom prst="rect">
            <a:avLst/>
          </a:prstGeom>
          <a:noFill/>
        </p:spPr>
        <p:txBody>
          <a:bodyPr wrap="square" lIns="0" rIns="0" tIns="0" bIns="0" anchor="t">
            <a:spAutoFit/>
          </a:bodyPr>
          <a:lstStyle/>
          <a:p>
            <a:pPr algn="l"/>
            <a:r>
              <a:rPr sz="1200" b="0" i="0">
                <a:solidFill>
                  <a:srgbClr val="4D4D4D"/>
                </a:solidFill>
                <a:latin typeface="AA Zuehlke"/>
              </a:rPr>
              <a:t>AI writes it, reviews it, refactors it. That cost collapsed.</a:t>
            </a:r>
          </a:p>
        </p:txBody>
      </p:sp>
      <p:sp>
        <p:nvSpPr>
          <p:cNvPr id="8" name="Rounded Rectangle 7"/>
          <p:cNvSpPr/>
          <p:nvPr/>
        </p:nvSpPr>
        <p:spPr>
          <a:xfrm>
            <a:off x="6199631" y="1600200"/>
            <a:ext cx="5349240" cy="1737360"/>
          </a:xfrm>
          <a:prstGeom prst="roundRect">
            <a:avLst>
              <a:gd name="adj" fmla="val 4210"/>
            </a:avLst>
          </a:prstGeom>
          <a:solidFill>
            <a:srgbClr val="FFFFFF"/>
          </a:solidFill>
          <a:ln w="15875">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6473951" y="1783080"/>
            <a:ext cx="4754880" cy="365760"/>
          </a:xfrm>
          <a:prstGeom prst="rect">
            <a:avLst/>
          </a:prstGeom>
          <a:noFill/>
        </p:spPr>
        <p:txBody>
          <a:bodyPr wrap="square" lIns="0" rIns="0" tIns="0" bIns="0" anchor="t">
            <a:spAutoFit/>
          </a:bodyPr>
          <a:lstStyle/>
          <a:p>
            <a:pPr algn="l"/>
            <a:r>
              <a:rPr sz="1600" b="0" i="0">
                <a:solidFill>
                  <a:srgbClr val="000000"/>
                </a:solidFill>
                <a:latin typeface="AA Zuehlke Medium"/>
              </a:rPr>
              <a:t>Trusting the change</a:t>
            </a:r>
          </a:p>
        </p:txBody>
      </p:sp>
      <p:sp>
        <p:nvSpPr>
          <p:cNvPr id="10" name="TextBox 9"/>
          <p:cNvSpPr txBox="1"/>
          <p:nvPr/>
        </p:nvSpPr>
        <p:spPr>
          <a:xfrm>
            <a:off x="6473951" y="2167128"/>
            <a:ext cx="4754880" cy="411480"/>
          </a:xfrm>
          <a:prstGeom prst="rect">
            <a:avLst/>
          </a:prstGeom>
          <a:noFill/>
        </p:spPr>
        <p:txBody>
          <a:bodyPr wrap="square" lIns="0" rIns="0" tIns="0" bIns="0" anchor="t">
            <a:spAutoFit/>
          </a:bodyPr>
          <a:lstStyle/>
          <a:p>
            <a:pPr algn="l"/>
            <a:r>
              <a:rPr sz="2200" b="0" i="0">
                <a:solidFill>
                  <a:srgbClr val="FF9900"/>
                </a:solidFill>
                <a:latin typeface="AA Zuehlke Medium"/>
              </a:rPr>
              <a:t>AN HOUR</a:t>
            </a:r>
          </a:p>
        </p:txBody>
      </p:sp>
      <p:sp>
        <p:nvSpPr>
          <p:cNvPr id="11" name="TextBox 10"/>
          <p:cNvSpPr txBox="1"/>
          <p:nvPr/>
        </p:nvSpPr>
        <p:spPr>
          <a:xfrm>
            <a:off x="6473951" y="2660904"/>
            <a:ext cx="4754880" cy="548640"/>
          </a:xfrm>
          <a:prstGeom prst="rect">
            <a:avLst/>
          </a:prstGeom>
          <a:noFill/>
        </p:spPr>
        <p:txBody>
          <a:bodyPr wrap="square" lIns="0" rIns="0" tIns="0" bIns="0" anchor="t">
            <a:spAutoFit/>
          </a:bodyPr>
          <a:lstStyle/>
          <a:p>
            <a:pPr algn="l"/>
            <a:r>
              <a:rPr sz="1200" b="0" i="0">
                <a:solidFill>
                  <a:srgbClr val="4D4D4D"/>
                </a:solidFill>
                <a:latin typeface="AA Zuehlke"/>
              </a:rPr>
              <a:t>Same suite, same nightly run, same shrug. That cost did not.</a:t>
            </a:r>
          </a:p>
        </p:txBody>
      </p:sp>
      <p:sp>
        <p:nvSpPr>
          <p:cNvPr id="12" name="TextBox 11"/>
          <p:cNvSpPr txBox="1"/>
          <p:nvPr/>
        </p:nvSpPr>
        <p:spPr>
          <a:xfrm>
            <a:off x="621792" y="3657600"/>
            <a:ext cx="10881360" cy="320040"/>
          </a:xfrm>
          <a:prstGeom prst="rect">
            <a:avLst/>
          </a:prstGeom>
          <a:noFill/>
        </p:spPr>
        <p:txBody>
          <a:bodyPr wrap="square" lIns="0" rIns="0" tIns="0" bIns="0" anchor="t">
            <a:spAutoFit/>
          </a:bodyPr>
          <a:lstStyle/>
          <a:p>
            <a:pPr algn="l"/>
            <a:r>
              <a:rPr sz="1400" b="0" i="0">
                <a:solidFill>
                  <a:srgbClr val="985B9C"/>
                </a:solidFill>
                <a:latin typeface="AA Zuehlke Medium"/>
              </a:rPr>
              <a:t>What it should cost instead</a:t>
            </a:r>
          </a:p>
        </p:txBody>
      </p:sp>
      <p:sp>
        <p:nvSpPr>
          <p:cNvPr id="13" name="TextBox 12"/>
          <p:cNvSpPr txBox="1"/>
          <p:nvPr/>
        </p:nvSpPr>
        <p:spPr>
          <a:xfrm>
            <a:off x="621792" y="4114800"/>
            <a:ext cx="3931920" cy="365760"/>
          </a:xfrm>
          <a:prstGeom prst="rect">
            <a:avLst/>
          </a:prstGeom>
          <a:noFill/>
        </p:spPr>
        <p:txBody>
          <a:bodyPr wrap="square" lIns="0" rIns="0" tIns="0" bIns="0" anchor="ctr">
            <a:spAutoFit/>
          </a:bodyPr>
          <a:lstStyle/>
          <a:p>
            <a:pPr algn="l"/>
            <a:r>
              <a:rPr sz="1200" b="0" i="0">
                <a:solidFill>
                  <a:srgbClr val="4D4D4D"/>
                </a:solidFill>
                <a:latin typeface="AA Zuehlke"/>
              </a:rPr>
              <a:t>Today — every change runs everything</a:t>
            </a:r>
          </a:p>
        </p:txBody>
      </p:sp>
      <p:sp>
        <p:nvSpPr>
          <p:cNvPr id="14" name="Rectangle 13"/>
          <p:cNvSpPr/>
          <p:nvPr/>
        </p:nvSpPr>
        <p:spPr>
          <a:xfrm>
            <a:off x="4736592" y="4169663"/>
            <a:ext cx="4572000" cy="25603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4"/>
          <p:cNvSpPr txBox="1"/>
          <p:nvPr/>
        </p:nvSpPr>
        <p:spPr>
          <a:xfrm>
            <a:off x="9445751" y="4114800"/>
            <a:ext cx="1371600" cy="365760"/>
          </a:xfrm>
          <a:prstGeom prst="rect">
            <a:avLst/>
          </a:prstGeom>
          <a:noFill/>
        </p:spPr>
        <p:txBody>
          <a:bodyPr wrap="square" lIns="0" rIns="0" tIns="0" bIns="0" anchor="ctr">
            <a:spAutoFit/>
          </a:bodyPr>
          <a:lstStyle/>
          <a:p>
            <a:pPr algn="l"/>
            <a:r>
              <a:rPr sz="1200" b="0" i="0">
                <a:solidFill>
                  <a:srgbClr val="000000"/>
                </a:solidFill>
                <a:latin typeface="AA Zuehlke Medium"/>
              </a:rPr>
              <a:t>60m</a:t>
            </a:r>
          </a:p>
        </p:txBody>
      </p:sp>
      <p:sp>
        <p:nvSpPr>
          <p:cNvPr id="16" name="TextBox 15"/>
          <p:cNvSpPr txBox="1"/>
          <p:nvPr/>
        </p:nvSpPr>
        <p:spPr>
          <a:xfrm>
            <a:off x="621792" y="4736592"/>
            <a:ext cx="3931920" cy="365760"/>
          </a:xfrm>
          <a:prstGeom prst="rect">
            <a:avLst/>
          </a:prstGeom>
          <a:noFill/>
        </p:spPr>
        <p:txBody>
          <a:bodyPr wrap="square" lIns="0" rIns="0" tIns="0" bIns="0" anchor="ctr">
            <a:spAutoFit/>
          </a:bodyPr>
          <a:lstStyle/>
          <a:p>
            <a:pPr algn="l"/>
            <a:r>
              <a:rPr sz="1200" b="0" i="0">
                <a:solidFill>
                  <a:srgbClr val="4D4D4D"/>
                </a:solidFill>
                <a:latin typeface="AA Zuehlke"/>
              </a:rPr>
              <a:t>Target — an isolated change</a:t>
            </a:r>
          </a:p>
        </p:txBody>
      </p:sp>
      <p:sp>
        <p:nvSpPr>
          <p:cNvPr id="17" name="Rectangle 16"/>
          <p:cNvSpPr/>
          <p:nvPr/>
        </p:nvSpPr>
        <p:spPr>
          <a:xfrm>
            <a:off x="4736592" y="4791455"/>
            <a:ext cx="761999"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8" name="TextBox 17"/>
          <p:cNvSpPr txBox="1"/>
          <p:nvPr/>
        </p:nvSpPr>
        <p:spPr>
          <a:xfrm>
            <a:off x="5635751" y="4736592"/>
            <a:ext cx="1371600" cy="365760"/>
          </a:xfrm>
          <a:prstGeom prst="rect">
            <a:avLst/>
          </a:prstGeom>
          <a:noFill/>
        </p:spPr>
        <p:txBody>
          <a:bodyPr wrap="square" lIns="0" rIns="0" tIns="0" bIns="0" anchor="ctr">
            <a:spAutoFit/>
          </a:bodyPr>
          <a:lstStyle/>
          <a:p>
            <a:pPr algn="l"/>
            <a:r>
              <a:rPr sz="1200" b="0" i="0">
                <a:solidFill>
                  <a:srgbClr val="000000"/>
                </a:solidFill>
                <a:latin typeface="AA Zuehlke Medium"/>
              </a:rPr>
              <a:t>10m</a:t>
            </a:r>
          </a:p>
        </p:txBody>
      </p:sp>
      <p:sp>
        <p:nvSpPr>
          <p:cNvPr id="19" name="TextBox 18"/>
          <p:cNvSpPr txBox="1"/>
          <p:nvPr/>
        </p:nvSpPr>
        <p:spPr>
          <a:xfrm>
            <a:off x="621792" y="5577840"/>
            <a:ext cx="10881360" cy="548640"/>
          </a:xfrm>
          <a:prstGeom prst="rect">
            <a:avLst/>
          </a:prstGeom>
          <a:noFill/>
        </p:spPr>
        <p:txBody>
          <a:bodyPr wrap="square" lIns="0" rIns="0" tIns="0" bIns="0" anchor="t">
            <a:spAutoFit/>
          </a:bodyPr>
          <a:lstStyle/>
          <a:p>
            <a:pPr algn="l"/>
            <a:r>
              <a:rPr sz="1200" b="0" i="0">
                <a:solidFill>
                  <a:srgbClr val="8C8C8C"/>
                </a:solidFill>
                <a:latin typeface="AA Zuehlke"/>
              </a:rPr>
              <a:t>Ten minutes is a coffee. An hour is a context switch — so the suite moves to nightly, and nightly means nobody is gating on it.</a:t>
            </a:r>
          </a:p>
        </p:txBody>
      </p:sp>
      <p:sp>
        <p:nvSpPr>
          <p:cNvPr id="20" name="TextBox 19"/>
          <p:cNvSpPr txBox="1"/>
          <p:nvPr/>
        </p:nvSpPr>
        <p:spPr>
          <a:xfrm>
            <a:off x="10881360" y="6345936"/>
            <a:ext cx="685800" cy="201168"/>
          </a:xfrm>
          <a:prstGeom prst="rect">
            <a:avLst/>
          </a:prstGeom>
          <a:noFill/>
        </p:spPr>
        <p:txBody>
          <a:bodyPr wrap="square" lIns="0" rIns="0" tIns="0" bIns="0" anchor="t">
            <a:spAutoFit/>
          </a:bodyPr>
          <a:lstStyle/>
          <a:p>
            <a:pPr algn="r"/>
            <a:fld id="{aa18b7d2-44c6-48b1-b658-c9030a627856}" type="slidenum">
              <a:rPr lang="en-US" sz="800">
                <a:solidFill>
                  <a:srgbClr val="8C8C8C"/>
                </a:solidFill>
                <a:latin typeface="AA Zuehlke"/>
              </a:rPr>
              <a:t>1</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01 · THE EXAMPLE</a:t>
            </a:r>
          </a:p>
        </p:txBody>
      </p:sp>
      <p:sp>
        <p:nvSpPr>
          <p:cNvPr id="3" name="Title 2"/>
          <p:cNvSpPr>
            <a:spLocks noGrp="1"/>
          </p:cNvSpPr>
          <p:nvPr>
            <p:ph type="title"/>
          </p:nvPr>
        </p:nvSpPr>
        <p:spPr/>
        <p:txBody>
          <a:bodyPr/>
          <a:lstStyle/>
          <a:p>
            <a:pPr/>
            <a:r>
              <a:rPr sz="2400" b="0" i="0">
                <a:solidFill>
                  <a:srgbClr val="000000"/>
                </a:solidFill>
                <a:latin typeface="AA Zuehlke Medium"/>
              </a:rPr>
              <a:t>One repo, three apps, one graph</a:t>
            </a:r>
          </a:p>
        </p:txBody>
      </p:sp>
      <p:sp>
        <p:nvSpPr>
          <p:cNvPr id="4" name="Rounded Rectangle 3"/>
          <p:cNvSpPr/>
          <p:nvPr/>
        </p:nvSpPr>
        <p:spPr>
          <a:xfrm>
            <a:off x="621792" y="1481328"/>
            <a:ext cx="10945368" cy="749808"/>
          </a:xfrm>
          <a:prstGeom prst="roundRect">
            <a:avLst>
              <a:gd name="adj" fmla="val 9756"/>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77824" y="1591056"/>
            <a:ext cx="10424160" cy="274320"/>
          </a:xfrm>
          <a:prstGeom prst="rect">
            <a:avLst/>
          </a:prstGeom>
          <a:noFill/>
        </p:spPr>
        <p:txBody>
          <a:bodyPr wrap="square" lIns="0" rIns="0" tIns="0" bIns="0" anchor="t">
            <a:spAutoFit/>
          </a:bodyPr>
          <a:lstStyle/>
          <a:p>
            <a:pPr algn="l"/>
            <a:r>
              <a:rPr sz="1400" b="0" i="0">
                <a:solidFill>
                  <a:srgbClr val="000000"/>
                </a:solidFill>
                <a:latin typeface="AA Zuehlke Medium"/>
              </a:rPr>
              <a:t>“A build system with smart caching and task orchestration.”</a:t>
            </a:r>
          </a:p>
        </p:txBody>
      </p:sp>
      <p:sp>
        <p:nvSpPr>
          <p:cNvPr id="6" name="TextBox 5"/>
          <p:cNvSpPr txBox="1"/>
          <p:nvPr/>
        </p:nvSpPr>
        <p:spPr>
          <a:xfrm>
            <a:off x="877824" y="1865376"/>
            <a:ext cx="10424160" cy="274320"/>
          </a:xfrm>
          <a:prstGeom prst="rect">
            <a:avLst/>
          </a:prstGeom>
          <a:noFill/>
        </p:spPr>
        <p:txBody>
          <a:bodyPr wrap="square" lIns="0" rIns="0" tIns="0" bIns="0" anchor="t">
            <a:spAutoFit/>
          </a:bodyPr>
          <a:lstStyle/>
          <a:p>
            <a:pPr algn="l"/>
            <a:r>
              <a:rPr sz="1100" b="0" i="0">
                <a:solidFill>
                  <a:srgbClr val="8C8C8C"/>
                </a:solidFill>
                <a:latin typeface="AA Zuehlke"/>
              </a:rPr>
              <a:t>nx.dev  ·  It knows what depends on what, so it can skip work. It does not run your tests — Cypress still does that.</a:t>
            </a:r>
          </a:p>
        </p:txBody>
      </p:sp>
      <p:cxnSp>
        <p:nvCxnSpPr>
          <p:cNvPr id="7" name="Connector 6"/>
          <p:cNvCxnSpPr/>
          <p:nvPr/>
        </p:nvCxnSpPr>
        <p:spPr>
          <a:xfrm>
            <a:off x="2148840" y="3108960"/>
            <a:ext cx="1965960" cy="685800"/>
          </a:xfrm>
          <a:prstGeom prst="line">
            <a:avLst/>
          </a:prstGeom>
          <a:ln w="15875">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4114800" y="3108960"/>
            <a:ext cx="1965960" cy="685800"/>
          </a:xfrm>
          <a:prstGeom prst="line">
            <a:avLst/>
          </a:prstGeom>
          <a:ln w="15875">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80760" y="3108960"/>
            <a:ext cx="1965960" cy="685800"/>
          </a:xfrm>
          <a:prstGeom prst="line">
            <a:avLst/>
          </a:prstGeom>
          <a:ln w="15875">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046720" y="3108960"/>
            <a:ext cx="1965960" cy="685800"/>
          </a:xfrm>
          <a:prstGeom prst="line">
            <a:avLst/>
          </a:prstGeom>
          <a:ln w="15875">
            <a:solidFill>
              <a:srgbClr val="8C8C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2960" y="2395728"/>
            <a:ext cx="2651760" cy="256032"/>
          </a:xfrm>
          <a:prstGeom prst="rect">
            <a:avLst/>
          </a:prstGeom>
          <a:noFill/>
        </p:spPr>
        <p:txBody>
          <a:bodyPr wrap="square" lIns="0" rIns="0" tIns="0" bIns="0" anchor="t">
            <a:spAutoFit/>
          </a:bodyPr>
          <a:lstStyle/>
          <a:p>
            <a:pPr algn="ctr"/>
            <a:r>
              <a:rPr sz="1100" b="0" i="0">
                <a:solidFill>
                  <a:srgbClr val="8C8C8C"/>
                </a:solidFill>
                <a:latin typeface="AA Zuehlke"/>
              </a:rPr>
              <a:t>10 specs</a:t>
            </a:r>
          </a:p>
        </p:txBody>
      </p:sp>
      <p:sp>
        <p:nvSpPr>
          <p:cNvPr id="12" name="Rounded Rectangle 11"/>
          <p:cNvSpPr/>
          <p:nvPr/>
        </p:nvSpPr>
        <p:spPr>
          <a:xfrm>
            <a:off x="822960" y="2651760"/>
            <a:ext cx="2651760" cy="457200"/>
          </a:xfrm>
          <a:prstGeom prst="roundRect">
            <a:avLst>
              <a:gd name="adj" fmla="val 16000"/>
            </a:avLst>
          </a:prstGeom>
          <a:solidFill>
            <a:srgbClr val="000000"/>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822960" y="2651760"/>
            <a:ext cx="2651760" cy="457200"/>
          </a:xfrm>
          <a:prstGeom prst="rect">
            <a:avLst/>
          </a:prstGeom>
          <a:noFill/>
        </p:spPr>
        <p:txBody>
          <a:bodyPr wrap="square" lIns="0" rIns="0" tIns="0" bIns="0" anchor="ctr">
            <a:spAutoFit/>
          </a:bodyPr>
          <a:lstStyle/>
          <a:p>
            <a:pPr algn="ctr"/>
            <a:r>
              <a:rPr sz="1500" b="0" i="0">
                <a:solidFill>
                  <a:srgbClr val="FFFFFF"/>
                </a:solidFill>
                <a:latin typeface="Consolas"/>
              </a:rPr>
              <a:t>shop</a:t>
            </a:r>
          </a:p>
        </p:txBody>
      </p:sp>
      <p:sp>
        <p:nvSpPr>
          <p:cNvPr id="14" name="TextBox 13"/>
          <p:cNvSpPr txBox="1"/>
          <p:nvPr/>
        </p:nvSpPr>
        <p:spPr>
          <a:xfrm>
            <a:off x="4754880" y="2395728"/>
            <a:ext cx="2651760" cy="256032"/>
          </a:xfrm>
          <a:prstGeom prst="rect">
            <a:avLst/>
          </a:prstGeom>
          <a:noFill/>
        </p:spPr>
        <p:txBody>
          <a:bodyPr wrap="square" lIns="0" rIns="0" tIns="0" bIns="0" anchor="t">
            <a:spAutoFit/>
          </a:bodyPr>
          <a:lstStyle/>
          <a:p>
            <a:pPr algn="ctr"/>
            <a:r>
              <a:rPr sz="1100" b="0" i="0">
                <a:solidFill>
                  <a:srgbClr val="8C8C8C"/>
                </a:solidFill>
                <a:latin typeface="AA Zuehlke"/>
              </a:rPr>
              <a:t>10 specs</a:t>
            </a:r>
          </a:p>
        </p:txBody>
      </p:sp>
      <p:sp>
        <p:nvSpPr>
          <p:cNvPr id="15" name="Rounded Rectangle 14"/>
          <p:cNvSpPr/>
          <p:nvPr/>
        </p:nvSpPr>
        <p:spPr>
          <a:xfrm>
            <a:off x="4754880" y="2651760"/>
            <a:ext cx="2651760" cy="457200"/>
          </a:xfrm>
          <a:prstGeom prst="roundRect">
            <a:avLst>
              <a:gd name="adj" fmla="val 16000"/>
            </a:avLst>
          </a:prstGeom>
          <a:solidFill>
            <a:srgbClr val="000000"/>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TextBox 15"/>
          <p:cNvSpPr txBox="1"/>
          <p:nvPr/>
        </p:nvSpPr>
        <p:spPr>
          <a:xfrm>
            <a:off x="4754880" y="2651760"/>
            <a:ext cx="2651760" cy="457200"/>
          </a:xfrm>
          <a:prstGeom prst="rect">
            <a:avLst/>
          </a:prstGeom>
          <a:noFill/>
        </p:spPr>
        <p:txBody>
          <a:bodyPr wrap="square" lIns="0" rIns="0" tIns="0" bIns="0" anchor="ctr">
            <a:spAutoFit/>
          </a:bodyPr>
          <a:lstStyle/>
          <a:p>
            <a:pPr algn="ctr"/>
            <a:r>
              <a:rPr sz="1500" b="0" i="0">
                <a:solidFill>
                  <a:srgbClr val="FFFFFF"/>
                </a:solidFill>
                <a:latin typeface="Consolas"/>
              </a:rPr>
              <a:t>admin</a:t>
            </a:r>
          </a:p>
        </p:txBody>
      </p:sp>
      <p:sp>
        <p:nvSpPr>
          <p:cNvPr id="17" name="TextBox 16"/>
          <p:cNvSpPr txBox="1"/>
          <p:nvPr/>
        </p:nvSpPr>
        <p:spPr>
          <a:xfrm>
            <a:off x="8686800" y="2395728"/>
            <a:ext cx="2651760" cy="256032"/>
          </a:xfrm>
          <a:prstGeom prst="rect">
            <a:avLst/>
          </a:prstGeom>
          <a:noFill/>
        </p:spPr>
        <p:txBody>
          <a:bodyPr wrap="square" lIns="0" rIns="0" tIns="0" bIns="0" anchor="t">
            <a:spAutoFit/>
          </a:bodyPr>
          <a:lstStyle/>
          <a:p>
            <a:pPr algn="ctr"/>
            <a:r>
              <a:rPr sz="1100" b="0" i="0">
                <a:solidFill>
                  <a:srgbClr val="8C8C8C"/>
                </a:solidFill>
                <a:latin typeface="AA Zuehlke"/>
              </a:rPr>
              <a:t>10 specs</a:t>
            </a:r>
          </a:p>
        </p:txBody>
      </p:sp>
      <p:sp>
        <p:nvSpPr>
          <p:cNvPr id="18" name="Rounded Rectangle 17"/>
          <p:cNvSpPr/>
          <p:nvPr/>
        </p:nvSpPr>
        <p:spPr>
          <a:xfrm>
            <a:off x="8686800" y="2651760"/>
            <a:ext cx="2651760" cy="457200"/>
          </a:xfrm>
          <a:prstGeom prst="roundRect">
            <a:avLst>
              <a:gd name="adj" fmla="val 16000"/>
            </a:avLst>
          </a:prstGeom>
          <a:solidFill>
            <a:srgbClr val="000000"/>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8"/>
          <p:cNvSpPr txBox="1"/>
          <p:nvPr/>
        </p:nvSpPr>
        <p:spPr>
          <a:xfrm>
            <a:off x="8686800" y="2651760"/>
            <a:ext cx="2651760" cy="457200"/>
          </a:xfrm>
          <a:prstGeom prst="rect">
            <a:avLst/>
          </a:prstGeom>
          <a:noFill/>
        </p:spPr>
        <p:txBody>
          <a:bodyPr wrap="square" lIns="0" rIns="0" tIns="0" bIns="0" anchor="ctr">
            <a:spAutoFit/>
          </a:bodyPr>
          <a:lstStyle/>
          <a:p>
            <a:pPr algn="ctr"/>
            <a:r>
              <a:rPr sz="1500" b="0" i="0">
                <a:solidFill>
                  <a:srgbClr val="FFFFFF"/>
                </a:solidFill>
                <a:latin typeface="Consolas"/>
              </a:rPr>
              <a:t>docs</a:t>
            </a:r>
          </a:p>
        </p:txBody>
      </p:sp>
      <p:sp>
        <p:nvSpPr>
          <p:cNvPr id="20" name="Rounded Rectangle 19"/>
          <p:cNvSpPr/>
          <p:nvPr/>
        </p:nvSpPr>
        <p:spPr>
          <a:xfrm>
            <a:off x="2788920" y="3794760"/>
            <a:ext cx="2651760" cy="457200"/>
          </a:xfrm>
          <a:prstGeom prst="roundRect">
            <a:avLst>
              <a:gd name="adj" fmla="val 16000"/>
            </a:avLst>
          </a:prstGeom>
          <a:solidFill>
            <a:srgbClr val="FFFFFF"/>
          </a:solidFill>
          <a:ln w="15875">
            <a:solidFill>
              <a:srgbClr val="00CC6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TextBox 20"/>
          <p:cNvSpPr txBox="1"/>
          <p:nvPr/>
        </p:nvSpPr>
        <p:spPr>
          <a:xfrm>
            <a:off x="2788920" y="3794760"/>
            <a:ext cx="2651760" cy="457200"/>
          </a:xfrm>
          <a:prstGeom prst="rect">
            <a:avLst/>
          </a:prstGeom>
          <a:noFill/>
        </p:spPr>
        <p:txBody>
          <a:bodyPr wrap="square" lIns="0" rIns="0" tIns="0" bIns="0" anchor="ctr">
            <a:spAutoFit/>
          </a:bodyPr>
          <a:lstStyle/>
          <a:p>
            <a:pPr algn="ctr"/>
            <a:r>
              <a:rPr sz="1300" b="0" i="0">
                <a:solidFill>
                  <a:srgbClr val="00804D"/>
                </a:solidFill>
                <a:latin typeface="Consolas"/>
              </a:rPr>
              <a:t>formatting</a:t>
            </a:r>
          </a:p>
        </p:txBody>
      </p:sp>
      <p:sp>
        <p:nvSpPr>
          <p:cNvPr id="22" name="Rounded Rectangle 21"/>
          <p:cNvSpPr/>
          <p:nvPr/>
        </p:nvSpPr>
        <p:spPr>
          <a:xfrm>
            <a:off x="6720840" y="3794760"/>
            <a:ext cx="2651760" cy="457200"/>
          </a:xfrm>
          <a:prstGeom prst="roundRect">
            <a:avLst>
              <a:gd name="adj" fmla="val 16000"/>
            </a:avLst>
          </a:prstGeom>
          <a:solidFill>
            <a:srgbClr val="FFFFFF"/>
          </a:solidFill>
          <a:ln w="15875">
            <a:solidFill>
              <a:srgbClr val="00CC6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3" name="TextBox 22"/>
          <p:cNvSpPr txBox="1"/>
          <p:nvPr/>
        </p:nvSpPr>
        <p:spPr>
          <a:xfrm>
            <a:off x="6720840" y="3794760"/>
            <a:ext cx="2651760" cy="457200"/>
          </a:xfrm>
          <a:prstGeom prst="rect">
            <a:avLst/>
          </a:prstGeom>
          <a:noFill/>
        </p:spPr>
        <p:txBody>
          <a:bodyPr wrap="square" lIns="0" rIns="0" tIns="0" bIns="0" anchor="ctr">
            <a:spAutoFit/>
          </a:bodyPr>
          <a:lstStyle/>
          <a:p>
            <a:pPr algn="ctr"/>
            <a:r>
              <a:rPr sz="1300" b="0" i="0">
                <a:solidFill>
                  <a:srgbClr val="00804D"/>
                </a:solidFill>
                <a:latin typeface="Consolas"/>
              </a:rPr>
              <a:t>ui</a:t>
            </a:r>
          </a:p>
        </p:txBody>
      </p:sp>
      <p:sp>
        <p:nvSpPr>
          <p:cNvPr id="24" name="TextBox 23"/>
          <p:cNvSpPr txBox="1"/>
          <p:nvPr/>
        </p:nvSpPr>
        <p:spPr>
          <a:xfrm>
            <a:off x="822960" y="3794760"/>
            <a:ext cx="1783080" cy="457200"/>
          </a:xfrm>
          <a:prstGeom prst="rect">
            <a:avLst/>
          </a:prstGeom>
          <a:noFill/>
        </p:spPr>
        <p:txBody>
          <a:bodyPr wrap="square" lIns="0" rIns="0" tIns="0" bIns="0" anchor="ctr">
            <a:spAutoFit/>
          </a:bodyPr>
          <a:lstStyle/>
          <a:p>
            <a:pPr algn="r"/>
            <a:r>
              <a:rPr sz="1100" b="0" i="0">
                <a:solidFill>
                  <a:srgbClr val="8C8C8C"/>
                </a:solidFill>
                <a:latin typeface="AA Zuehlke"/>
              </a:rPr>
              <a:t>shared libs</a:t>
            </a:r>
          </a:p>
        </p:txBody>
      </p:sp>
      <p:sp>
        <p:nvSpPr>
          <p:cNvPr id="25" name="Rounded Rectangle 24"/>
          <p:cNvSpPr/>
          <p:nvPr/>
        </p:nvSpPr>
        <p:spPr>
          <a:xfrm>
            <a:off x="621792" y="457200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6" name="TextBox 25"/>
          <p:cNvSpPr txBox="1"/>
          <p:nvPr/>
        </p:nvSpPr>
        <p:spPr>
          <a:xfrm>
            <a:off x="850392" y="471830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30</a:t>
            </a:r>
          </a:p>
        </p:txBody>
      </p:sp>
      <p:sp>
        <p:nvSpPr>
          <p:cNvPr id="27" name="TextBox 26"/>
          <p:cNvSpPr txBox="1"/>
          <p:nvPr/>
        </p:nvSpPr>
        <p:spPr>
          <a:xfrm>
            <a:off x="850392" y="53035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spec files</a:t>
            </a:r>
          </a:p>
        </p:txBody>
      </p:sp>
      <p:sp>
        <p:nvSpPr>
          <p:cNvPr id="28" name="Rounded Rectangle 27"/>
          <p:cNvSpPr/>
          <p:nvPr/>
        </p:nvSpPr>
        <p:spPr>
          <a:xfrm>
            <a:off x="4325112" y="457200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9" name="TextBox 28"/>
          <p:cNvSpPr txBox="1"/>
          <p:nvPr/>
        </p:nvSpPr>
        <p:spPr>
          <a:xfrm>
            <a:off x="4553712" y="4718304"/>
            <a:ext cx="2971800" cy="566928"/>
          </a:xfrm>
          <a:prstGeom prst="rect">
            <a:avLst/>
          </a:prstGeom>
          <a:noFill/>
        </p:spPr>
        <p:txBody>
          <a:bodyPr wrap="square" lIns="0" rIns="0" tIns="0" bIns="0" anchor="t">
            <a:spAutoFit/>
          </a:bodyPr>
          <a:lstStyle/>
          <a:p>
            <a:pPr algn="l"/>
            <a:r>
              <a:rPr sz="2800" b="0" i="0">
                <a:solidFill>
                  <a:srgbClr val="000000"/>
                </a:solidFill>
                <a:latin typeface="AA Zuehlke Medium"/>
              </a:rPr>
              <a:t>202</a:t>
            </a:r>
          </a:p>
        </p:txBody>
      </p:sp>
      <p:sp>
        <p:nvSpPr>
          <p:cNvPr id="30" name="TextBox 29"/>
          <p:cNvSpPr txBox="1"/>
          <p:nvPr/>
        </p:nvSpPr>
        <p:spPr>
          <a:xfrm>
            <a:off x="4553712" y="53035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tests</a:t>
            </a:r>
          </a:p>
        </p:txBody>
      </p:sp>
      <p:sp>
        <p:nvSpPr>
          <p:cNvPr id="31" name="Rounded Rectangle 30"/>
          <p:cNvSpPr/>
          <p:nvPr/>
        </p:nvSpPr>
        <p:spPr>
          <a:xfrm>
            <a:off x="8028431" y="457200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2" name="TextBox 31"/>
          <p:cNvSpPr txBox="1"/>
          <p:nvPr/>
        </p:nvSpPr>
        <p:spPr>
          <a:xfrm>
            <a:off x="8257031" y="4718304"/>
            <a:ext cx="2971800" cy="566928"/>
          </a:xfrm>
          <a:prstGeom prst="rect">
            <a:avLst/>
          </a:prstGeom>
          <a:noFill/>
        </p:spPr>
        <p:txBody>
          <a:bodyPr wrap="square" lIns="0" rIns="0" tIns="0" bIns="0" anchor="t">
            <a:spAutoFit/>
          </a:bodyPr>
          <a:lstStyle/>
          <a:p>
            <a:pPr algn="l"/>
            <a:r>
              <a:rPr sz="2800" b="0" i="0">
                <a:solidFill>
                  <a:srgbClr val="FF9900"/>
                </a:solidFill>
                <a:latin typeface="AA Zuehlke Medium"/>
              </a:rPr>
              <a:t>3</a:t>
            </a:r>
          </a:p>
        </p:txBody>
      </p:sp>
      <p:sp>
        <p:nvSpPr>
          <p:cNvPr id="33" name="TextBox 32"/>
          <p:cNvSpPr txBox="1"/>
          <p:nvPr/>
        </p:nvSpPr>
        <p:spPr>
          <a:xfrm>
            <a:off x="8257031" y="53035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tasks that can run them</a:t>
            </a:r>
          </a:p>
        </p:txBody>
      </p:sp>
      <p:sp>
        <p:nvSpPr>
          <p:cNvPr id="34" name="TextBox 33"/>
          <p:cNvSpPr txBox="1"/>
          <p:nvPr/>
        </p:nvSpPr>
        <p:spPr>
          <a:xfrm>
            <a:off x="621792" y="5897880"/>
            <a:ext cx="10881360" cy="365760"/>
          </a:xfrm>
          <a:prstGeom prst="rect">
            <a:avLst/>
          </a:prstGeom>
          <a:noFill/>
        </p:spPr>
        <p:txBody>
          <a:bodyPr wrap="square" lIns="0" rIns="0" tIns="0" bIns="0" anchor="t">
            <a:spAutoFit/>
          </a:bodyPr>
          <a:lstStyle/>
          <a:p>
            <a:pPr algn="l"/>
            <a:r>
              <a:rPr sz="1200" b="0" i="0">
                <a:solidFill>
                  <a:srgbClr val="8C8C8C"/>
                </a:solidFill>
                <a:latin typeface="AA Zuehlke"/>
              </a:rPr>
              <a:t>Thirty files, but only three things you can actually run — one e2e task per app.</a:t>
            </a:r>
          </a:p>
        </p:txBody>
      </p:sp>
      <p:sp>
        <p:nvSpPr>
          <p:cNvPr id="35" name="TextBox 34"/>
          <p:cNvSpPr txBox="1"/>
          <p:nvPr/>
        </p:nvSpPr>
        <p:spPr>
          <a:xfrm>
            <a:off x="10881360" y="6345936"/>
            <a:ext cx="685800" cy="201168"/>
          </a:xfrm>
          <a:prstGeom prst="rect">
            <a:avLst/>
          </a:prstGeom>
          <a:noFill/>
        </p:spPr>
        <p:txBody>
          <a:bodyPr wrap="square" lIns="0" rIns="0" tIns="0" bIns="0" anchor="t">
            <a:spAutoFit/>
          </a:bodyPr>
          <a:lstStyle/>
          <a:p>
            <a:pPr algn="r"/>
            <a:fld id="{36c7c5f4-a08f-41f9-a713-049754abbaf7}" type="slidenum">
              <a:rPr lang="en-US" sz="800">
                <a:solidFill>
                  <a:srgbClr val="8C8C8C"/>
                </a:solidFill>
                <a:latin typeface="AA Zuehlke"/>
              </a:rPr>
              <a:t>1</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01 · THE BASELINE</a:t>
            </a:r>
          </a:p>
        </p:txBody>
      </p:sp>
      <p:sp>
        <p:nvSpPr>
          <p:cNvPr id="3" name="Title 2"/>
          <p:cNvSpPr>
            <a:spLocks noGrp="1"/>
          </p:cNvSpPr>
          <p:nvPr>
            <p:ph type="title"/>
          </p:nvPr>
        </p:nvSpPr>
        <p:spPr/>
        <p:txBody>
          <a:bodyPr/>
          <a:lstStyle/>
          <a:p>
            <a:pPr/>
            <a:r>
              <a:rPr sz="2400" b="0" i="0">
                <a:solidFill>
                  <a:srgbClr val="000000"/>
                </a:solidFill>
                <a:latin typeface="AA Zuehlke Medium"/>
              </a:rPr>
              <a:t>So how fast is the feedback?</a:t>
            </a:r>
          </a:p>
        </p:txBody>
      </p:sp>
      <p:sp>
        <p:nvSpPr>
          <p:cNvPr id="4" name="Rounded Rectangle 3"/>
          <p:cNvSpPr/>
          <p:nvPr/>
        </p:nvSpPr>
        <p:spPr>
          <a:xfrm>
            <a:off x="621792" y="1600200"/>
            <a:ext cx="6492240" cy="2066544"/>
          </a:xfrm>
          <a:prstGeom prst="roundRect">
            <a:avLst>
              <a:gd name="adj" fmla="val 3539"/>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6089903" cy="1700784"/>
          </a:xfrm>
          <a:prstGeom prst="rect">
            <a:avLst/>
          </a:prstGeom>
          <a:noFill/>
        </p:spPr>
        <p:txBody>
          <a:bodyPr wrap="square" lIns="0" rIns="0" tIns="0" bIns="0" anchor="t">
            <a:spAutoFit/>
          </a:bodyPr>
          <a:lstStyle/>
          <a:p>
            <a:pPr algn="l">
              <a:lnSpc>
                <a:spcPct val="125000"/>
              </a:lnSpc>
            </a:pPr>
            <a:r>
              <a:rPr sz="1200" b="0" i="0">
                <a:solidFill>
                  <a:srgbClr val="000000"/>
                </a:solidFill>
                <a:latin typeface="Consolas"/>
              </a:rPr>
              <a:t>$ nx run-many -t e2e --parallel=1</a:t>
            </a:r>
          </a:p>
          <a:p>
            <a:pPr algn="l">
              <a:lnSpc>
                <a:spcPct val="125000"/>
              </a:lnSpc>
            </a:pPr>
            <a:r>
              <a:rPr sz="1200" b="0" i="0">
                <a:solidFill>
                  <a:srgbClr val="000000"/>
                </a:solidFill>
                <a:latin typeface="Consolas"/>
              </a:rPr>
              <a:t/>
            </a:r>
          </a:p>
          <a:p>
            <a:pPr algn="l">
              <a:lnSpc>
                <a:spcPct val="125000"/>
              </a:lnSpc>
            </a:pPr>
            <a:r>
              <a:rPr sz="1200" b="0" i="0">
                <a:solidFill>
                  <a:srgbClr val="4D4D4D"/>
                </a:solidFill>
                <a:latin typeface="Consolas"/>
              </a:rPr>
              <a:t>  shop-e2e    10 specs ....... 1m 33s</a:t>
            </a:r>
          </a:p>
          <a:p>
            <a:pPr algn="l">
              <a:lnSpc>
                <a:spcPct val="125000"/>
              </a:lnSpc>
            </a:pPr>
            <a:r>
              <a:rPr sz="1200" b="0" i="0">
                <a:solidFill>
                  <a:srgbClr val="4D4D4D"/>
                </a:solidFill>
                <a:latin typeface="Consolas"/>
              </a:rPr>
              <a:t>  admin-e2e   10 specs ....... 1m 20s</a:t>
            </a:r>
          </a:p>
          <a:p>
            <a:pPr algn="l">
              <a:lnSpc>
                <a:spcPct val="125000"/>
              </a:lnSpc>
            </a:pPr>
            <a:r>
              <a:rPr sz="1200" b="0" i="0">
                <a:solidFill>
                  <a:srgbClr val="4D4D4D"/>
                </a:solidFill>
                <a:latin typeface="Consolas"/>
              </a:rPr>
              <a:t>  docs-e2e    10 specs ....... 1m 27s</a:t>
            </a:r>
          </a:p>
          <a:p>
            <a:pPr algn="l">
              <a:lnSpc>
                <a:spcPct val="125000"/>
              </a:lnSpc>
            </a:pPr>
            <a:r>
              <a:rPr sz="1200" b="0" i="0">
                <a:solidFill>
                  <a:srgbClr val="8C8C8C"/>
                </a:solidFill>
                <a:latin typeface="Consolas"/>
              </a:rPr>
              <a:t>  ─────────────────────────────────────</a:t>
            </a:r>
          </a:p>
          <a:p>
            <a:pPr algn="l">
              <a:lnSpc>
                <a:spcPct val="125000"/>
              </a:lnSpc>
            </a:pPr>
            <a:r>
              <a:rPr sz="1200" b="0" i="0">
                <a:solidFill>
                  <a:srgbClr val="FF9900"/>
                </a:solidFill>
                <a:latin typeface="Consolas"/>
              </a:rPr>
              <a:t>  Run duration:              4m 20s</a:t>
            </a:r>
          </a:p>
        </p:txBody>
      </p:sp>
      <p:sp>
        <p:nvSpPr>
          <p:cNvPr id="6" name="Rounded Rectangle 5"/>
          <p:cNvSpPr/>
          <p:nvPr/>
        </p:nvSpPr>
        <p:spPr>
          <a:xfrm>
            <a:off x="7589520" y="1600200"/>
            <a:ext cx="3977639" cy="2377440"/>
          </a:xfrm>
          <a:prstGeom prst="roundRect">
            <a:avLst>
              <a:gd name="adj" fmla="val 3076"/>
            </a:avLst>
          </a:prstGeom>
          <a:solidFill>
            <a:srgbClr val="FFFFFF"/>
          </a:solidFill>
          <a:ln w="15875">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7863840" y="1874519"/>
            <a:ext cx="3474720" cy="731520"/>
          </a:xfrm>
          <a:prstGeom prst="rect">
            <a:avLst/>
          </a:prstGeom>
          <a:noFill/>
        </p:spPr>
        <p:txBody>
          <a:bodyPr wrap="square" lIns="0" rIns="0" tIns="0" bIns="0" anchor="t">
            <a:spAutoFit/>
          </a:bodyPr>
          <a:lstStyle/>
          <a:p>
            <a:pPr algn="l"/>
            <a:r>
              <a:rPr sz="3600" b="0" i="0">
                <a:solidFill>
                  <a:srgbClr val="FF9900"/>
                </a:solidFill>
                <a:latin typeface="AA Zuehlke Medium"/>
              </a:rPr>
              <a:t>4m 20s</a:t>
            </a:r>
          </a:p>
        </p:txBody>
      </p:sp>
      <p:sp>
        <p:nvSpPr>
          <p:cNvPr id="8" name="TextBox 7"/>
          <p:cNvSpPr txBox="1"/>
          <p:nvPr/>
        </p:nvSpPr>
        <p:spPr>
          <a:xfrm>
            <a:off x="7863840" y="2651760"/>
            <a:ext cx="3474720" cy="640080"/>
          </a:xfrm>
          <a:prstGeom prst="rect">
            <a:avLst/>
          </a:prstGeom>
          <a:noFill/>
        </p:spPr>
        <p:txBody>
          <a:bodyPr wrap="square" lIns="0" rIns="0" tIns="0" bIns="0" anchor="t">
            <a:spAutoFit/>
          </a:bodyPr>
          <a:lstStyle/>
          <a:p>
            <a:pPr algn="l"/>
            <a:r>
              <a:rPr sz="1200" b="0" i="0">
                <a:solidFill>
                  <a:srgbClr val="4D4D4D"/>
                </a:solidFill>
                <a:latin typeface="AA Zuehlke"/>
              </a:rPr>
              <a:t>for one opinion on whether your change is safe</a:t>
            </a:r>
          </a:p>
        </p:txBody>
      </p:sp>
      <p:sp>
        <p:nvSpPr>
          <p:cNvPr id="9" name="TextBox 8"/>
          <p:cNvSpPr txBox="1"/>
          <p:nvPr/>
        </p:nvSpPr>
        <p:spPr>
          <a:xfrm>
            <a:off x="7863840" y="3337560"/>
            <a:ext cx="3474720" cy="457200"/>
          </a:xfrm>
          <a:prstGeom prst="rect">
            <a:avLst/>
          </a:prstGeom>
          <a:noFill/>
        </p:spPr>
        <p:txBody>
          <a:bodyPr wrap="square" lIns="0" rIns="0" tIns="0" bIns="0" anchor="t">
            <a:spAutoFit/>
          </a:bodyPr>
          <a:lstStyle/>
          <a:p>
            <a:pPr algn="l"/>
            <a:r>
              <a:rPr sz="1100" b="0" i="0">
                <a:solidFill>
                  <a:srgbClr val="8C8C8C"/>
                </a:solidFill>
                <a:latin typeface="AA Zuehlke"/>
              </a:rPr>
              <a:t>Three apps. One process each.</a:t>
            </a:r>
          </a:p>
        </p:txBody>
      </p:sp>
      <p:sp>
        <p:nvSpPr>
          <p:cNvPr id="10" name="TextBox 9"/>
          <p:cNvSpPr txBox="1"/>
          <p:nvPr/>
        </p:nvSpPr>
        <p:spPr>
          <a:xfrm>
            <a:off x="621792" y="4754880"/>
            <a:ext cx="10881360" cy="548640"/>
          </a:xfrm>
          <a:prstGeom prst="rect">
            <a:avLst/>
          </a:prstGeom>
          <a:noFill/>
        </p:spPr>
        <p:txBody>
          <a:bodyPr wrap="square" lIns="0" rIns="0" tIns="0" bIns="0" anchor="t">
            <a:spAutoFit/>
          </a:bodyPr>
          <a:lstStyle/>
          <a:p>
            <a:pPr algn="l"/>
            <a:r>
              <a:rPr sz="1200" b="0" i="0">
                <a:solidFill>
                  <a:srgbClr val="4D4D4D"/>
                </a:solidFill>
                <a:latin typeface="AA Zuehlke"/>
              </a:rPr>
              <a:t>And this is the small version. Fifteen apps and 1,500 tests is the project this came from — same shape, different number.</a:t>
            </a:r>
          </a:p>
        </p:txBody>
      </p:sp>
      <p:sp>
        <p:nvSpPr>
          <p:cNvPr id="11" name="TextBox 10"/>
          <p:cNvSpPr txBox="1"/>
          <p:nvPr/>
        </p:nvSpPr>
        <p:spPr>
          <a:xfrm>
            <a:off x="10881360" y="6345936"/>
            <a:ext cx="685800" cy="201168"/>
          </a:xfrm>
          <a:prstGeom prst="rect">
            <a:avLst/>
          </a:prstGeom>
          <a:noFill/>
        </p:spPr>
        <p:txBody>
          <a:bodyPr wrap="square" lIns="0" rIns="0" tIns="0" bIns="0" anchor="t">
            <a:spAutoFit/>
          </a:bodyPr>
          <a:lstStyle/>
          <a:p>
            <a:pPr algn="r"/>
            <a:fld id="{0c4d6be9-e530-49bb-a28a-41ac91612625}" type="slidenum">
              <a:rPr lang="en-US" sz="800">
                <a:solidFill>
                  <a:srgbClr val="8C8C8C"/>
                </a:solidFill>
                <a:latin typeface="AA Zuehlke"/>
              </a:rPr>
              <a:t>1</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01 · THE WISH LIST</a:t>
            </a:r>
          </a:p>
        </p:txBody>
      </p:sp>
      <p:sp>
        <p:nvSpPr>
          <p:cNvPr id="3" name="Title 2"/>
          <p:cNvSpPr>
            <a:spLocks noGrp="1"/>
          </p:cNvSpPr>
          <p:nvPr>
            <p:ph type="title"/>
          </p:nvPr>
        </p:nvSpPr>
        <p:spPr/>
        <p:txBody>
          <a:bodyPr/>
          <a:lstStyle/>
          <a:p>
            <a:pPr/>
            <a:r>
              <a:rPr sz="2400" b="0" i="0">
                <a:solidFill>
                  <a:srgbClr val="000000"/>
                </a:solidFill>
                <a:latin typeface="AA Zuehlke Medium"/>
              </a:rPr>
              <a:t>Imagine you could run only…</a:t>
            </a:r>
          </a:p>
        </p:txBody>
      </p:sp>
      <p:sp>
        <p:nvSpPr>
          <p:cNvPr id="4" name="Rounded Rectangle 3"/>
          <p:cNvSpPr/>
          <p:nvPr/>
        </p:nvSpPr>
        <p:spPr>
          <a:xfrm>
            <a:off x="621792" y="1600200"/>
            <a:ext cx="5349240" cy="1554480"/>
          </a:xfrm>
          <a:prstGeom prst="roundRect">
            <a:avLst>
              <a:gd name="adj" fmla="val 47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Rectangle 4"/>
          <p:cNvSpPr/>
          <p:nvPr/>
        </p:nvSpPr>
        <p:spPr>
          <a:xfrm>
            <a:off x="621792" y="1600200"/>
            <a:ext cx="45720" cy="1554480"/>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5"/>
          <p:cNvSpPr txBox="1"/>
          <p:nvPr/>
        </p:nvSpPr>
        <p:spPr>
          <a:xfrm>
            <a:off x="877824" y="1801368"/>
            <a:ext cx="4892040" cy="365760"/>
          </a:xfrm>
          <a:prstGeom prst="rect">
            <a:avLst/>
          </a:prstGeom>
          <a:noFill/>
        </p:spPr>
        <p:txBody>
          <a:bodyPr wrap="square" lIns="0" rIns="0" tIns="0" bIns="0" anchor="t">
            <a:spAutoFit/>
          </a:bodyPr>
          <a:lstStyle/>
          <a:p>
            <a:pPr algn="l"/>
            <a:r>
              <a:rPr sz="1600" b="0" i="0">
                <a:solidFill>
                  <a:srgbClr val="000000"/>
                </a:solidFill>
                <a:latin typeface="AA Zuehlke Medium"/>
              </a:rPr>
              <a:t>…what the change touched</a:t>
            </a:r>
          </a:p>
        </p:txBody>
      </p:sp>
      <p:sp>
        <p:nvSpPr>
          <p:cNvPr id="7" name="TextBox 6"/>
          <p:cNvSpPr txBox="1"/>
          <p:nvPr/>
        </p:nvSpPr>
        <p:spPr>
          <a:xfrm>
            <a:off x="877824" y="2258568"/>
            <a:ext cx="4892040" cy="731519"/>
          </a:xfrm>
          <a:prstGeom prst="rect">
            <a:avLst/>
          </a:prstGeom>
          <a:noFill/>
        </p:spPr>
        <p:txBody>
          <a:bodyPr wrap="square" lIns="0" rIns="0" tIns="0" bIns="0" anchor="t">
            <a:spAutoFit/>
          </a:bodyPr>
          <a:lstStyle/>
          <a:p>
            <a:pPr algn="l"/>
            <a:r>
              <a:rPr sz="1200" b="0" i="0">
                <a:solidFill>
                  <a:srgbClr val="4D4D4D"/>
                </a:solidFill>
                <a:latin typeface="AA Zuehlke"/>
              </a:rPr>
              <a:t>Not the whole suite. The apps the diff can actually break.</a:t>
            </a:r>
          </a:p>
        </p:txBody>
      </p:sp>
      <p:sp>
        <p:nvSpPr>
          <p:cNvPr id="8" name="Rounded Rectangle 7"/>
          <p:cNvSpPr/>
          <p:nvPr/>
        </p:nvSpPr>
        <p:spPr>
          <a:xfrm>
            <a:off x="6199631" y="1600200"/>
            <a:ext cx="5349240" cy="1554480"/>
          </a:xfrm>
          <a:prstGeom prst="roundRect">
            <a:avLst>
              <a:gd name="adj" fmla="val 47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Rectangle 8"/>
          <p:cNvSpPr/>
          <p:nvPr/>
        </p:nvSpPr>
        <p:spPr>
          <a:xfrm>
            <a:off x="6199631" y="1600200"/>
            <a:ext cx="45720" cy="1554480"/>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TextBox 9"/>
          <p:cNvSpPr txBox="1"/>
          <p:nvPr/>
        </p:nvSpPr>
        <p:spPr>
          <a:xfrm>
            <a:off x="6455664" y="1801368"/>
            <a:ext cx="4892040" cy="365760"/>
          </a:xfrm>
          <a:prstGeom prst="rect">
            <a:avLst/>
          </a:prstGeom>
          <a:noFill/>
        </p:spPr>
        <p:txBody>
          <a:bodyPr wrap="square" lIns="0" rIns="0" tIns="0" bIns="0" anchor="t">
            <a:spAutoFit/>
          </a:bodyPr>
          <a:lstStyle/>
          <a:p>
            <a:pPr algn="l"/>
            <a:r>
              <a:rPr sz="1600" b="0" i="0">
                <a:solidFill>
                  <a:srgbClr val="000000"/>
                </a:solidFill>
                <a:latin typeface="AA Zuehlke Medium"/>
              </a:rPr>
              <a:t>…several specs at once</a:t>
            </a:r>
          </a:p>
        </p:txBody>
      </p:sp>
      <p:sp>
        <p:nvSpPr>
          <p:cNvPr id="11" name="TextBox 10"/>
          <p:cNvSpPr txBox="1"/>
          <p:nvPr/>
        </p:nvSpPr>
        <p:spPr>
          <a:xfrm>
            <a:off x="6455664" y="2258568"/>
            <a:ext cx="4892040" cy="731519"/>
          </a:xfrm>
          <a:prstGeom prst="rect">
            <a:avLst/>
          </a:prstGeom>
          <a:noFill/>
        </p:spPr>
        <p:txBody>
          <a:bodyPr wrap="square" lIns="0" rIns="0" tIns="0" bIns="0" anchor="t">
            <a:spAutoFit/>
          </a:bodyPr>
          <a:lstStyle/>
          <a:p>
            <a:pPr algn="l"/>
            <a:r>
              <a:rPr sz="1200" b="0" i="0">
                <a:solidFill>
                  <a:srgbClr val="4D4D4D"/>
                </a:solidFill>
                <a:latin typeface="AA Zuehlke"/>
              </a:rPr>
              <a:t>On the cores you already paid for.</a:t>
            </a:r>
          </a:p>
        </p:txBody>
      </p:sp>
      <p:sp>
        <p:nvSpPr>
          <p:cNvPr id="12" name="Rounded Rectangle 11"/>
          <p:cNvSpPr/>
          <p:nvPr/>
        </p:nvSpPr>
        <p:spPr>
          <a:xfrm>
            <a:off x="621792" y="3429000"/>
            <a:ext cx="5349240" cy="1554480"/>
          </a:xfrm>
          <a:prstGeom prst="roundRect">
            <a:avLst>
              <a:gd name="adj" fmla="val 47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Rectangle 12"/>
          <p:cNvSpPr/>
          <p:nvPr/>
        </p:nvSpPr>
        <p:spPr>
          <a:xfrm>
            <a:off x="621792" y="3429000"/>
            <a:ext cx="45720" cy="1554480"/>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877824" y="3630168"/>
            <a:ext cx="4892040" cy="365760"/>
          </a:xfrm>
          <a:prstGeom prst="rect">
            <a:avLst/>
          </a:prstGeom>
          <a:noFill/>
        </p:spPr>
        <p:txBody>
          <a:bodyPr wrap="square" lIns="0" rIns="0" tIns="0" bIns="0" anchor="t">
            <a:spAutoFit/>
          </a:bodyPr>
          <a:lstStyle/>
          <a:p>
            <a:pPr algn="l"/>
            <a:r>
              <a:rPr sz="1600" b="0" i="0">
                <a:solidFill>
                  <a:srgbClr val="000000"/>
                </a:solidFill>
                <a:latin typeface="AA Zuehlke Medium"/>
              </a:rPr>
              <a:t>…the same way everywhere</a:t>
            </a:r>
          </a:p>
        </p:txBody>
      </p:sp>
      <p:sp>
        <p:nvSpPr>
          <p:cNvPr id="15" name="TextBox 14"/>
          <p:cNvSpPr txBox="1"/>
          <p:nvPr/>
        </p:nvSpPr>
        <p:spPr>
          <a:xfrm>
            <a:off x="877824" y="4087368"/>
            <a:ext cx="4892040" cy="731519"/>
          </a:xfrm>
          <a:prstGeom prst="rect">
            <a:avLst/>
          </a:prstGeom>
          <a:noFill/>
        </p:spPr>
        <p:txBody>
          <a:bodyPr wrap="square" lIns="0" rIns="0" tIns="0" bIns="0" anchor="t">
            <a:spAutoFit/>
          </a:bodyPr>
          <a:lstStyle/>
          <a:p>
            <a:pPr algn="l"/>
            <a:r>
              <a:rPr sz="1200" b="0" i="0">
                <a:solidFill>
                  <a:srgbClr val="4D4D4D"/>
                </a:solidFill>
                <a:latin typeface="AA Zuehlke"/>
              </a:rPr>
              <a:t>One command, identical locally and on CI.</a:t>
            </a:r>
          </a:p>
        </p:txBody>
      </p:sp>
      <p:sp>
        <p:nvSpPr>
          <p:cNvPr id="16" name="Rounded Rectangle 15"/>
          <p:cNvSpPr/>
          <p:nvPr/>
        </p:nvSpPr>
        <p:spPr>
          <a:xfrm>
            <a:off x="6199631" y="3429000"/>
            <a:ext cx="5349240" cy="1554480"/>
          </a:xfrm>
          <a:prstGeom prst="roundRect">
            <a:avLst>
              <a:gd name="adj" fmla="val 47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Rectangle 16"/>
          <p:cNvSpPr/>
          <p:nvPr/>
        </p:nvSpPr>
        <p:spPr>
          <a:xfrm>
            <a:off x="6199631" y="3429000"/>
            <a:ext cx="45720" cy="1554480"/>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8" name="TextBox 17"/>
          <p:cNvSpPr txBox="1"/>
          <p:nvPr/>
        </p:nvSpPr>
        <p:spPr>
          <a:xfrm>
            <a:off x="6455664" y="3630168"/>
            <a:ext cx="4892040" cy="365760"/>
          </a:xfrm>
          <a:prstGeom prst="rect">
            <a:avLst/>
          </a:prstGeom>
          <a:noFill/>
        </p:spPr>
        <p:txBody>
          <a:bodyPr wrap="square" lIns="0" rIns="0" tIns="0" bIns="0" anchor="t">
            <a:spAutoFit/>
          </a:bodyPr>
          <a:lstStyle/>
          <a:p>
            <a:pPr algn="l"/>
            <a:r>
              <a:rPr sz="1600" b="0" i="0">
                <a:solidFill>
                  <a:srgbClr val="000000"/>
                </a:solidFill>
                <a:latin typeface="AA Zuehlke Medium"/>
              </a:rPr>
              <a:t>…only what failed last time</a:t>
            </a:r>
          </a:p>
        </p:txBody>
      </p:sp>
      <p:sp>
        <p:nvSpPr>
          <p:cNvPr id="19" name="TextBox 18"/>
          <p:cNvSpPr txBox="1"/>
          <p:nvPr/>
        </p:nvSpPr>
        <p:spPr>
          <a:xfrm>
            <a:off x="6455664" y="4087368"/>
            <a:ext cx="4892040" cy="731519"/>
          </a:xfrm>
          <a:prstGeom prst="rect">
            <a:avLst/>
          </a:prstGeom>
          <a:noFill/>
        </p:spPr>
        <p:txBody>
          <a:bodyPr wrap="square" lIns="0" rIns="0" tIns="0" bIns="0" anchor="t">
            <a:spAutoFit/>
          </a:bodyPr>
          <a:lstStyle/>
          <a:p>
            <a:pPr algn="l"/>
            <a:r>
              <a:rPr sz="1200" b="0" i="0">
                <a:solidFill>
                  <a:srgbClr val="4D4D4D"/>
                </a:solidFill>
                <a:latin typeface="AA Zuehlke"/>
              </a:rPr>
              <a:t>A retry that skips the 28 specs that already passed.</a:t>
            </a:r>
          </a:p>
        </p:txBody>
      </p:sp>
      <p:sp>
        <p:nvSpPr>
          <p:cNvPr id="20" name="TextBox 19"/>
          <p:cNvSpPr txBox="1"/>
          <p:nvPr/>
        </p:nvSpPr>
        <p:spPr>
          <a:xfrm>
            <a:off x="621792" y="5577840"/>
            <a:ext cx="10881360" cy="365760"/>
          </a:xfrm>
          <a:prstGeom prst="rect">
            <a:avLst/>
          </a:prstGeom>
          <a:noFill/>
        </p:spPr>
        <p:txBody>
          <a:bodyPr wrap="square" lIns="0" rIns="0" tIns="0" bIns="0" anchor="t">
            <a:spAutoFit/>
          </a:bodyPr>
          <a:lstStyle/>
          <a:p>
            <a:pPr algn="ctr"/>
            <a:r>
              <a:rPr sz="1400" b="0" i="0">
                <a:solidFill>
                  <a:srgbClr val="985B9C"/>
                </a:solidFill>
                <a:latin typeface="AA Zuehlke Medium"/>
              </a:rPr>
              <a:t>All four are configuration. None of them need a subscription.</a:t>
            </a:r>
          </a:p>
        </p:txBody>
      </p:sp>
      <p:sp>
        <p:nvSpPr>
          <p:cNvPr id="21" name="TextBox 20"/>
          <p:cNvSpPr txBox="1"/>
          <p:nvPr/>
        </p:nvSpPr>
        <p:spPr>
          <a:xfrm>
            <a:off x="10881360" y="6345936"/>
            <a:ext cx="685800" cy="201168"/>
          </a:xfrm>
          <a:prstGeom prst="rect">
            <a:avLst/>
          </a:prstGeom>
          <a:noFill/>
        </p:spPr>
        <p:txBody>
          <a:bodyPr wrap="square" lIns="0" rIns="0" tIns="0" bIns="0" anchor="t">
            <a:spAutoFit/>
          </a:bodyPr>
          <a:lstStyle/>
          <a:p>
            <a:pPr algn="r"/>
            <a:fld id="{64f2e065-c013-4bf6-a91a-47d2534b4f13}" type="slidenum">
              <a:rPr lang="en-US" sz="800">
                <a:solidFill>
                  <a:srgbClr val="8C8C8C"/>
                </a:solidFill>
                <a:latin typeface="AA Zuehlke"/>
              </a:rPr>
              <a:t>1</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02 · THE ATOMIZER</a:t>
            </a:r>
          </a:p>
        </p:txBody>
      </p:sp>
      <p:sp>
        <p:nvSpPr>
          <p:cNvPr id="3" name="Title 2"/>
          <p:cNvSpPr>
            <a:spLocks noGrp="1"/>
          </p:cNvSpPr>
          <p:nvPr>
            <p:ph type="title"/>
          </p:nvPr>
        </p:nvSpPr>
        <p:spPr/>
        <p:txBody>
          <a:bodyPr/>
          <a:lstStyle/>
          <a:p>
            <a:pPr/>
            <a:r>
              <a:rPr sz="2400" b="0" i="0">
                <a:solidFill>
                  <a:srgbClr val="000000"/>
                </a:solidFill>
                <a:latin typeface="AA Zuehlke Medium"/>
              </a:rPr>
              <a:t>One task becomes one task per file</a:t>
            </a:r>
          </a:p>
        </p:txBody>
      </p:sp>
      <p:sp>
        <p:nvSpPr>
          <p:cNvPr id="4" name="Rounded Rectangle 3"/>
          <p:cNvSpPr/>
          <p:nvPr/>
        </p:nvSpPr>
        <p:spPr>
          <a:xfrm>
            <a:off x="621792" y="1600200"/>
            <a:ext cx="3108960" cy="914400"/>
          </a:xfrm>
          <a:prstGeom prst="roundRect">
            <a:avLst>
              <a:gd name="adj" fmla="val 8000"/>
            </a:avLst>
          </a:prstGeom>
          <a:solidFill>
            <a:srgbClr val="FFFFFF"/>
          </a:solidFill>
          <a:ln w="15875">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621792" y="1600200"/>
            <a:ext cx="3108960" cy="914400"/>
          </a:xfrm>
          <a:prstGeom prst="rect">
            <a:avLst/>
          </a:prstGeom>
          <a:noFill/>
        </p:spPr>
        <p:txBody>
          <a:bodyPr wrap="square" lIns="0" rIns="0" tIns="0" bIns="0" anchor="ctr">
            <a:spAutoFit/>
          </a:bodyPr>
          <a:lstStyle/>
          <a:p>
            <a:pPr algn="ctr"/>
            <a:r>
              <a:rPr sz="1800" b="0" i="0">
                <a:solidFill>
                  <a:srgbClr val="FF9900"/>
                </a:solidFill>
                <a:latin typeface="Consolas"/>
              </a:rPr>
              <a:t>e2e</a:t>
            </a:r>
          </a:p>
        </p:txBody>
      </p:sp>
      <p:sp>
        <p:nvSpPr>
          <p:cNvPr id="6" name="TextBox 5"/>
          <p:cNvSpPr txBox="1"/>
          <p:nvPr/>
        </p:nvSpPr>
        <p:spPr>
          <a:xfrm>
            <a:off x="621792" y="2606040"/>
            <a:ext cx="3108960" cy="365760"/>
          </a:xfrm>
          <a:prstGeom prst="rect">
            <a:avLst/>
          </a:prstGeom>
          <a:noFill/>
        </p:spPr>
        <p:txBody>
          <a:bodyPr wrap="square" lIns="0" rIns="0" tIns="0" bIns="0" anchor="t">
            <a:spAutoFit/>
          </a:bodyPr>
          <a:lstStyle/>
          <a:p>
            <a:pPr algn="ctr"/>
            <a:r>
              <a:rPr sz="1100" b="0" i="0">
                <a:solidFill>
                  <a:srgbClr val="8C8C8C"/>
                </a:solidFill>
                <a:latin typeface="AA Zuehlke"/>
              </a:rPr>
              <a:t>one task, ten specs</a:t>
            </a:r>
          </a:p>
        </p:txBody>
      </p:sp>
      <p:sp>
        <p:nvSpPr>
          <p:cNvPr id="7" name="TextBox 6"/>
          <p:cNvSpPr txBox="1"/>
          <p:nvPr/>
        </p:nvSpPr>
        <p:spPr>
          <a:xfrm>
            <a:off x="3977639" y="1874519"/>
            <a:ext cx="1097280" cy="365760"/>
          </a:xfrm>
          <a:prstGeom prst="rect">
            <a:avLst/>
          </a:prstGeom>
          <a:noFill/>
        </p:spPr>
        <p:txBody>
          <a:bodyPr wrap="square" lIns="0" rIns="0" tIns="0" bIns="0" anchor="t">
            <a:spAutoFit/>
          </a:bodyPr>
          <a:lstStyle/>
          <a:p>
            <a:pPr algn="ctr"/>
            <a:r>
              <a:rPr sz="2200" b="0" i="0">
                <a:solidFill>
                  <a:srgbClr val="985B9C"/>
                </a:solidFill>
                <a:latin typeface="AA Zuehlke Medium"/>
              </a:rPr>
              <a:t>→</a:t>
            </a:r>
          </a:p>
        </p:txBody>
      </p:sp>
      <p:sp>
        <p:nvSpPr>
          <p:cNvPr id="8" name="Rounded Rectangle 7"/>
          <p:cNvSpPr/>
          <p:nvPr/>
        </p:nvSpPr>
        <p:spPr>
          <a:xfrm>
            <a:off x="5257800" y="1600200"/>
            <a:ext cx="6309360" cy="457200"/>
          </a:xfrm>
          <a:prstGeom prst="roundRect">
            <a:avLst>
              <a:gd name="adj" fmla="val 16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5440680" y="1600200"/>
            <a:ext cx="5943600" cy="457200"/>
          </a:xfrm>
          <a:prstGeom prst="rect">
            <a:avLst/>
          </a:prstGeom>
          <a:noFill/>
        </p:spPr>
        <p:txBody>
          <a:bodyPr wrap="square" lIns="0" rIns="0" tIns="0" bIns="0" anchor="ctr">
            <a:spAutoFit/>
          </a:bodyPr>
          <a:lstStyle/>
          <a:p>
            <a:pPr algn="l"/>
            <a:r>
              <a:rPr sz="1200" b="0" i="0">
                <a:solidFill>
                  <a:srgbClr val="0099CC"/>
                </a:solidFill>
                <a:latin typeface="Consolas"/>
              </a:rPr>
              <a:t>e2e-ci--src/e2e/catalog.cy.ts</a:t>
            </a:r>
          </a:p>
        </p:txBody>
      </p:sp>
      <p:sp>
        <p:nvSpPr>
          <p:cNvPr id="10" name="Rounded Rectangle 9"/>
          <p:cNvSpPr/>
          <p:nvPr/>
        </p:nvSpPr>
        <p:spPr>
          <a:xfrm>
            <a:off x="5257800" y="2167128"/>
            <a:ext cx="6309360" cy="457200"/>
          </a:xfrm>
          <a:prstGeom prst="roundRect">
            <a:avLst>
              <a:gd name="adj" fmla="val 16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5440680" y="2167128"/>
            <a:ext cx="5943600" cy="457200"/>
          </a:xfrm>
          <a:prstGeom prst="rect">
            <a:avLst/>
          </a:prstGeom>
          <a:noFill/>
        </p:spPr>
        <p:txBody>
          <a:bodyPr wrap="square" lIns="0" rIns="0" tIns="0" bIns="0" anchor="ctr">
            <a:spAutoFit/>
          </a:bodyPr>
          <a:lstStyle/>
          <a:p>
            <a:pPr algn="l"/>
            <a:r>
              <a:rPr sz="1200" b="0" i="0">
                <a:solidFill>
                  <a:srgbClr val="0099CC"/>
                </a:solidFill>
                <a:latin typeface="Consolas"/>
              </a:rPr>
              <a:t>e2e-ci--src/e2e/search.cy.ts</a:t>
            </a:r>
          </a:p>
        </p:txBody>
      </p:sp>
      <p:sp>
        <p:nvSpPr>
          <p:cNvPr id="12" name="Rounded Rectangle 11"/>
          <p:cNvSpPr/>
          <p:nvPr/>
        </p:nvSpPr>
        <p:spPr>
          <a:xfrm>
            <a:off x="5257800" y="2734056"/>
            <a:ext cx="6309360" cy="457200"/>
          </a:xfrm>
          <a:prstGeom prst="roundRect">
            <a:avLst>
              <a:gd name="adj" fmla="val 16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5440680" y="2734056"/>
            <a:ext cx="5943600" cy="457200"/>
          </a:xfrm>
          <a:prstGeom prst="rect">
            <a:avLst/>
          </a:prstGeom>
          <a:noFill/>
        </p:spPr>
        <p:txBody>
          <a:bodyPr wrap="square" lIns="0" rIns="0" tIns="0" bIns="0" anchor="ctr">
            <a:spAutoFit/>
          </a:bodyPr>
          <a:lstStyle/>
          <a:p>
            <a:pPr algn="l"/>
            <a:r>
              <a:rPr sz="1200" b="0" i="0">
                <a:solidFill>
                  <a:srgbClr val="0099CC"/>
                </a:solidFill>
                <a:latin typeface="Consolas"/>
              </a:rPr>
              <a:t>e2e-ci--src/e2e/cart-add.cy.ts</a:t>
            </a:r>
          </a:p>
        </p:txBody>
      </p:sp>
      <p:sp>
        <p:nvSpPr>
          <p:cNvPr id="14" name="Rounded Rectangle 13"/>
          <p:cNvSpPr/>
          <p:nvPr/>
        </p:nvSpPr>
        <p:spPr>
          <a:xfrm>
            <a:off x="5257800" y="3300984"/>
            <a:ext cx="6309360" cy="457200"/>
          </a:xfrm>
          <a:prstGeom prst="roundRect">
            <a:avLst>
              <a:gd name="adj" fmla="val 16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4"/>
          <p:cNvSpPr txBox="1"/>
          <p:nvPr/>
        </p:nvSpPr>
        <p:spPr>
          <a:xfrm>
            <a:off x="5440680" y="3300984"/>
            <a:ext cx="5943600" cy="457200"/>
          </a:xfrm>
          <a:prstGeom prst="rect">
            <a:avLst/>
          </a:prstGeom>
          <a:noFill/>
        </p:spPr>
        <p:txBody>
          <a:bodyPr wrap="square" lIns="0" rIns="0" tIns="0" bIns="0" anchor="ctr">
            <a:spAutoFit/>
          </a:bodyPr>
          <a:lstStyle/>
          <a:p>
            <a:pPr algn="l"/>
            <a:r>
              <a:rPr sz="1200" b="0" i="0">
                <a:solidFill>
                  <a:srgbClr val="0099CC"/>
                </a:solidFill>
                <a:latin typeface="Consolas"/>
              </a:rPr>
              <a:t>e2e-ci--src/e2e/checkout.cy.ts</a:t>
            </a:r>
          </a:p>
        </p:txBody>
      </p:sp>
      <p:sp>
        <p:nvSpPr>
          <p:cNvPr id="16" name="Rounded Rectangle 15"/>
          <p:cNvSpPr/>
          <p:nvPr/>
        </p:nvSpPr>
        <p:spPr>
          <a:xfrm>
            <a:off x="5257800" y="3867912"/>
            <a:ext cx="6309360" cy="457200"/>
          </a:xfrm>
          <a:prstGeom prst="roundRect">
            <a:avLst>
              <a:gd name="adj" fmla="val 16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6"/>
          <p:cNvSpPr txBox="1"/>
          <p:nvPr/>
        </p:nvSpPr>
        <p:spPr>
          <a:xfrm>
            <a:off x="5440680" y="3867912"/>
            <a:ext cx="5943600" cy="457200"/>
          </a:xfrm>
          <a:prstGeom prst="rect">
            <a:avLst/>
          </a:prstGeom>
          <a:noFill/>
        </p:spPr>
        <p:txBody>
          <a:bodyPr wrap="square" lIns="0" rIns="0" tIns="0" bIns="0" anchor="ctr">
            <a:spAutoFit/>
          </a:bodyPr>
          <a:lstStyle/>
          <a:p>
            <a:pPr algn="l"/>
            <a:r>
              <a:rPr sz="1200" b="0" i="0">
                <a:solidFill>
                  <a:srgbClr val="0099CC"/>
                </a:solidFill>
                <a:latin typeface="Consolas"/>
              </a:rPr>
              <a:t>…</a:t>
            </a:r>
          </a:p>
        </p:txBody>
      </p:sp>
      <p:sp>
        <p:nvSpPr>
          <p:cNvPr id="18" name="TextBox 17"/>
          <p:cNvSpPr txBox="1"/>
          <p:nvPr/>
        </p:nvSpPr>
        <p:spPr>
          <a:xfrm>
            <a:off x="621792" y="4663440"/>
            <a:ext cx="4480560" cy="1280160"/>
          </a:xfrm>
          <a:prstGeom prst="rect">
            <a:avLst/>
          </a:prstGeom>
          <a:noFill/>
        </p:spPr>
        <p:txBody>
          <a:bodyPr wrap="square" lIns="0" rIns="0" tIns="0" bIns="0" anchor="t">
            <a:spAutoFit/>
          </a:bodyPr>
          <a:lstStyle/>
          <a:p>
            <a:pPr algn="l"/>
            <a:r>
              <a:rPr sz="1200" b="0" i="0">
                <a:solidFill>
                  <a:srgbClr val="4D4D4D"/>
                </a:solidFill>
                <a:latin typeface="AA Zuehlke"/>
              </a:rPr>
              <a:t>Nx globs the spec files and generates one cacheable target per file. Nobody maintains this list.</a:t>
            </a:r>
          </a:p>
        </p:txBody>
      </p:sp>
      <p:sp>
        <p:nvSpPr>
          <p:cNvPr id="19" name="TextBox 18"/>
          <p:cNvSpPr txBox="1"/>
          <p:nvPr/>
        </p:nvSpPr>
        <p:spPr>
          <a:xfrm>
            <a:off x="10881360" y="6345936"/>
            <a:ext cx="685800" cy="201168"/>
          </a:xfrm>
          <a:prstGeom prst="rect">
            <a:avLst/>
          </a:prstGeom>
          <a:noFill/>
        </p:spPr>
        <p:txBody>
          <a:bodyPr wrap="square" lIns="0" rIns="0" tIns="0" bIns="0" anchor="t">
            <a:spAutoFit/>
          </a:bodyPr>
          <a:lstStyle/>
          <a:p>
            <a:pPr algn="r"/>
            <a:fld id="{0e6438a0-b283-4515-b194-0ab4445b4395}" type="slidenum">
              <a:rPr lang="en-US" sz="800">
                <a:solidFill>
                  <a:srgbClr val="8C8C8C"/>
                </a:solidFill>
                <a:latin typeface="AA Zuehlke"/>
              </a:rPr>
              <a:t>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02 · SETUP</a:t>
            </a:r>
          </a:p>
        </p:txBody>
      </p:sp>
      <p:sp>
        <p:nvSpPr>
          <p:cNvPr id="3" name="Title 2"/>
          <p:cNvSpPr>
            <a:spLocks noGrp="1"/>
          </p:cNvSpPr>
          <p:nvPr>
            <p:ph type="title"/>
          </p:nvPr>
        </p:nvSpPr>
        <p:spPr/>
        <p:txBody>
          <a:bodyPr/>
          <a:lstStyle/>
          <a:p>
            <a:pPr/>
            <a:r>
              <a:rPr sz="2400" b="0" i="0">
                <a:solidFill>
                  <a:srgbClr val="000000"/>
                </a:solidFill>
                <a:latin typeface="AA Zuehlke Medium"/>
              </a:rPr>
              <a:t>Turning it on</a:t>
            </a:r>
          </a:p>
        </p:txBody>
      </p:sp>
      <p:sp>
        <p:nvSpPr>
          <p:cNvPr id="4" name="TextBox 3"/>
          <p:cNvSpPr txBox="1"/>
          <p:nvPr/>
        </p:nvSpPr>
        <p:spPr>
          <a:xfrm>
            <a:off x="621792" y="1600200"/>
            <a:ext cx="5120640" cy="274320"/>
          </a:xfrm>
          <a:prstGeom prst="rect">
            <a:avLst/>
          </a:prstGeom>
          <a:noFill/>
        </p:spPr>
        <p:txBody>
          <a:bodyPr wrap="square" lIns="0" rIns="0" tIns="0" bIns="0" anchor="t">
            <a:spAutoFit/>
          </a:bodyPr>
          <a:lstStyle/>
          <a:p>
            <a:pPr algn="l"/>
            <a:r>
              <a:rPr sz="1300" b="0" i="0">
                <a:solidFill>
                  <a:srgbClr val="000000"/>
                </a:solidFill>
                <a:latin typeface="AA Zuehlke Medium"/>
              </a:rPr>
              <a:t>1 · Add the plugin</a:t>
            </a:r>
          </a:p>
        </p:txBody>
      </p:sp>
      <p:sp>
        <p:nvSpPr>
          <p:cNvPr id="5" name="Rounded Rectangle 4"/>
          <p:cNvSpPr/>
          <p:nvPr/>
        </p:nvSpPr>
        <p:spPr>
          <a:xfrm>
            <a:off x="621792" y="1920240"/>
            <a:ext cx="5120640" cy="640080"/>
          </a:xfrm>
          <a:prstGeom prst="roundRect">
            <a:avLst>
              <a:gd name="adj" fmla="val 11428"/>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5"/>
          <p:cNvSpPr txBox="1"/>
          <p:nvPr/>
        </p:nvSpPr>
        <p:spPr>
          <a:xfrm>
            <a:off x="822960" y="2103120"/>
            <a:ext cx="4718303" cy="274319"/>
          </a:xfrm>
          <a:prstGeom prst="rect">
            <a:avLst/>
          </a:prstGeom>
          <a:noFill/>
        </p:spPr>
        <p:txBody>
          <a:bodyPr wrap="square" lIns="0" rIns="0" tIns="0" bIns="0" anchor="t">
            <a:spAutoFit/>
          </a:bodyPr>
          <a:lstStyle/>
          <a:p>
            <a:pPr algn="l">
              <a:lnSpc>
                <a:spcPct val="125000"/>
              </a:lnSpc>
            </a:pPr>
            <a:r>
              <a:rPr sz="1300" b="0" i="0">
                <a:solidFill>
                  <a:srgbClr val="00CC66"/>
                </a:solidFill>
                <a:latin typeface="Consolas"/>
              </a:rPr>
              <a:t>nx add @nx/cypress</a:t>
            </a:r>
          </a:p>
        </p:txBody>
      </p:sp>
      <p:sp>
        <p:nvSpPr>
          <p:cNvPr id="7" name="TextBox 6"/>
          <p:cNvSpPr txBox="1"/>
          <p:nvPr/>
        </p:nvSpPr>
        <p:spPr>
          <a:xfrm>
            <a:off x="621792" y="2834640"/>
            <a:ext cx="5120640" cy="274320"/>
          </a:xfrm>
          <a:prstGeom prst="rect">
            <a:avLst/>
          </a:prstGeom>
          <a:noFill/>
        </p:spPr>
        <p:txBody>
          <a:bodyPr wrap="square" lIns="0" rIns="0" tIns="0" bIns="0" anchor="t">
            <a:spAutoFit/>
          </a:bodyPr>
          <a:lstStyle/>
          <a:p>
            <a:pPr algn="l"/>
            <a:r>
              <a:rPr sz="1300" b="0" i="0">
                <a:solidFill>
                  <a:srgbClr val="000000"/>
                </a:solidFill>
                <a:latin typeface="AA Zuehlke Medium"/>
              </a:rPr>
              <a:t>2 · It registers this in nx.json</a:t>
            </a:r>
          </a:p>
        </p:txBody>
      </p:sp>
      <p:sp>
        <p:nvSpPr>
          <p:cNvPr id="8" name="Rounded Rectangle 7"/>
          <p:cNvSpPr/>
          <p:nvPr/>
        </p:nvSpPr>
        <p:spPr>
          <a:xfrm>
            <a:off x="621792" y="3154680"/>
            <a:ext cx="5120640" cy="2066544"/>
          </a:xfrm>
          <a:prstGeom prst="roundRect">
            <a:avLst>
              <a:gd name="adj" fmla="val 3539"/>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822960" y="3337560"/>
            <a:ext cx="4718303" cy="1700784"/>
          </a:xfrm>
          <a:prstGeom prst="rect">
            <a:avLst/>
          </a:prstGeom>
          <a:noFill/>
        </p:spPr>
        <p:txBody>
          <a:bodyPr wrap="square" lIns="0" rIns="0" tIns="0" bIns="0" anchor="t">
            <a:spAutoFit/>
          </a:bodyPr>
          <a:lstStyle/>
          <a:p>
            <a:pPr algn="l">
              <a:lnSpc>
                <a:spcPct val="125000"/>
              </a:lnSpc>
            </a:pPr>
            <a:r>
              <a:rPr sz="1200" b="0" i="0">
                <a:solidFill>
                  <a:srgbClr val="4D4D4D"/>
                </a:solidFill>
                <a:latin typeface="Consolas"/>
              </a:rPr>
              <a:t>{</a:t>
            </a:r>
          </a:p>
          <a:p>
            <a:pPr algn="l">
              <a:lnSpc>
                <a:spcPct val="125000"/>
              </a:lnSpc>
            </a:pPr>
            <a:r>
              <a:rPr sz="1200" b="0" i="0">
                <a:solidFill>
                  <a:srgbClr val="0099CC"/>
                </a:solidFill>
                <a:latin typeface="Consolas"/>
              </a:rPr>
              <a:t>  "plugin": "@nx/cypress/plugin",</a:t>
            </a:r>
          </a:p>
          <a:p>
            <a:pPr algn="l">
              <a:lnSpc>
                <a:spcPct val="125000"/>
              </a:lnSpc>
            </a:pPr>
            <a:r>
              <a:rPr sz="1200" b="0" i="0">
                <a:solidFill>
                  <a:srgbClr val="4D4D4D"/>
                </a:solidFill>
                <a:latin typeface="Consolas"/>
              </a:rPr>
              <a:t>  "options": {</a:t>
            </a:r>
          </a:p>
          <a:p>
            <a:pPr algn="l">
              <a:lnSpc>
                <a:spcPct val="125000"/>
              </a:lnSpc>
            </a:pPr>
            <a:r>
              <a:rPr sz="1200" b="0" i="0">
                <a:solidFill>
                  <a:srgbClr val="00CC66"/>
                </a:solidFill>
                <a:latin typeface="Consolas"/>
              </a:rPr>
              <a:t>    "targetName": "e2e",</a:t>
            </a:r>
          </a:p>
          <a:p>
            <a:pPr algn="l">
              <a:lnSpc>
                <a:spcPct val="125000"/>
              </a:lnSpc>
            </a:pPr>
            <a:r>
              <a:rPr sz="1200" b="0" i="0">
                <a:solidFill>
                  <a:srgbClr val="00CC66"/>
                </a:solidFill>
                <a:latin typeface="Consolas"/>
              </a:rPr>
              <a:t>    "ciTargetName": "e2e-ci"</a:t>
            </a:r>
          </a:p>
          <a:p>
            <a:pPr algn="l">
              <a:lnSpc>
                <a:spcPct val="125000"/>
              </a:lnSpc>
            </a:pPr>
            <a:r>
              <a:rPr sz="1200" b="0" i="0">
                <a:solidFill>
                  <a:srgbClr val="4D4D4D"/>
                </a:solidFill>
                <a:latin typeface="Consolas"/>
              </a:rPr>
              <a:t>  }</a:t>
            </a:r>
          </a:p>
          <a:p>
            <a:pPr algn="l">
              <a:lnSpc>
                <a:spcPct val="125000"/>
              </a:lnSpc>
            </a:pPr>
            <a:r>
              <a:rPr sz="1200" b="0" i="0">
                <a:solidFill>
                  <a:srgbClr val="4D4D4D"/>
                </a:solidFill>
                <a:latin typeface="Consolas"/>
              </a:rPr>
              <a:t>}</a:t>
            </a:r>
          </a:p>
        </p:txBody>
      </p:sp>
      <p:sp>
        <p:nvSpPr>
          <p:cNvPr id="10" name="TextBox 9"/>
          <p:cNvSpPr txBox="1"/>
          <p:nvPr/>
        </p:nvSpPr>
        <p:spPr>
          <a:xfrm>
            <a:off x="6309360" y="1600200"/>
            <a:ext cx="5257800" cy="274320"/>
          </a:xfrm>
          <a:prstGeom prst="rect">
            <a:avLst/>
          </a:prstGeom>
          <a:noFill/>
        </p:spPr>
        <p:txBody>
          <a:bodyPr wrap="square" lIns="0" rIns="0" tIns="0" bIns="0" anchor="t">
            <a:spAutoFit/>
          </a:bodyPr>
          <a:lstStyle/>
          <a:p>
            <a:pPr algn="l"/>
            <a:r>
              <a:rPr sz="1300" b="0" i="0">
                <a:solidFill>
                  <a:srgbClr val="000000"/>
                </a:solidFill>
                <a:latin typeface="AA Zuehlke Medium"/>
              </a:rPr>
              <a:t>3 · Ask what you got</a:t>
            </a:r>
          </a:p>
        </p:txBody>
      </p:sp>
      <p:sp>
        <p:nvSpPr>
          <p:cNvPr id="11" name="Rounded Rectangle 10"/>
          <p:cNvSpPr/>
          <p:nvPr/>
        </p:nvSpPr>
        <p:spPr>
          <a:xfrm>
            <a:off x="6309360" y="1920240"/>
            <a:ext cx="5257800" cy="2066544"/>
          </a:xfrm>
          <a:prstGeom prst="roundRect">
            <a:avLst>
              <a:gd name="adj" fmla="val 3539"/>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1"/>
          <p:cNvSpPr txBox="1"/>
          <p:nvPr/>
        </p:nvSpPr>
        <p:spPr>
          <a:xfrm>
            <a:off x="6510528" y="2103120"/>
            <a:ext cx="4855464" cy="1700784"/>
          </a:xfrm>
          <a:prstGeom prst="rect">
            <a:avLst/>
          </a:prstGeom>
          <a:noFill/>
        </p:spPr>
        <p:txBody>
          <a:bodyPr wrap="square" lIns="0" rIns="0" tIns="0" bIns="0" anchor="t">
            <a:spAutoFit/>
          </a:bodyPr>
          <a:lstStyle/>
          <a:p>
            <a:pPr algn="l">
              <a:lnSpc>
                <a:spcPct val="125000"/>
              </a:lnSpc>
            </a:pPr>
            <a:r>
              <a:rPr sz="1200" b="0" i="0">
                <a:solidFill>
                  <a:srgbClr val="000000"/>
                </a:solidFill>
                <a:latin typeface="Consolas"/>
              </a:rPr>
              <a:t>nx show project shop-e2e --json</a:t>
            </a:r>
          </a:p>
          <a:p>
            <a:pPr algn="l">
              <a:lnSpc>
                <a:spcPct val="125000"/>
              </a:lnSpc>
            </a:pPr>
            <a:r>
              <a:rPr sz="1200" b="0" i="0">
                <a:solidFill>
                  <a:srgbClr val="000000"/>
                </a:solidFill>
                <a:latin typeface="Consolas"/>
              </a:rPr>
              <a:t/>
            </a:r>
          </a:p>
          <a:p>
            <a:pPr algn="l">
              <a:lnSpc>
                <a:spcPct val="125000"/>
              </a:lnSpc>
            </a:pPr>
            <a:r>
              <a:rPr sz="1200" b="0" i="0">
                <a:solidFill>
                  <a:srgbClr val="8C8C8C"/>
                </a:solidFill>
                <a:latin typeface="Consolas"/>
              </a:rPr>
              <a:t>e2e</a:t>
            </a:r>
          </a:p>
          <a:p>
            <a:pPr algn="l">
              <a:lnSpc>
                <a:spcPct val="125000"/>
              </a:lnSpc>
            </a:pPr>
            <a:r>
              <a:rPr sz="1200" b="0" i="0">
                <a:solidFill>
                  <a:srgbClr val="FF9900"/>
                </a:solidFill>
                <a:latin typeface="Consolas"/>
              </a:rPr>
              <a:t>e2e-ci</a:t>
            </a:r>
          </a:p>
          <a:p>
            <a:pPr algn="l">
              <a:lnSpc>
                <a:spcPct val="125000"/>
              </a:lnSpc>
            </a:pPr>
            <a:r>
              <a:rPr sz="1200" b="0" i="0">
                <a:solidFill>
                  <a:srgbClr val="0099CC"/>
                </a:solidFill>
                <a:latin typeface="Consolas"/>
              </a:rPr>
              <a:t>e2e-ci--src/e2e/catalog.cy.ts</a:t>
            </a:r>
          </a:p>
          <a:p>
            <a:pPr algn="l">
              <a:lnSpc>
                <a:spcPct val="125000"/>
              </a:lnSpc>
            </a:pPr>
            <a:r>
              <a:rPr sz="1200" b="0" i="0">
                <a:solidFill>
                  <a:srgbClr val="0099CC"/>
                </a:solidFill>
                <a:latin typeface="Consolas"/>
              </a:rPr>
              <a:t>e2e-ci--src/e2e/search.cy.ts</a:t>
            </a:r>
          </a:p>
          <a:p>
            <a:pPr algn="l">
              <a:lnSpc>
                <a:spcPct val="125000"/>
              </a:lnSpc>
            </a:pPr>
            <a:r>
              <a:rPr sz="1200" b="0" i="0">
                <a:solidFill>
                  <a:srgbClr val="8C8C8C"/>
                </a:solidFill>
                <a:latin typeface="Consolas"/>
              </a:rPr>
              <a:t>…</a:t>
            </a:r>
          </a:p>
        </p:txBody>
      </p:sp>
      <p:sp>
        <p:nvSpPr>
          <p:cNvPr id="13" name="TextBox 12"/>
          <p:cNvSpPr txBox="1"/>
          <p:nvPr/>
        </p:nvSpPr>
        <p:spPr>
          <a:xfrm>
            <a:off x="6309360" y="4937760"/>
            <a:ext cx="5257800" cy="457200"/>
          </a:xfrm>
          <a:prstGeom prst="rect">
            <a:avLst/>
          </a:prstGeom>
          <a:noFill/>
        </p:spPr>
        <p:txBody>
          <a:bodyPr wrap="square" lIns="0" rIns="0" tIns="0" bIns="0" anchor="t">
            <a:spAutoFit/>
          </a:bodyPr>
          <a:lstStyle/>
          <a:p>
            <a:pPr algn="l"/>
            <a:r>
              <a:rPr sz="1200" b="0" i="0">
                <a:solidFill>
                  <a:srgbClr val="8C8C8C"/>
                </a:solidFill>
                <a:latin typeface="AA Zuehlke"/>
              </a:rPr>
              <a:t>One target per file path — not spec1, spec2, spec3.</a:t>
            </a:r>
          </a:p>
        </p:txBody>
      </p:sp>
      <p:sp>
        <p:nvSpPr>
          <p:cNvPr id="14" name="TextBox 13"/>
          <p:cNvSpPr txBox="1"/>
          <p:nvPr/>
        </p:nvSpPr>
        <p:spPr>
          <a:xfrm>
            <a:off x="10881360" y="6345936"/>
            <a:ext cx="685800" cy="201168"/>
          </a:xfrm>
          <a:prstGeom prst="rect">
            <a:avLst/>
          </a:prstGeom>
          <a:noFill/>
        </p:spPr>
        <p:txBody>
          <a:bodyPr wrap="square" lIns="0" rIns="0" tIns="0" bIns="0" anchor="t">
            <a:spAutoFit/>
          </a:bodyPr>
          <a:lstStyle/>
          <a:p>
            <a:pPr algn="r"/>
            <a:fld id="{10f17991-9dc9-4639-adb4-89c93143986a}" type="slidenum">
              <a:rPr lang="en-US" sz="800">
                <a:solidFill>
                  <a:srgbClr val="8C8C8C"/>
                </a:solidFill>
                <a:latin typeface="AA Zuehlke"/>
              </a:rPr>
              <a:t>1</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03 · THE CATCH</a:t>
            </a:r>
          </a:p>
        </p:txBody>
      </p:sp>
      <p:sp>
        <p:nvSpPr>
          <p:cNvPr id="3" name="Title 2"/>
          <p:cNvSpPr>
            <a:spLocks noGrp="1"/>
          </p:cNvSpPr>
          <p:nvPr>
            <p:ph type="title"/>
          </p:nvPr>
        </p:nvSpPr>
        <p:spPr/>
        <p:txBody>
          <a:bodyPr/>
          <a:lstStyle/>
          <a:p>
            <a:pPr/>
            <a:r>
              <a:rPr sz="2400" b="0" i="0">
                <a:solidFill>
                  <a:srgbClr val="000000"/>
                </a:solidFill>
                <a:latin typeface="AA Zuehlke Medium"/>
              </a:rPr>
              <a:t>Then Nx 23 tells you no</a:t>
            </a:r>
          </a:p>
        </p:txBody>
      </p:sp>
      <p:sp>
        <p:nvSpPr>
          <p:cNvPr id="4" name="Rounded Rectangle 3"/>
          <p:cNvSpPr/>
          <p:nvPr/>
        </p:nvSpPr>
        <p:spPr>
          <a:xfrm>
            <a:off x="621792" y="1600200"/>
            <a:ext cx="10945368" cy="640080"/>
          </a:xfrm>
          <a:prstGeom prst="roundRect">
            <a:avLst>
              <a:gd name="adj" fmla="val 11428"/>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10543032" cy="274319"/>
          </a:xfrm>
          <a:prstGeom prst="rect">
            <a:avLst/>
          </a:prstGeom>
          <a:noFill/>
        </p:spPr>
        <p:txBody>
          <a:bodyPr wrap="square" lIns="0" rIns="0" tIns="0" bIns="0" anchor="t">
            <a:spAutoFit/>
          </a:bodyPr>
          <a:lstStyle/>
          <a:p>
            <a:pPr algn="l">
              <a:lnSpc>
                <a:spcPct val="125000"/>
              </a:lnSpc>
            </a:pPr>
            <a:r>
              <a:rPr sz="1400" b="0" i="0">
                <a:solidFill>
                  <a:srgbClr val="000000"/>
                </a:solidFill>
                <a:latin typeface="Consolas"/>
              </a:rPr>
              <a:t>nx run-many -t e2e-ci --parallel=5</a:t>
            </a:r>
          </a:p>
        </p:txBody>
      </p:sp>
      <p:sp>
        <p:nvSpPr>
          <p:cNvPr id="6" name="Rounded Rectangle 5"/>
          <p:cNvSpPr/>
          <p:nvPr/>
        </p:nvSpPr>
        <p:spPr>
          <a:xfrm>
            <a:off x="621792" y="2514600"/>
            <a:ext cx="10945368" cy="1600200"/>
          </a:xfrm>
          <a:prstGeom prst="roundRect">
            <a:avLst>
              <a:gd name="adj" fmla="val 4571"/>
            </a:avLst>
          </a:prstGeom>
          <a:solidFill>
            <a:srgbClr val="FFE5BF"/>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896112" y="2679191"/>
            <a:ext cx="10424160" cy="1371600"/>
          </a:xfrm>
          <a:prstGeom prst="rect">
            <a:avLst/>
          </a:prstGeom>
          <a:noFill/>
        </p:spPr>
        <p:txBody>
          <a:bodyPr wrap="square" lIns="0" rIns="0" tIns="0" bIns="0" anchor="t">
            <a:spAutoFit/>
          </a:bodyPr>
          <a:lstStyle/>
          <a:p>
            <a:pPr algn="l">
              <a:lnSpc>
                <a:spcPct val="120000"/>
              </a:lnSpc>
            </a:pPr>
            <a:r>
              <a:rPr sz="1100" b="0" i="0">
                <a:solidFill>
                  <a:srgbClr val="000000"/>
                </a:solidFill>
                <a:latin typeface="AA Zuehlke Medium"/>
              </a:rPr>
              <a:t>NX   The following tasks should only be run with Nx Cloud:</a:t>
            </a:r>
          </a:p>
          <a:p>
            <a:pPr algn="l">
              <a:lnSpc>
                <a:spcPct val="120000"/>
              </a:lnSpc>
            </a:pPr>
            <a:r>
              <a:rPr sz="1100" b="0" i="0">
                <a:solidFill>
                  <a:srgbClr val="000000"/>
                </a:solidFill>
                <a:latin typeface="Consolas"/>
              </a:rPr>
              <a:t>       - admin-e2e:e2e-ci</a:t>
            </a:r>
          </a:p>
          <a:p>
            <a:pPr algn="l">
              <a:lnSpc>
                <a:spcPct val="120000"/>
              </a:lnSpc>
            </a:pPr>
            <a:r>
              <a:rPr sz="1100" b="0" i="0">
                <a:solidFill>
                  <a:srgbClr val="000000"/>
                </a:solidFill>
                <a:latin typeface="Consolas"/>
              </a:rPr>
              <a:t>       - docs-e2e:e2e-ci</a:t>
            </a:r>
          </a:p>
          <a:p>
            <a:pPr algn="l">
              <a:lnSpc>
                <a:spcPct val="120000"/>
              </a:lnSpc>
            </a:pPr>
            <a:r>
              <a:rPr sz="1100" b="0" i="0">
                <a:solidFill>
                  <a:srgbClr val="000000"/>
                </a:solidFill>
                <a:latin typeface="Consolas"/>
              </a:rPr>
              <a:t>       - shop-e2e:e2e-ci</a:t>
            </a:r>
          </a:p>
          <a:p>
            <a:pPr algn="l">
              <a:lnSpc>
                <a:spcPct val="120000"/>
              </a:lnSpc>
            </a:pPr>
            <a:r>
              <a:rPr sz="1100" b="0" i="0">
                <a:solidFill>
                  <a:srgbClr val="000000"/>
                </a:solidFill>
                <a:latin typeface="Consolas"/>
              </a:rPr>
              <a:t>Please enable Nx Cloud or use the slower "e2e" task.</a:t>
            </a:r>
          </a:p>
        </p:txBody>
      </p:sp>
      <p:sp>
        <p:nvSpPr>
          <p:cNvPr id="8" name="TextBox 7"/>
          <p:cNvSpPr txBox="1"/>
          <p:nvPr/>
        </p:nvSpPr>
        <p:spPr>
          <a:xfrm>
            <a:off x="621792" y="4434840"/>
            <a:ext cx="10881360" cy="411480"/>
          </a:xfrm>
          <a:prstGeom prst="rect">
            <a:avLst/>
          </a:prstGeom>
          <a:noFill/>
        </p:spPr>
        <p:txBody>
          <a:bodyPr wrap="square" lIns="0" rIns="0" tIns="0" bIns="0" anchor="t">
            <a:spAutoFit/>
          </a:bodyPr>
          <a:lstStyle/>
          <a:p>
            <a:pPr algn="l"/>
            <a:r>
              <a:rPr sz="1800" b="0" i="0">
                <a:solidFill>
                  <a:srgbClr val="B35F00"/>
                </a:solidFill>
                <a:latin typeface="AA Zuehlke Medium"/>
              </a:rPr>
              <a:t>So now it is a procurement question.</a:t>
            </a:r>
          </a:p>
        </p:txBody>
      </p:sp>
      <p:sp>
        <p:nvSpPr>
          <p:cNvPr id="9" name="Oval 8"/>
          <p:cNvSpPr/>
          <p:nvPr/>
        </p:nvSpPr>
        <p:spPr>
          <a:xfrm>
            <a:off x="621792" y="502005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4937760"/>
            <a:ext cx="10652760" cy="411480"/>
          </a:xfrm>
          <a:prstGeom prst="rect">
            <a:avLst/>
          </a:prstGeom>
          <a:noFill/>
        </p:spPr>
        <p:txBody>
          <a:bodyPr wrap="square" lIns="0" rIns="0" tIns="0" bIns="0" anchor="t">
            <a:spAutoFit/>
          </a:bodyPr>
          <a:lstStyle/>
          <a:p>
            <a:pPr algn="l"/>
            <a:r>
              <a:rPr sz="1300" b="0" i="0">
                <a:solidFill>
                  <a:srgbClr val="4D4D4D"/>
                </a:solidFill>
                <a:latin typeface="AA Zuehlke"/>
              </a:rPr>
              <a:t>Nx Cloud is a premium service from Nx</a:t>
            </a:r>
          </a:p>
        </p:txBody>
      </p:sp>
      <p:sp>
        <p:nvSpPr>
          <p:cNvPr id="11" name="Oval 10"/>
          <p:cNvSpPr/>
          <p:nvPr/>
        </p:nvSpPr>
        <p:spPr>
          <a:xfrm>
            <a:off x="621792" y="543153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5349240"/>
            <a:ext cx="10652760" cy="411480"/>
          </a:xfrm>
          <a:prstGeom prst="rect">
            <a:avLst/>
          </a:prstGeom>
          <a:noFill/>
        </p:spPr>
        <p:txBody>
          <a:bodyPr wrap="square" lIns="0" rIns="0" tIns="0" bIns="0" anchor="t">
            <a:spAutoFit/>
          </a:bodyPr>
          <a:lstStyle/>
          <a:p>
            <a:pPr algn="l"/>
            <a:r>
              <a:rPr sz="1300" b="0" i="0">
                <a:solidFill>
                  <a:srgbClr val="4D4D4D"/>
                </a:solidFill>
                <a:latin typeface="AA Zuehlke"/>
              </a:rPr>
              <a:t>Is it approved in your organisation?</a:t>
            </a:r>
          </a:p>
        </p:txBody>
      </p:sp>
      <p:sp>
        <p:nvSpPr>
          <p:cNvPr id="13" name="Oval 12"/>
          <p:cNvSpPr/>
          <p:nvPr/>
        </p:nvSpPr>
        <p:spPr>
          <a:xfrm>
            <a:off x="621792" y="5843016"/>
            <a:ext cx="68580" cy="68580"/>
          </a:xfrm>
          <a:prstGeom prst="ellipse">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2" y="5760720"/>
            <a:ext cx="10652760" cy="411480"/>
          </a:xfrm>
          <a:prstGeom prst="rect">
            <a:avLst/>
          </a:prstGeom>
          <a:noFill/>
        </p:spPr>
        <p:txBody>
          <a:bodyPr wrap="square" lIns="0" rIns="0" tIns="0" bIns="0" anchor="t">
            <a:spAutoFit/>
          </a:bodyPr>
          <a:lstStyle/>
          <a:p>
            <a:pPr algn="l"/>
            <a:r>
              <a:rPr sz="1300" b="0" i="0">
                <a:solidFill>
                  <a:srgbClr val="B35F00"/>
                </a:solidFill>
                <a:latin typeface="AA Zuehlke Medium"/>
              </a:rPr>
              <a:t>If not approved — you are blocked</a:t>
            </a:r>
          </a:p>
        </p:txBody>
      </p:sp>
      <p:sp>
        <p:nvSpPr>
          <p:cNvPr id="15" name="TextBox 14"/>
          <p:cNvSpPr txBox="1"/>
          <p:nvPr/>
        </p:nvSpPr>
        <p:spPr>
          <a:xfrm>
            <a:off x="10881360" y="6345936"/>
            <a:ext cx="685800" cy="201168"/>
          </a:xfrm>
          <a:prstGeom prst="rect">
            <a:avLst/>
          </a:prstGeom>
          <a:noFill/>
        </p:spPr>
        <p:txBody>
          <a:bodyPr wrap="square" lIns="0" rIns="0" tIns="0" bIns="0" anchor="t">
            <a:spAutoFit/>
          </a:bodyPr>
          <a:lstStyle/>
          <a:p>
            <a:pPr algn="r"/>
            <a:fld id="{50375964-ec3e-42e6-9e53-7360d223868e}" type="slidenum">
              <a:rPr lang="en-US" sz="800">
                <a:solidFill>
                  <a:srgbClr val="8C8C8C"/>
                </a:solidFill>
                <a:latin typeface="AA Zuehlke"/>
              </a:rPr>
              <a:t>1</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04 · PARALLEL, NO CLOUD</a:t>
            </a:r>
          </a:p>
        </p:txBody>
      </p:sp>
      <p:sp>
        <p:nvSpPr>
          <p:cNvPr id="3" name="Title 2"/>
          <p:cNvSpPr>
            <a:spLocks noGrp="1"/>
          </p:cNvSpPr>
          <p:nvPr>
            <p:ph type="title"/>
          </p:nvPr>
        </p:nvSpPr>
        <p:spPr/>
        <p:txBody>
          <a:bodyPr/>
          <a:lstStyle/>
          <a:p>
            <a:pPr/>
            <a:r>
              <a:rPr sz="2400" b="0" i="0">
                <a:solidFill>
                  <a:srgbClr val="000000"/>
                </a:solidFill>
                <a:latin typeface="AA Zuehlke Medium"/>
              </a:rPr>
              <a:t>Ask for the list yourself</a:t>
            </a:r>
          </a:p>
        </p:txBody>
      </p:sp>
      <p:sp>
        <p:nvSpPr>
          <p:cNvPr id="4" name="Rounded Rectangle 3"/>
          <p:cNvSpPr/>
          <p:nvPr/>
        </p:nvSpPr>
        <p:spPr>
          <a:xfrm>
            <a:off x="621792" y="1600200"/>
            <a:ext cx="6492240" cy="182880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6089903" cy="1463040"/>
          </a:xfrm>
          <a:prstGeom prst="rect">
            <a:avLst/>
          </a:prstGeom>
          <a:noFill/>
        </p:spPr>
        <p:txBody>
          <a:bodyPr wrap="square" lIns="0" rIns="0" tIns="0" bIns="0" anchor="t">
            <a:spAutoFit/>
          </a:bodyPr>
          <a:lstStyle/>
          <a:p>
            <a:pPr algn="l">
              <a:lnSpc>
                <a:spcPct val="125000"/>
              </a:lnSpc>
            </a:pPr>
            <a:r>
              <a:rPr sz="1100" b="0" i="0">
                <a:solidFill>
                  <a:srgbClr val="8C8C8C"/>
                </a:solidFill>
                <a:latin typeface="Consolas"/>
              </a:rPr>
              <a:t># the wrapper is gated — the leaves are not</a:t>
            </a:r>
          </a:p>
          <a:p>
            <a:pPr algn="l">
              <a:lnSpc>
                <a:spcPct val="125000"/>
              </a:lnSpc>
            </a:pPr>
            <a:r>
              <a:rPr sz="1100" b="0" i="0">
                <a:solidFill>
                  <a:srgbClr val="000000"/>
                </a:solidFill>
                <a:latin typeface="Consolas"/>
              </a:rPr>
              <a:t>nx show project shop-e2e --json</a:t>
            </a:r>
          </a:p>
          <a:p>
            <a:pPr algn="l">
              <a:lnSpc>
                <a:spcPct val="125000"/>
              </a:lnSpc>
            </a:pPr>
            <a:r>
              <a:rPr sz="1100" b="0" i="0">
                <a:solidFill>
                  <a:srgbClr val="0099CC"/>
                </a:solidFill>
                <a:latin typeface="Consolas"/>
              </a:rPr>
              <a:t>  → e2e-ci--src/e2e/catalog.cy.ts</a:t>
            </a:r>
          </a:p>
          <a:p>
            <a:pPr algn="l">
              <a:lnSpc>
                <a:spcPct val="125000"/>
              </a:lnSpc>
            </a:pPr>
            <a:r>
              <a:rPr sz="1100" b="0" i="0">
                <a:solidFill>
                  <a:srgbClr val="0099CC"/>
                </a:solidFill>
                <a:latin typeface="Consolas"/>
              </a:rPr>
              <a:t>  → e2e-ci--src/e2e/search.cy.ts  …</a:t>
            </a:r>
          </a:p>
          <a:p>
            <a:pPr algn="l">
              <a:lnSpc>
                <a:spcPct val="125000"/>
              </a:lnSpc>
            </a:pPr>
            <a:r>
              <a:rPr sz="1100" b="0" i="0">
                <a:solidFill>
                  <a:srgbClr val="000000"/>
                </a:solidFill>
                <a:latin typeface="Consolas"/>
              </a:rPr>
              <a:t/>
            </a:r>
          </a:p>
          <a:p>
            <a:pPr algn="l">
              <a:lnSpc>
                <a:spcPct val="125000"/>
              </a:lnSpc>
            </a:pPr>
            <a:r>
              <a:rPr sz="1100" b="0" i="0">
                <a:solidFill>
                  <a:srgbClr val="00CC66"/>
                </a:solidFill>
                <a:latin typeface="Consolas"/>
              </a:rPr>
              <a:t>nx run-many --targets=&lt;that list&gt; --parallel=5</a:t>
            </a:r>
          </a:p>
        </p:txBody>
      </p:sp>
      <p:sp>
        <p:nvSpPr>
          <p:cNvPr id="6" name="Rounded Rectangle 5"/>
          <p:cNvSpPr/>
          <p:nvPr/>
        </p:nvSpPr>
        <p:spPr>
          <a:xfrm>
            <a:off x="7589520" y="1600200"/>
            <a:ext cx="3977639" cy="2103120"/>
          </a:xfrm>
          <a:prstGeom prst="roundRect">
            <a:avLst>
              <a:gd name="adj" fmla="val 3478"/>
            </a:avLst>
          </a:prstGeom>
          <a:solidFill>
            <a:srgbClr val="FFFFFF"/>
          </a:solidFill>
          <a:ln w="15875">
            <a:solidFill>
              <a:srgbClr val="00CC6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7863840" y="1783080"/>
            <a:ext cx="3474720" cy="457200"/>
          </a:xfrm>
          <a:prstGeom prst="rect">
            <a:avLst/>
          </a:prstGeom>
          <a:noFill/>
        </p:spPr>
        <p:txBody>
          <a:bodyPr wrap="square" lIns="0" rIns="0" tIns="0" bIns="0" anchor="t">
            <a:spAutoFit/>
          </a:bodyPr>
          <a:lstStyle/>
          <a:p>
            <a:pPr algn="l"/>
            <a:r>
              <a:rPr sz="2000" b="0" i="0">
                <a:solidFill>
                  <a:srgbClr val="8C8C8C"/>
                </a:solidFill>
                <a:latin typeface="AA Zuehlke Medium"/>
              </a:rPr>
              <a:t>4m 20s</a:t>
            </a:r>
          </a:p>
        </p:txBody>
      </p:sp>
      <p:sp>
        <p:nvSpPr>
          <p:cNvPr id="8" name="TextBox 7"/>
          <p:cNvSpPr txBox="1"/>
          <p:nvPr/>
        </p:nvSpPr>
        <p:spPr>
          <a:xfrm>
            <a:off x="7863840" y="2194560"/>
            <a:ext cx="3474720" cy="274320"/>
          </a:xfrm>
          <a:prstGeom prst="rect">
            <a:avLst/>
          </a:prstGeom>
          <a:noFill/>
        </p:spPr>
        <p:txBody>
          <a:bodyPr wrap="square" lIns="0" rIns="0" tIns="0" bIns="0" anchor="t">
            <a:spAutoFit/>
          </a:bodyPr>
          <a:lstStyle/>
          <a:p>
            <a:pPr algn="l"/>
            <a:r>
              <a:rPr sz="1300" b="0" i="0">
                <a:solidFill>
                  <a:srgbClr val="8C8C8C"/>
                </a:solidFill>
                <a:latin typeface="AA Zuehlke"/>
              </a:rPr>
              <a:t>↓</a:t>
            </a:r>
          </a:p>
        </p:txBody>
      </p:sp>
      <p:sp>
        <p:nvSpPr>
          <p:cNvPr id="9" name="TextBox 8"/>
          <p:cNvSpPr txBox="1"/>
          <p:nvPr/>
        </p:nvSpPr>
        <p:spPr>
          <a:xfrm>
            <a:off x="7863840" y="2496312"/>
            <a:ext cx="3474720" cy="731520"/>
          </a:xfrm>
          <a:prstGeom prst="rect">
            <a:avLst/>
          </a:prstGeom>
          <a:noFill/>
        </p:spPr>
        <p:txBody>
          <a:bodyPr wrap="square" lIns="0" rIns="0" tIns="0" bIns="0" anchor="t">
            <a:spAutoFit/>
          </a:bodyPr>
          <a:lstStyle/>
          <a:p>
            <a:pPr algn="l"/>
            <a:r>
              <a:rPr sz="3400" b="0" i="0">
                <a:solidFill>
                  <a:srgbClr val="00CC66"/>
                </a:solidFill>
                <a:latin typeface="AA Zuehlke Medium"/>
              </a:rPr>
              <a:t>2m 20s</a:t>
            </a:r>
          </a:p>
        </p:txBody>
      </p:sp>
      <p:sp>
        <p:nvSpPr>
          <p:cNvPr id="10" name="TextBox 9"/>
          <p:cNvSpPr txBox="1"/>
          <p:nvPr/>
        </p:nvSpPr>
        <p:spPr>
          <a:xfrm>
            <a:off x="7863840" y="3246120"/>
            <a:ext cx="3474720" cy="365760"/>
          </a:xfrm>
          <a:prstGeom prst="rect">
            <a:avLst/>
          </a:prstGeom>
          <a:noFill/>
        </p:spPr>
        <p:txBody>
          <a:bodyPr wrap="square" lIns="0" rIns="0" tIns="0" bIns="0" anchor="t">
            <a:spAutoFit/>
          </a:bodyPr>
          <a:lstStyle/>
          <a:p>
            <a:pPr algn="l"/>
            <a:r>
              <a:rPr sz="1200" b="0" i="0">
                <a:solidFill>
                  <a:srgbClr val="4D4D4D"/>
                </a:solidFill>
                <a:latin typeface="AA Zuehlke"/>
              </a:rPr>
              <a:t>same laptop, one flag</a:t>
            </a:r>
          </a:p>
        </p:txBody>
      </p:sp>
      <p:sp>
        <p:nvSpPr>
          <p:cNvPr id="11" name="Rounded Rectangle 10"/>
          <p:cNvSpPr/>
          <p:nvPr/>
        </p:nvSpPr>
        <p:spPr>
          <a:xfrm>
            <a:off x="621792" y="4297680"/>
            <a:ext cx="10945368" cy="1325880"/>
          </a:xfrm>
          <a:prstGeom prst="roundRect">
            <a:avLst>
              <a:gd name="adj" fmla="val 5517"/>
            </a:avLst>
          </a:prstGeom>
          <a:solidFill>
            <a:srgbClr val="FFE5BF"/>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1"/>
          <p:cNvSpPr txBox="1"/>
          <p:nvPr/>
        </p:nvSpPr>
        <p:spPr>
          <a:xfrm>
            <a:off x="877824" y="4462272"/>
            <a:ext cx="10424160" cy="274320"/>
          </a:xfrm>
          <a:prstGeom prst="rect">
            <a:avLst/>
          </a:prstGeom>
          <a:noFill/>
        </p:spPr>
        <p:txBody>
          <a:bodyPr wrap="square" lIns="0" rIns="0" tIns="0" bIns="0" anchor="t">
            <a:spAutoFit/>
          </a:bodyPr>
          <a:lstStyle/>
          <a:p>
            <a:pPr algn="l"/>
            <a:r>
              <a:rPr sz="1300" b="0" i="0">
                <a:solidFill>
                  <a:srgbClr val="000000"/>
                </a:solidFill>
                <a:latin typeface="AA Zuehlke Medium"/>
              </a:rPr>
              <a:t>The part people skip</a:t>
            </a:r>
          </a:p>
        </p:txBody>
      </p:sp>
      <p:sp>
        <p:nvSpPr>
          <p:cNvPr id="13" name="TextBox 12"/>
          <p:cNvSpPr txBox="1"/>
          <p:nvPr/>
        </p:nvSpPr>
        <p:spPr>
          <a:xfrm>
            <a:off x="877824" y="4791456"/>
            <a:ext cx="10424160" cy="731520"/>
          </a:xfrm>
          <a:prstGeom prst="rect">
            <a:avLst/>
          </a:prstGeom>
          <a:noFill/>
        </p:spPr>
        <p:txBody>
          <a:bodyPr wrap="square" lIns="0" rIns="0" tIns="0" bIns="0" anchor="t">
            <a:spAutoFit/>
          </a:bodyPr>
          <a:lstStyle/>
          <a:p>
            <a:pPr algn="l"/>
            <a:r>
              <a:rPr sz="1200" b="0" i="0">
                <a:solidFill>
                  <a:srgbClr val="000000"/>
                </a:solidFill>
                <a:latin typeface="AA Zuehlke"/>
              </a:rPr>
              <a:t>Atomize and run them serially and you get 5m 40s — 31% SLOWER than not splitting at all, because every spec now boots its own Cypress. Splitting is not a speedup. It is the precondition for one.</a:t>
            </a:r>
          </a:p>
        </p:txBody>
      </p:sp>
      <p:sp>
        <p:nvSpPr>
          <p:cNvPr id="14" name="TextBox 13"/>
          <p:cNvSpPr txBox="1"/>
          <p:nvPr/>
        </p:nvSpPr>
        <p:spPr>
          <a:xfrm>
            <a:off x="10881360" y="6345936"/>
            <a:ext cx="685800" cy="201168"/>
          </a:xfrm>
          <a:prstGeom prst="rect">
            <a:avLst/>
          </a:prstGeom>
          <a:noFill/>
        </p:spPr>
        <p:txBody>
          <a:bodyPr wrap="square" lIns="0" rIns="0" tIns="0" bIns="0" anchor="t">
            <a:spAutoFit/>
          </a:bodyPr>
          <a:lstStyle/>
          <a:p>
            <a:pPr algn="r"/>
            <a:fld id="{d4630c2d-9214-4fd8-840e-595a11a10aee}" type="slidenum">
              <a:rPr lang="en-US" sz="800">
                <a:solidFill>
                  <a:srgbClr val="8C8C8C"/>
                </a:solidFill>
                <a:latin typeface="AA Zuehlke"/>
              </a:rPr>
              <a:t>1</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04 · DISTRIBUTION</a:t>
            </a:r>
          </a:p>
        </p:txBody>
      </p:sp>
      <p:sp>
        <p:nvSpPr>
          <p:cNvPr id="3" name="Title 2"/>
          <p:cNvSpPr>
            <a:spLocks noGrp="1"/>
          </p:cNvSpPr>
          <p:nvPr>
            <p:ph type="title"/>
          </p:nvPr>
        </p:nvSpPr>
        <p:spPr/>
        <p:txBody>
          <a:bodyPr/>
          <a:lstStyle/>
          <a:p>
            <a:pPr/>
            <a:r>
              <a:rPr sz="2400" b="0" i="0">
                <a:solidFill>
                  <a:srgbClr val="000000"/>
                </a:solidFill>
                <a:latin typeface="AA Zuehlke Medium"/>
              </a:rPr>
              <a:t>One runner per app, not per shard</a:t>
            </a:r>
          </a:p>
        </p:txBody>
      </p:sp>
      <p:sp>
        <p:nvSpPr>
          <p:cNvPr id="4" name="Rounded Rectangle 3"/>
          <p:cNvSpPr/>
          <p:nvPr/>
        </p:nvSpPr>
        <p:spPr>
          <a:xfrm>
            <a:off x="621792" y="1600200"/>
            <a:ext cx="6492240" cy="2066544"/>
          </a:xfrm>
          <a:prstGeom prst="roundRect">
            <a:avLst>
              <a:gd name="adj" fmla="val 3539"/>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6089903" cy="1700784"/>
          </a:xfrm>
          <a:prstGeom prst="rect">
            <a:avLst/>
          </a:prstGeom>
          <a:noFill/>
        </p:spPr>
        <p:txBody>
          <a:bodyPr wrap="square" lIns="0" rIns="0" tIns="0" bIns="0" anchor="t">
            <a:spAutoFit/>
          </a:bodyPr>
          <a:lstStyle/>
          <a:p>
            <a:pPr algn="l">
              <a:lnSpc>
                <a:spcPct val="125000"/>
              </a:lnSpc>
            </a:pPr>
            <a:r>
              <a:rPr sz="1000" b="0" i="0">
                <a:solidFill>
                  <a:srgbClr val="0099CC"/>
                </a:solidFill>
                <a:latin typeface="Consolas"/>
              </a:rPr>
              <a:t>- id: list</a:t>
            </a:r>
          </a:p>
          <a:p>
            <a:pPr algn="l">
              <a:lnSpc>
                <a:spcPct val="125000"/>
              </a:lnSpc>
            </a:pPr>
            <a:r>
              <a:rPr sz="1000" b="0" i="0">
                <a:solidFill>
                  <a:srgbClr val="00CC66"/>
                </a:solidFill>
                <a:latin typeface="Consolas"/>
              </a:rPr>
              <a:t>  run: echo "projects=$(node tools/e2e-targets.mjs</a:t>
            </a:r>
          </a:p>
          <a:p>
            <a:pPr algn="l">
              <a:lnSpc>
                <a:spcPct val="125000"/>
              </a:lnSpc>
            </a:pPr>
            <a:r>
              <a:rPr sz="1000" b="0" i="0">
                <a:solidFill>
                  <a:srgbClr val="00CC66"/>
                </a:solidFill>
                <a:latin typeface="Consolas"/>
              </a:rPr>
              <a:t>        --projects-json)" &gt;&gt; "$GITHUB_OUTPUT"</a:t>
            </a:r>
          </a:p>
          <a:p>
            <a:pPr algn="l">
              <a:lnSpc>
                <a:spcPct val="125000"/>
              </a:lnSpc>
            </a:pPr>
            <a:r>
              <a:rPr sz="1000" b="0" i="0">
                <a:solidFill>
                  <a:srgbClr val="000000"/>
                </a:solidFill>
                <a:latin typeface="Consolas"/>
              </a:rPr>
              <a:t/>
            </a:r>
          </a:p>
          <a:p>
            <a:pPr algn="l">
              <a:lnSpc>
                <a:spcPct val="125000"/>
              </a:lnSpc>
            </a:pPr>
            <a:r>
              <a:rPr sz="1000" b="0" i="0">
                <a:solidFill>
                  <a:srgbClr val="0099CC"/>
                </a:solidFill>
                <a:latin typeface="Consolas"/>
              </a:rPr>
              <a:t>strategy:</a:t>
            </a:r>
          </a:p>
          <a:p>
            <a:pPr algn="l">
              <a:lnSpc>
                <a:spcPct val="125000"/>
              </a:lnSpc>
            </a:pPr>
            <a:r>
              <a:rPr sz="1000" b="0" i="0">
                <a:solidFill>
                  <a:srgbClr val="000000"/>
                </a:solidFill>
                <a:latin typeface="Consolas"/>
              </a:rPr>
              <a:t>  matrix:</a:t>
            </a:r>
          </a:p>
          <a:p>
            <a:pPr algn="l">
              <a:lnSpc>
                <a:spcPct val="125000"/>
              </a:lnSpc>
            </a:pPr>
            <a:r>
              <a:rPr sz="1000" b="0" i="0">
                <a:solidFill>
                  <a:srgbClr val="000000"/>
                </a:solidFill>
                <a:latin typeface="Consolas"/>
              </a:rPr>
              <a:t>    project: ${{ fromJson(needs.discover.outputs.projects) }}</a:t>
            </a:r>
          </a:p>
        </p:txBody>
      </p:sp>
      <p:sp>
        <p:nvSpPr>
          <p:cNvPr id="6" name="Oval 5"/>
          <p:cNvSpPr/>
          <p:nvPr/>
        </p:nvSpPr>
        <p:spPr>
          <a:xfrm>
            <a:off x="7589520" y="172821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645920"/>
            <a:ext cx="3794760" cy="566928"/>
          </a:xfrm>
          <a:prstGeom prst="rect">
            <a:avLst/>
          </a:prstGeom>
          <a:noFill/>
        </p:spPr>
        <p:txBody>
          <a:bodyPr wrap="square" lIns="0" rIns="0" tIns="0" bIns="0" anchor="t">
            <a:spAutoFit/>
          </a:bodyPr>
          <a:lstStyle/>
          <a:p>
            <a:pPr algn="l"/>
            <a:r>
              <a:rPr sz="1100" b="0" i="0">
                <a:solidFill>
                  <a:srgbClr val="4D4D4D"/>
                </a:solidFill>
                <a:latin typeface="AA Zuehlke"/>
              </a:rPr>
              <a:t>The matrix comes from the graph — a 4th app adds a runner by itself</a:t>
            </a:r>
          </a:p>
        </p:txBody>
      </p:sp>
      <p:sp>
        <p:nvSpPr>
          <p:cNvPr id="8" name="Oval 7"/>
          <p:cNvSpPr/>
          <p:nvPr/>
        </p:nvSpPr>
        <p:spPr>
          <a:xfrm>
            <a:off x="7589520" y="2295144"/>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2212848"/>
            <a:ext cx="3794760" cy="566928"/>
          </a:xfrm>
          <a:prstGeom prst="rect">
            <a:avLst/>
          </a:prstGeom>
          <a:noFill/>
        </p:spPr>
        <p:txBody>
          <a:bodyPr wrap="square" lIns="0" rIns="0" tIns="0" bIns="0" anchor="t">
            <a:spAutoFit/>
          </a:bodyPr>
          <a:lstStyle/>
          <a:p>
            <a:pPr algn="l"/>
            <a:r>
              <a:rPr sz="1100" b="0" i="0">
                <a:solidFill>
                  <a:srgbClr val="4D4D4D"/>
                </a:solidFill>
                <a:latin typeface="AA Zuehlke"/>
              </a:rPr>
              <a:t>One preview server per runner, nothing to balance</a:t>
            </a:r>
          </a:p>
        </p:txBody>
      </p:sp>
      <p:sp>
        <p:nvSpPr>
          <p:cNvPr id="10" name="Oval 9"/>
          <p:cNvSpPr/>
          <p:nvPr/>
        </p:nvSpPr>
        <p:spPr>
          <a:xfrm>
            <a:off x="7589520" y="2862072"/>
            <a:ext cx="68580" cy="68580"/>
          </a:xfrm>
          <a:prstGeom prst="ellipse">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2779776"/>
            <a:ext cx="3794760" cy="566928"/>
          </a:xfrm>
          <a:prstGeom prst="rect">
            <a:avLst/>
          </a:prstGeom>
          <a:noFill/>
        </p:spPr>
        <p:txBody>
          <a:bodyPr wrap="square" lIns="0" rIns="0" tIns="0" bIns="0" anchor="t">
            <a:spAutoFit/>
          </a:bodyPr>
          <a:lstStyle/>
          <a:p>
            <a:pPr algn="l"/>
            <a:r>
              <a:rPr sz="1100" b="0" i="0">
                <a:solidFill>
                  <a:srgbClr val="B35F00"/>
                </a:solidFill>
                <a:latin typeface="AA Zuehlke"/>
              </a:rPr>
              <a:t>Costs ~40s up front: discovery needs npm ci first</a:t>
            </a:r>
          </a:p>
        </p:txBody>
      </p:sp>
      <p:sp>
        <p:nvSpPr>
          <p:cNvPr id="12" name="Oval 11"/>
          <p:cNvSpPr/>
          <p:nvPr/>
        </p:nvSpPr>
        <p:spPr>
          <a:xfrm>
            <a:off x="7589520" y="3429000"/>
            <a:ext cx="68580" cy="68580"/>
          </a:xfrm>
          <a:prstGeom prst="ellipse">
            <a:avLst/>
          </a:prstGeom>
          <a:solidFill>
            <a:srgbClr val="008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8120" y="3346704"/>
            <a:ext cx="3794760" cy="566928"/>
          </a:xfrm>
          <a:prstGeom prst="rect">
            <a:avLst/>
          </a:prstGeom>
          <a:noFill/>
        </p:spPr>
        <p:txBody>
          <a:bodyPr wrap="square" lIns="0" rIns="0" tIns="0" bIns="0" anchor="t">
            <a:spAutoFit/>
          </a:bodyPr>
          <a:lstStyle/>
          <a:p>
            <a:pPr algn="l"/>
            <a:r>
              <a:rPr sz="1100" b="0" i="0">
                <a:solidFill>
                  <a:srgbClr val="00804D"/>
                </a:solidFill>
                <a:latin typeface="AA Zuehlke Medium"/>
              </a:rPr>
              <a:t>3m 44s on one machine → 1m 53s across three</a:t>
            </a:r>
          </a:p>
        </p:txBody>
      </p:sp>
      <p:sp>
        <p:nvSpPr>
          <p:cNvPr id="14" name="TextBox 13"/>
          <p:cNvSpPr txBox="1"/>
          <p:nvPr/>
        </p:nvSpPr>
        <p:spPr>
          <a:xfrm>
            <a:off x="621792" y="4114800"/>
            <a:ext cx="10881360" cy="320040"/>
          </a:xfrm>
          <a:prstGeom prst="rect">
            <a:avLst/>
          </a:prstGeom>
          <a:noFill/>
        </p:spPr>
        <p:txBody>
          <a:bodyPr wrap="square" lIns="0" rIns="0" tIns="0" bIns="0" anchor="t">
            <a:spAutoFit/>
          </a:bodyPr>
          <a:lstStyle/>
          <a:p>
            <a:pPr algn="l"/>
            <a:r>
              <a:rPr sz="1400" b="0" i="0">
                <a:solidFill>
                  <a:srgbClr val="985B9C"/>
                </a:solidFill>
                <a:latin typeface="AA Zuehlke Medium"/>
              </a:rPr>
              <a:t>Why not shard by index?</a:t>
            </a:r>
          </a:p>
        </p:txBody>
      </p:sp>
      <p:sp>
        <p:nvSpPr>
          <p:cNvPr id="15" name="Rounded Rectangle 14"/>
          <p:cNvSpPr/>
          <p:nvPr/>
        </p:nvSpPr>
        <p:spPr>
          <a:xfrm>
            <a:off x="621792" y="4526280"/>
            <a:ext cx="3429000" cy="1371600"/>
          </a:xfrm>
          <a:prstGeom prst="roundRect">
            <a:avLst>
              <a:gd name="adj" fmla="val 5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TextBox 15"/>
          <p:cNvSpPr txBox="1"/>
          <p:nvPr/>
        </p:nvSpPr>
        <p:spPr>
          <a:xfrm>
            <a:off x="877824" y="4727448"/>
            <a:ext cx="2971800" cy="365760"/>
          </a:xfrm>
          <a:prstGeom prst="rect">
            <a:avLst/>
          </a:prstGeom>
          <a:noFill/>
        </p:spPr>
        <p:txBody>
          <a:bodyPr wrap="square" lIns="0" rIns="0" tIns="0" bIns="0" anchor="t">
            <a:spAutoFit/>
          </a:bodyPr>
          <a:lstStyle/>
          <a:p>
            <a:pPr algn="l"/>
            <a:r>
              <a:rPr sz="1300" b="0" i="0">
                <a:solidFill>
                  <a:srgbClr val="000000"/>
                </a:solidFill>
                <a:latin typeface="AA Zuehlke Medium"/>
              </a:rPr>
              <a:t>Three servers, not one</a:t>
            </a:r>
          </a:p>
        </p:txBody>
      </p:sp>
      <p:sp>
        <p:nvSpPr>
          <p:cNvPr id="17" name="TextBox 16"/>
          <p:cNvSpPr txBox="1"/>
          <p:nvPr/>
        </p:nvSpPr>
        <p:spPr>
          <a:xfrm>
            <a:off x="877824" y="5184648"/>
            <a:ext cx="2971800" cy="548640"/>
          </a:xfrm>
          <a:prstGeom prst="rect">
            <a:avLst/>
          </a:prstGeom>
          <a:noFill/>
        </p:spPr>
        <p:txBody>
          <a:bodyPr wrap="square" lIns="0" rIns="0" tIns="0" bIns="0" anchor="t">
            <a:spAutoFit/>
          </a:bodyPr>
          <a:lstStyle/>
          <a:p>
            <a:pPr algn="l"/>
            <a:r>
              <a:rPr sz="1100" b="0" i="0">
                <a:solidFill>
                  <a:srgbClr val="4D4D4D"/>
                </a:solidFill>
                <a:latin typeface="AA Zuehlke"/>
              </a:rPr>
              <a:t>A shard spanning apps builds and boots every app on that runner.</a:t>
            </a:r>
          </a:p>
        </p:txBody>
      </p:sp>
      <p:sp>
        <p:nvSpPr>
          <p:cNvPr id="18" name="Rounded Rectangle 17"/>
          <p:cNvSpPr/>
          <p:nvPr/>
        </p:nvSpPr>
        <p:spPr>
          <a:xfrm>
            <a:off x="4325112" y="4526280"/>
            <a:ext cx="3429000" cy="1371600"/>
          </a:xfrm>
          <a:prstGeom prst="roundRect">
            <a:avLst>
              <a:gd name="adj" fmla="val 5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8"/>
          <p:cNvSpPr txBox="1"/>
          <p:nvPr/>
        </p:nvSpPr>
        <p:spPr>
          <a:xfrm>
            <a:off x="4581144" y="4727448"/>
            <a:ext cx="2971800" cy="365760"/>
          </a:xfrm>
          <a:prstGeom prst="rect">
            <a:avLst/>
          </a:prstGeom>
          <a:noFill/>
        </p:spPr>
        <p:txBody>
          <a:bodyPr wrap="square" lIns="0" rIns="0" tIns="0" bIns="0" anchor="t">
            <a:spAutoFit/>
          </a:bodyPr>
          <a:lstStyle/>
          <a:p>
            <a:pPr algn="l"/>
            <a:r>
              <a:rPr sz="1300" b="0" i="0">
                <a:solidFill>
                  <a:srgbClr val="000000"/>
                </a:solidFill>
                <a:latin typeface="AA Zuehlke Medium"/>
              </a:rPr>
              <a:t>Nothing to rebalance</a:t>
            </a:r>
          </a:p>
        </p:txBody>
      </p:sp>
      <p:sp>
        <p:nvSpPr>
          <p:cNvPr id="20" name="TextBox 19"/>
          <p:cNvSpPr txBox="1"/>
          <p:nvPr/>
        </p:nvSpPr>
        <p:spPr>
          <a:xfrm>
            <a:off x="4581144" y="5184648"/>
            <a:ext cx="2971800" cy="548640"/>
          </a:xfrm>
          <a:prstGeom prst="rect">
            <a:avLst/>
          </a:prstGeom>
          <a:noFill/>
        </p:spPr>
        <p:txBody>
          <a:bodyPr wrap="square" lIns="0" rIns="0" tIns="0" bIns="0" anchor="t">
            <a:spAutoFit/>
          </a:bodyPr>
          <a:lstStyle/>
          <a:p>
            <a:pPr algn="l"/>
            <a:r>
              <a:rPr sz="1100" b="0" i="0">
                <a:solidFill>
                  <a:srgbClr val="4D4D4D"/>
                </a:solidFill>
                <a:latin typeface="AA Zuehlke"/>
              </a:rPr>
              <a:t>Similar-sized apps are already even.</a:t>
            </a:r>
          </a:p>
        </p:txBody>
      </p:sp>
      <p:sp>
        <p:nvSpPr>
          <p:cNvPr id="21" name="Rounded Rectangle 20"/>
          <p:cNvSpPr/>
          <p:nvPr/>
        </p:nvSpPr>
        <p:spPr>
          <a:xfrm>
            <a:off x="8028431" y="4526280"/>
            <a:ext cx="3429000" cy="1371600"/>
          </a:xfrm>
          <a:prstGeom prst="roundRect">
            <a:avLst>
              <a:gd name="adj" fmla="val 5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2" name="TextBox 21"/>
          <p:cNvSpPr txBox="1"/>
          <p:nvPr/>
        </p:nvSpPr>
        <p:spPr>
          <a:xfrm>
            <a:off x="8284463" y="4727448"/>
            <a:ext cx="2971800" cy="365760"/>
          </a:xfrm>
          <a:prstGeom prst="rect">
            <a:avLst/>
          </a:prstGeom>
          <a:noFill/>
        </p:spPr>
        <p:txBody>
          <a:bodyPr wrap="square" lIns="0" rIns="0" tIns="0" bIns="0" anchor="t">
            <a:spAutoFit/>
          </a:bodyPr>
          <a:lstStyle/>
          <a:p>
            <a:pPr algn="l"/>
            <a:r>
              <a:rPr sz="1300" b="0" i="0">
                <a:solidFill>
                  <a:srgbClr val="000000"/>
                </a:solidFill>
                <a:latin typeface="AA Zuehlke Medium"/>
              </a:rPr>
              <a:t>run-many is a cross product</a:t>
            </a:r>
          </a:p>
        </p:txBody>
      </p:sp>
      <p:sp>
        <p:nvSpPr>
          <p:cNvPr id="23" name="TextBox 22"/>
          <p:cNvSpPr txBox="1"/>
          <p:nvPr/>
        </p:nvSpPr>
        <p:spPr>
          <a:xfrm>
            <a:off x="8284463" y="5184648"/>
            <a:ext cx="2971800" cy="548640"/>
          </a:xfrm>
          <a:prstGeom prst="rect">
            <a:avLst/>
          </a:prstGeom>
          <a:noFill/>
        </p:spPr>
        <p:txBody>
          <a:bodyPr wrap="square" lIns="0" rIns="0" tIns="0" bIns="0" anchor="t">
            <a:spAutoFit/>
          </a:bodyPr>
          <a:lstStyle/>
          <a:p>
            <a:pPr algn="l"/>
            <a:r>
              <a:rPr sz="1100" b="0" i="0">
                <a:solidFill>
                  <a:srgbClr val="4D4D4D"/>
                </a:solidFill>
                <a:latin typeface="AA Zuehlke"/>
              </a:rPr>
              <a:t>shop and admin both have login.cy.ts. A cross-app shard runs the wrong one.</a:t>
            </a:r>
          </a:p>
        </p:txBody>
      </p:sp>
      <p:sp>
        <p:nvSpPr>
          <p:cNvPr id="24" name="TextBox 23"/>
          <p:cNvSpPr txBox="1"/>
          <p:nvPr/>
        </p:nvSpPr>
        <p:spPr>
          <a:xfrm>
            <a:off x="10881360" y="6345936"/>
            <a:ext cx="685800" cy="201168"/>
          </a:xfrm>
          <a:prstGeom prst="rect">
            <a:avLst/>
          </a:prstGeom>
          <a:noFill/>
        </p:spPr>
        <p:txBody>
          <a:bodyPr wrap="square" lIns="0" rIns="0" tIns="0" bIns="0" anchor="t">
            <a:spAutoFit/>
          </a:bodyPr>
          <a:lstStyle/>
          <a:p>
            <a:pPr algn="r"/>
            <a:fld id="{6394b7b7-5a78-43ad-9113-94487d339865}" type="slidenum">
              <a:rPr lang="en-US" sz="800">
                <a:solidFill>
                  <a:srgbClr val="8C8C8C"/>
                </a:solidFill>
                <a:latin typeface="AA Zuehlke"/>
              </a:rPr>
              <a:t>1</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04 · PROOF</a:t>
            </a:r>
          </a:p>
        </p:txBody>
      </p:sp>
      <p:sp>
        <p:nvSpPr>
          <p:cNvPr id="3" name="Title 2"/>
          <p:cNvSpPr>
            <a:spLocks noGrp="1"/>
          </p:cNvSpPr>
          <p:nvPr>
            <p:ph type="title"/>
          </p:nvPr>
        </p:nvSpPr>
        <p:spPr/>
        <p:txBody>
          <a:bodyPr/>
          <a:lstStyle/>
          <a:p>
            <a:pPr/>
            <a:r>
              <a:rPr sz="2400" b="0" i="0">
                <a:solidFill>
                  <a:srgbClr val="000000"/>
                </a:solidFill>
                <a:latin typeface="AA Zuehlke Medium"/>
              </a:rPr>
              <a:t>That run, on this repo</a:t>
            </a:r>
          </a:p>
        </p:txBody>
      </p:sp>
      <p:pic>
        <p:nvPicPr>
          <p:cNvPr id="4" name="Picture 3" descr="ci-parallel-run.png"/>
          <p:cNvPicPr>
            <a:picLocks noChangeAspect="1"/>
          </p:cNvPicPr>
          <p:nvPr/>
        </p:nvPicPr>
        <p:blipFill>
          <a:blip r:embed="rId2"/>
          <a:stretch>
            <a:fillRect/>
          </a:stretch>
        </p:blipFill>
        <p:spPr>
          <a:xfrm>
            <a:off x="1888236" y="1572768"/>
            <a:ext cx="8412480" cy="3937420"/>
          </a:xfrm>
          <a:prstGeom prst="rect">
            <a:avLst/>
          </a:prstGeom>
        </p:spPr>
      </p:pic>
      <p:sp>
        <p:nvSpPr>
          <p:cNvPr id="5" name="Rectangle 4"/>
          <p:cNvSpPr/>
          <p:nvPr/>
        </p:nvSpPr>
        <p:spPr>
          <a:xfrm>
            <a:off x="1888236" y="1572768"/>
            <a:ext cx="8412480" cy="3937420"/>
          </a:xfrm>
          <a:prstGeom prst="rect">
            <a:avLst/>
          </a:prstGeom>
          <a:no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5"/>
          <p:cNvSpPr txBox="1"/>
          <p:nvPr/>
        </p:nvSpPr>
        <p:spPr>
          <a:xfrm>
            <a:off x="621792" y="5596128"/>
            <a:ext cx="3429000" cy="384048"/>
          </a:xfrm>
          <a:prstGeom prst="rect">
            <a:avLst/>
          </a:prstGeom>
          <a:noFill/>
        </p:spPr>
        <p:txBody>
          <a:bodyPr wrap="square" lIns="0" rIns="0" tIns="0" bIns="0" anchor="t">
            <a:spAutoFit/>
          </a:bodyPr>
          <a:lstStyle/>
          <a:p>
            <a:pPr algn="l"/>
            <a:r>
              <a:rPr sz="2000" b="0" i="0">
                <a:solidFill>
                  <a:srgbClr val="00804D"/>
                </a:solidFill>
                <a:latin typeface="AA Zuehlke Medium"/>
              </a:rPr>
              <a:t>1m 24s</a:t>
            </a:r>
          </a:p>
        </p:txBody>
      </p:sp>
      <p:sp>
        <p:nvSpPr>
          <p:cNvPr id="7" name="TextBox 6"/>
          <p:cNvSpPr txBox="1"/>
          <p:nvPr/>
        </p:nvSpPr>
        <p:spPr>
          <a:xfrm>
            <a:off x="621792" y="5980176"/>
            <a:ext cx="3429000" cy="274320"/>
          </a:xfrm>
          <a:prstGeom prst="rect">
            <a:avLst/>
          </a:prstGeom>
          <a:noFill/>
        </p:spPr>
        <p:txBody>
          <a:bodyPr wrap="square" lIns="0" rIns="0" tIns="0" bIns="0" anchor="t">
            <a:spAutoFit/>
          </a:bodyPr>
          <a:lstStyle/>
          <a:p>
            <a:pPr algn="l"/>
            <a:r>
              <a:rPr sz="1100" b="0" i="0">
                <a:solidFill>
                  <a:srgbClr val="4D4D4D"/>
                </a:solidFill>
                <a:latin typeface="AA Zuehlke"/>
              </a:rPr>
              <a:t>end to end, including npm ci</a:t>
            </a:r>
          </a:p>
        </p:txBody>
      </p:sp>
      <p:sp>
        <p:nvSpPr>
          <p:cNvPr id="8" name="TextBox 7"/>
          <p:cNvSpPr txBox="1"/>
          <p:nvPr/>
        </p:nvSpPr>
        <p:spPr>
          <a:xfrm>
            <a:off x="4325112" y="5596128"/>
            <a:ext cx="3429000" cy="384048"/>
          </a:xfrm>
          <a:prstGeom prst="rect">
            <a:avLst/>
          </a:prstGeom>
          <a:noFill/>
        </p:spPr>
        <p:txBody>
          <a:bodyPr wrap="square" lIns="0" rIns="0" tIns="0" bIns="0" anchor="t">
            <a:spAutoFit/>
          </a:bodyPr>
          <a:lstStyle/>
          <a:p>
            <a:pPr algn="l"/>
            <a:r>
              <a:rPr sz="2000" b="0" i="0">
                <a:solidFill>
                  <a:srgbClr val="00804D"/>
                </a:solidFill>
                <a:latin typeface="AA Zuehlke Medium"/>
              </a:rPr>
              <a:t>41-45s</a:t>
            </a:r>
          </a:p>
        </p:txBody>
      </p:sp>
      <p:sp>
        <p:nvSpPr>
          <p:cNvPr id="9" name="TextBox 8"/>
          <p:cNvSpPr txBox="1"/>
          <p:nvPr/>
        </p:nvSpPr>
        <p:spPr>
          <a:xfrm>
            <a:off x="4325112" y="5980176"/>
            <a:ext cx="3429000" cy="274320"/>
          </a:xfrm>
          <a:prstGeom prst="rect">
            <a:avLst/>
          </a:prstGeom>
          <a:noFill/>
        </p:spPr>
        <p:txBody>
          <a:bodyPr wrap="square" lIns="0" rIns="0" tIns="0" bIns="0" anchor="t">
            <a:spAutoFit/>
          </a:bodyPr>
          <a:lstStyle/>
          <a:p>
            <a:pPr algn="l"/>
            <a:r>
              <a:rPr sz="1100" b="0" i="0">
                <a:solidFill>
                  <a:srgbClr val="4D4D4D"/>
                </a:solidFill>
                <a:latin typeface="AA Zuehlke"/>
              </a:rPr>
              <a:t>per app, all three at once</a:t>
            </a:r>
          </a:p>
        </p:txBody>
      </p:sp>
      <p:sp>
        <p:nvSpPr>
          <p:cNvPr id="10" name="TextBox 9"/>
          <p:cNvSpPr txBox="1"/>
          <p:nvPr/>
        </p:nvSpPr>
        <p:spPr>
          <a:xfrm>
            <a:off x="8028431" y="5596128"/>
            <a:ext cx="3429000" cy="384048"/>
          </a:xfrm>
          <a:prstGeom prst="rect">
            <a:avLst/>
          </a:prstGeom>
          <a:noFill/>
        </p:spPr>
        <p:txBody>
          <a:bodyPr wrap="square" lIns="0" rIns="0" tIns="0" bIns="0" anchor="t">
            <a:spAutoFit/>
          </a:bodyPr>
          <a:lstStyle/>
          <a:p>
            <a:pPr algn="l"/>
            <a:r>
              <a:rPr sz="2000" b="0" i="0">
                <a:solidFill>
                  <a:srgbClr val="B35F00"/>
                </a:solidFill>
                <a:latin typeface="AA Zuehlke Medium"/>
              </a:rPr>
              <a:t>32s</a:t>
            </a:r>
          </a:p>
        </p:txBody>
      </p:sp>
      <p:sp>
        <p:nvSpPr>
          <p:cNvPr id="11" name="TextBox 10"/>
          <p:cNvSpPr txBox="1"/>
          <p:nvPr/>
        </p:nvSpPr>
        <p:spPr>
          <a:xfrm>
            <a:off x="8028431" y="5980176"/>
            <a:ext cx="3429000" cy="274320"/>
          </a:xfrm>
          <a:prstGeom prst="rect">
            <a:avLst/>
          </a:prstGeom>
          <a:noFill/>
        </p:spPr>
        <p:txBody>
          <a:bodyPr wrap="square" lIns="0" rIns="0" tIns="0" bIns="0" anchor="t">
            <a:spAutoFit/>
          </a:bodyPr>
          <a:lstStyle/>
          <a:p>
            <a:pPr algn="l"/>
            <a:r>
              <a:rPr sz="1100" b="0" i="0">
                <a:solidFill>
                  <a:srgbClr val="4D4D4D"/>
                </a:solidFill>
                <a:latin typeface="AA Zuehlke"/>
              </a:rPr>
              <a:t>discover, before anything starts</a:t>
            </a:r>
          </a:p>
        </p:txBody>
      </p:sp>
      <p:sp>
        <p:nvSpPr>
          <p:cNvPr id="12" name="TextBox 11"/>
          <p:cNvSpPr txBox="1"/>
          <p:nvPr/>
        </p:nvSpPr>
        <p:spPr>
          <a:xfrm>
            <a:off x="10881360" y="6345936"/>
            <a:ext cx="685800" cy="201168"/>
          </a:xfrm>
          <a:prstGeom prst="rect">
            <a:avLst/>
          </a:prstGeom>
          <a:noFill/>
        </p:spPr>
        <p:txBody>
          <a:bodyPr wrap="square" lIns="0" rIns="0" tIns="0" bIns="0" anchor="t">
            <a:spAutoFit/>
          </a:bodyPr>
          <a:lstStyle/>
          <a:p>
            <a:pPr algn="r"/>
            <a:fld id="{9b81b591-93f6-4df8-a3f2-0510c14ed8d1}" type="slidenum">
              <a:rPr lang="en-US" sz="800">
                <a:solidFill>
                  <a:srgbClr val="8C8C8C"/>
                </a:solidFill>
                <a:latin typeface="AA Zuehlke"/>
              </a:rPr>
              <a:t>1</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05 · THE CACHE</a:t>
            </a:r>
          </a:p>
        </p:txBody>
      </p:sp>
      <p:sp>
        <p:nvSpPr>
          <p:cNvPr id="3" name="Title 2"/>
          <p:cNvSpPr>
            <a:spLocks noGrp="1"/>
          </p:cNvSpPr>
          <p:nvPr>
            <p:ph type="title"/>
          </p:nvPr>
        </p:nvSpPr>
        <p:spPr/>
        <p:txBody>
          <a:bodyPr/>
          <a:lstStyle/>
          <a:p>
            <a:pPr/>
            <a:r>
              <a:rPr sz="2400" b="0" i="0">
                <a:solidFill>
                  <a:srgbClr val="000000"/>
                </a:solidFill>
                <a:latin typeface="AA Zuehlke Medium"/>
              </a:rPr>
              <a:t>Run it again. Nothing runs.</a:t>
            </a:r>
          </a:p>
        </p:txBody>
      </p:sp>
      <p:sp>
        <p:nvSpPr>
          <p:cNvPr id="4" name="Rounded Rectangle 3"/>
          <p:cNvSpPr/>
          <p:nvPr/>
        </p:nvSpPr>
        <p:spPr>
          <a:xfrm>
            <a:off x="621792" y="1600200"/>
            <a:ext cx="10945368" cy="1353312"/>
          </a:xfrm>
          <a:prstGeom prst="roundRect">
            <a:avLst>
              <a:gd name="adj" fmla="val 5405"/>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10543032" cy="987552"/>
          </a:xfrm>
          <a:prstGeom prst="rect">
            <a:avLst/>
          </a:prstGeom>
          <a:noFill/>
        </p:spPr>
        <p:txBody>
          <a:bodyPr wrap="square" lIns="0" rIns="0" tIns="0" bIns="0" anchor="t">
            <a:spAutoFit/>
          </a:bodyPr>
          <a:lstStyle/>
          <a:p>
            <a:pPr algn="l">
              <a:lnSpc>
                <a:spcPct val="125000"/>
              </a:lnSpc>
            </a:pPr>
            <a:r>
              <a:rPr sz="1400" b="0" i="0">
                <a:solidFill>
                  <a:srgbClr val="000000"/>
                </a:solidFill>
                <a:latin typeface="Consolas"/>
              </a:rPr>
              <a:t>$ node tools/run-e2e.mjs --project=shop-e2e --parallel=5</a:t>
            </a:r>
          </a:p>
          <a:p>
            <a:pPr algn="l">
              <a:lnSpc>
                <a:spcPct val="125000"/>
              </a:lnSpc>
            </a:pPr>
            <a:r>
              <a:rPr sz="1400" b="0" i="0">
                <a:solidFill>
                  <a:srgbClr val="000000"/>
                </a:solidFill>
                <a:latin typeface="Consolas"/>
              </a:rPr>
              <a:t/>
            </a:r>
          </a:p>
          <a:p>
            <a:pPr algn="l">
              <a:lnSpc>
                <a:spcPct val="125000"/>
              </a:lnSpc>
            </a:pPr>
            <a:r>
              <a:rPr sz="1400" b="0" i="0">
                <a:solidFill>
                  <a:srgbClr val="00CC66"/>
                </a:solidFill>
                <a:latin typeface="Consolas"/>
              </a:rPr>
              <a:t>  Run duration:      134ms</a:t>
            </a:r>
          </a:p>
          <a:p>
            <a:pPr algn="l">
              <a:lnSpc>
                <a:spcPct val="125000"/>
              </a:lnSpc>
            </a:pPr>
            <a:r>
              <a:rPr sz="1400" b="0" i="0">
                <a:solidFill>
                  <a:srgbClr val="00CC66"/>
                </a:solidFill>
                <a:latin typeface="Consolas"/>
              </a:rPr>
              <a:t>  Cache:             11/12 hit (92%)</a:t>
            </a:r>
          </a:p>
        </p:txBody>
      </p:sp>
      <p:sp>
        <p:nvSpPr>
          <p:cNvPr id="6" name="TextBox 5"/>
          <p:cNvSpPr txBox="1"/>
          <p:nvPr/>
        </p:nvSpPr>
        <p:spPr>
          <a:xfrm>
            <a:off x="621792" y="3840480"/>
            <a:ext cx="10881360" cy="822960"/>
          </a:xfrm>
          <a:prstGeom prst="rect">
            <a:avLst/>
          </a:prstGeom>
          <a:noFill/>
        </p:spPr>
        <p:txBody>
          <a:bodyPr wrap="square" lIns="0" rIns="0" tIns="0" bIns="0" anchor="t">
            <a:spAutoFit/>
          </a:bodyPr>
          <a:lstStyle/>
          <a:p>
            <a:pPr algn="l"/>
            <a:r>
              <a:rPr sz="1400" b="0" i="0">
                <a:solidFill>
                  <a:srgbClr val="4D4D4D"/>
                </a:solidFill>
                <a:latin typeface="AA Zuehlke"/>
              </a:rPr>
              <a:t>Nothing changed, so nothing ran. Nx hashed each task's inputs — the spec file, the app source it depends on, the Cypress version — and replayed the stored result.</a:t>
            </a:r>
          </a:p>
        </p:txBody>
      </p:sp>
      <p:sp>
        <p:nvSpPr>
          <p:cNvPr id="7" name="Rounded Rectangle 6"/>
          <p:cNvSpPr/>
          <p:nvPr/>
        </p:nvSpPr>
        <p:spPr>
          <a:xfrm>
            <a:off x="621792" y="484632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850392" y="499262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134ms</a:t>
            </a:r>
          </a:p>
        </p:txBody>
      </p:sp>
      <p:sp>
        <p:nvSpPr>
          <p:cNvPr id="9" name="TextBox 8"/>
          <p:cNvSpPr txBox="1"/>
          <p:nvPr/>
        </p:nvSpPr>
        <p:spPr>
          <a:xfrm>
            <a:off x="850392" y="5577840"/>
            <a:ext cx="2971800" cy="292608"/>
          </a:xfrm>
          <a:prstGeom prst="rect">
            <a:avLst/>
          </a:prstGeom>
          <a:noFill/>
        </p:spPr>
        <p:txBody>
          <a:bodyPr wrap="square" lIns="0" rIns="0" tIns="0" bIns="0" anchor="t">
            <a:spAutoFit/>
          </a:bodyPr>
          <a:lstStyle/>
          <a:p>
            <a:pPr algn="l"/>
            <a:r>
              <a:rPr sz="1200" b="0" i="0">
                <a:solidFill>
                  <a:srgbClr val="4D4D4D"/>
                </a:solidFill>
                <a:latin typeface="AA Zuehlke"/>
              </a:rPr>
              <a:t>instead of 41 seconds</a:t>
            </a:r>
          </a:p>
        </p:txBody>
      </p:sp>
      <p:sp>
        <p:nvSpPr>
          <p:cNvPr id="10" name="Rounded Rectangle 9"/>
          <p:cNvSpPr/>
          <p:nvPr/>
        </p:nvSpPr>
        <p:spPr>
          <a:xfrm>
            <a:off x="4325112" y="484632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4553712" y="499262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11/12</a:t>
            </a:r>
          </a:p>
        </p:txBody>
      </p:sp>
      <p:sp>
        <p:nvSpPr>
          <p:cNvPr id="12" name="TextBox 11"/>
          <p:cNvSpPr txBox="1"/>
          <p:nvPr/>
        </p:nvSpPr>
        <p:spPr>
          <a:xfrm>
            <a:off x="4553712" y="5577840"/>
            <a:ext cx="2971800" cy="292608"/>
          </a:xfrm>
          <a:prstGeom prst="rect">
            <a:avLst/>
          </a:prstGeom>
          <a:noFill/>
        </p:spPr>
        <p:txBody>
          <a:bodyPr wrap="square" lIns="0" rIns="0" tIns="0" bIns="0" anchor="t">
            <a:spAutoFit/>
          </a:bodyPr>
          <a:lstStyle/>
          <a:p>
            <a:pPr algn="l"/>
            <a:r>
              <a:rPr sz="1200" b="0" i="0">
                <a:solidFill>
                  <a:srgbClr val="4D4D4D"/>
                </a:solidFill>
                <a:latin typeface="AA Zuehlke"/>
              </a:rPr>
              <a:t>tasks replayed</a:t>
            </a:r>
          </a:p>
        </p:txBody>
      </p:sp>
      <p:sp>
        <p:nvSpPr>
          <p:cNvPr id="13" name="Rounded Rectangle 12"/>
          <p:cNvSpPr/>
          <p:nvPr/>
        </p:nvSpPr>
        <p:spPr>
          <a:xfrm>
            <a:off x="8028431" y="484632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8257031" y="4992624"/>
            <a:ext cx="2971800" cy="566928"/>
          </a:xfrm>
          <a:prstGeom prst="rect">
            <a:avLst/>
          </a:prstGeom>
          <a:noFill/>
        </p:spPr>
        <p:txBody>
          <a:bodyPr wrap="square" lIns="0" rIns="0" tIns="0" bIns="0" anchor="t">
            <a:spAutoFit/>
          </a:bodyPr>
          <a:lstStyle/>
          <a:p>
            <a:pPr algn="l"/>
            <a:r>
              <a:rPr sz="2800" b="0" i="0">
                <a:solidFill>
                  <a:srgbClr val="000000"/>
                </a:solidFill>
                <a:latin typeface="AA Zuehlke Medium"/>
              </a:rPr>
              <a:t>0</a:t>
            </a:r>
          </a:p>
        </p:txBody>
      </p:sp>
      <p:sp>
        <p:nvSpPr>
          <p:cNvPr id="15" name="TextBox 14"/>
          <p:cNvSpPr txBox="1"/>
          <p:nvPr/>
        </p:nvSpPr>
        <p:spPr>
          <a:xfrm>
            <a:off x="8257031" y="5577840"/>
            <a:ext cx="2971800" cy="292608"/>
          </a:xfrm>
          <a:prstGeom prst="rect">
            <a:avLst/>
          </a:prstGeom>
          <a:noFill/>
        </p:spPr>
        <p:txBody>
          <a:bodyPr wrap="square" lIns="0" rIns="0" tIns="0" bIns="0" anchor="t">
            <a:spAutoFit/>
          </a:bodyPr>
          <a:lstStyle/>
          <a:p>
            <a:pPr algn="l"/>
            <a:r>
              <a:rPr sz="1200" b="0" i="0">
                <a:solidFill>
                  <a:srgbClr val="4D4D4D"/>
                </a:solidFill>
                <a:latin typeface="AA Zuehlke"/>
              </a:rPr>
              <a:t>Cypress processes started</a:t>
            </a:r>
          </a:p>
        </p:txBody>
      </p:sp>
      <p:sp>
        <p:nvSpPr>
          <p:cNvPr id="16" name="TextBox 15"/>
          <p:cNvSpPr txBox="1"/>
          <p:nvPr/>
        </p:nvSpPr>
        <p:spPr>
          <a:xfrm>
            <a:off x="10881360" y="6345936"/>
            <a:ext cx="685800" cy="201168"/>
          </a:xfrm>
          <a:prstGeom prst="rect">
            <a:avLst/>
          </a:prstGeom>
          <a:noFill/>
        </p:spPr>
        <p:txBody>
          <a:bodyPr wrap="square" lIns="0" rIns="0" tIns="0" bIns="0" anchor="t">
            <a:spAutoFit/>
          </a:bodyPr>
          <a:lstStyle/>
          <a:p>
            <a:pPr algn="r"/>
            <a:fld id="{eef9cff2-032c-4c1a-97df-6353a12325b2}" type="slidenum">
              <a:rPr lang="en-US" sz="800">
                <a:solidFill>
                  <a:srgbClr val="8C8C8C"/>
                </a:solidFill>
                <a:latin typeface="AA Zuehlke"/>
              </a:rPr>
              <a:t>1</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05 · THE PAYOFF</a:t>
            </a:r>
          </a:p>
        </p:txBody>
      </p:sp>
      <p:sp>
        <p:nvSpPr>
          <p:cNvPr id="3" name="Title 2"/>
          <p:cNvSpPr>
            <a:spLocks noGrp="1"/>
          </p:cNvSpPr>
          <p:nvPr>
            <p:ph type="title"/>
          </p:nvPr>
        </p:nvSpPr>
        <p:spPr/>
        <p:txBody>
          <a:bodyPr/>
          <a:lstStyle/>
          <a:p>
            <a:pPr/>
            <a:r>
              <a:rPr sz="2400" b="0" i="0">
                <a:solidFill>
                  <a:srgbClr val="000000"/>
                </a:solidFill>
                <a:latin typeface="AA Zuehlke Medium"/>
              </a:rPr>
              <a:t>A retry only runs what failed</a:t>
            </a:r>
          </a:p>
        </p:txBody>
      </p:sp>
      <p:sp>
        <p:nvSpPr>
          <p:cNvPr id="4" name="Rounded Rectangle 3"/>
          <p:cNvSpPr/>
          <p:nvPr/>
        </p:nvSpPr>
        <p:spPr>
          <a:xfrm>
            <a:off x="621792" y="1600200"/>
            <a:ext cx="10945368" cy="182880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10543032" cy="1463040"/>
          </a:xfrm>
          <a:prstGeom prst="rect">
            <a:avLst/>
          </a:prstGeom>
          <a:noFill/>
        </p:spPr>
        <p:txBody>
          <a:bodyPr wrap="square" lIns="0" rIns="0" tIns="0" bIns="0" anchor="t">
            <a:spAutoFit/>
          </a:bodyPr>
          <a:lstStyle/>
          <a:p>
            <a:pPr algn="l">
              <a:lnSpc>
                <a:spcPct val="125000"/>
              </a:lnSpc>
            </a:pPr>
            <a:r>
              <a:rPr sz="1200" b="0" i="0">
                <a:solidFill>
                  <a:srgbClr val="000000"/>
                </a:solidFill>
                <a:latin typeface="Consolas"/>
              </a:rPr>
              <a:t>$ npm run demo:break &amp;&amp; node tools/run-e2e.mjs --project=shop-e2e --parallel=5</a:t>
            </a:r>
          </a:p>
          <a:p>
            <a:pPr algn="l">
              <a:lnSpc>
                <a:spcPct val="125000"/>
              </a:lnSpc>
            </a:pPr>
            <a:r>
              <a:rPr sz="1200" b="0" i="0">
                <a:solidFill>
                  <a:srgbClr val="FF9900"/>
                </a:solidFill>
                <a:latin typeface="Consolas"/>
              </a:rPr>
              <a:t>  2 failed  ·  Run duration: 39s</a:t>
            </a:r>
          </a:p>
          <a:p>
            <a:pPr algn="l">
              <a:lnSpc>
                <a:spcPct val="125000"/>
              </a:lnSpc>
            </a:pPr>
            <a:r>
              <a:rPr sz="1200" b="0" i="0">
                <a:solidFill>
                  <a:srgbClr val="000000"/>
                </a:solidFill>
                <a:latin typeface="Consolas"/>
              </a:rPr>
              <a:t/>
            </a:r>
          </a:p>
          <a:p>
            <a:pPr algn="l">
              <a:lnSpc>
                <a:spcPct val="125000"/>
              </a:lnSpc>
            </a:pPr>
            <a:r>
              <a:rPr sz="1200" b="0" i="0">
                <a:solidFill>
                  <a:srgbClr val="000000"/>
                </a:solidFill>
                <a:latin typeface="Consolas"/>
              </a:rPr>
              <a:t>$ node tools/run-e2e.mjs --project=shop-e2e --parallel=5     # nothing changed</a:t>
            </a:r>
          </a:p>
          <a:p>
            <a:pPr algn="l">
              <a:lnSpc>
                <a:spcPct val="125000"/>
              </a:lnSpc>
            </a:pPr>
            <a:r>
              <a:rPr sz="1200" b="0" i="0">
                <a:solidFill>
                  <a:srgbClr val="00CC66"/>
                </a:solidFill>
                <a:latin typeface="Consolas"/>
              </a:rPr>
              <a:t>  Cache: 9/10 hit  ·  Run duration: 28s</a:t>
            </a:r>
          </a:p>
          <a:p>
            <a:pPr algn="l">
              <a:lnSpc>
                <a:spcPct val="125000"/>
              </a:lnSpc>
            </a:pPr>
            <a:r>
              <a:rPr sz="1200" b="0" i="0">
                <a:solidFill>
                  <a:srgbClr val="FF9900"/>
                </a:solidFill>
                <a:latin typeface="Consolas"/>
              </a:rPr>
              <a:t>  Failed: cart-totals.cy.ts, checkout-happy-path.cy.ts</a:t>
            </a:r>
          </a:p>
        </p:txBody>
      </p:sp>
      <p:sp>
        <p:nvSpPr>
          <p:cNvPr id="6" name="TextBox 5"/>
          <p:cNvSpPr txBox="1"/>
          <p:nvPr/>
        </p:nvSpPr>
        <p:spPr>
          <a:xfrm>
            <a:off x="621792" y="4069080"/>
            <a:ext cx="10881360" cy="731520"/>
          </a:xfrm>
          <a:prstGeom prst="rect">
            <a:avLst/>
          </a:prstGeom>
          <a:noFill/>
        </p:spPr>
        <p:txBody>
          <a:bodyPr wrap="square" lIns="0" rIns="0" tIns="0" bIns="0" anchor="t">
            <a:spAutoFit/>
          </a:bodyPr>
          <a:lstStyle/>
          <a:p>
            <a:pPr algn="l"/>
            <a:r>
              <a:rPr sz="1300" b="0" i="0">
                <a:solidFill>
                  <a:srgbClr val="4D4D4D"/>
                </a:solidFill>
                <a:latin typeface="AA Zuehlke"/>
              </a:rPr>
              <a:t>The eight that passed are cache hits. Only the two that failed re-execute — because Nx never caches a failed task. No test-name bookkeeping, no --only-failures flag.</a:t>
            </a:r>
          </a:p>
        </p:txBody>
      </p:sp>
      <p:sp>
        <p:nvSpPr>
          <p:cNvPr id="7" name="Rounded Rectangle 6"/>
          <p:cNvSpPr/>
          <p:nvPr/>
        </p:nvSpPr>
        <p:spPr>
          <a:xfrm>
            <a:off x="621792" y="493776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850392" y="5084064"/>
            <a:ext cx="2971800" cy="566928"/>
          </a:xfrm>
          <a:prstGeom prst="rect">
            <a:avLst/>
          </a:prstGeom>
          <a:noFill/>
        </p:spPr>
        <p:txBody>
          <a:bodyPr wrap="square" lIns="0" rIns="0" tIns="0" bIns="0" anchor="t">
            <a:spAutoFit/>
          </a:bodyPr>
          <a:lstStyle/>
          <a:p>
            <a:pPr algn="l"/>
            <a:r>
              <a:rPr sz="2800" b="0" i="0">
                <a:solidFill>
                  <a:srgbClr val="FF9900"/>
                </a:solidFill>
                <a:latin typeface="AA Zuehlke Medium"/>
              </a:rPr>
              <a:t>39s</a:t>
            </a:r>
          </a:p>
        </p:txBody>
      </p:sp>
      <p:sp>
        <p:nvSpPr>
          <p:cNvPr id="9" name="TextBox 8"/>
          <p:cNvSpPr txBox="1"/>
          <p:nvPr/>
        </p:nvSpPr>
        <p:spPr>
          <a:xfrm>
            <a:off x="850392" y="5669280"/>
            <a:ext cx="2971800" cy="292608"/>
          </a:xfrm>
          <a:prstGeom prst="rect">
            <a:avLst/>
          </a:prstGeom>
          <a:noFill/>
        </p:spPr>
        <p:txBody>
          <a:bodyPr wrap="square" lIns="0" rIns="0" tIns="0" bIns="0" anchor="t">
            <a:spAutoFit/>
          </a:bodyPr>
          <a:lstStyle/>
          <a:p>
            <a:pPr algn="l"/>
            <a:r>
              <a:rPr sz="1200" b="0" i="0">
                <a:solidFill>
                  <a:srgbClr val="4D4D4D"/>
                </a:solidFill>
                <a:latin typeface="AA Zuehlke"/>
              </a:rPr>
              <a:t>First run, 2 specs fail</a:t>
            </a:r>
          </a:p>
        </p:txBody>
      </p:sp>
      <p:sp>
        <p:nvSpPr>
          <p:cNvPr id="10" name="Rounded Rectangle 9"/>
          <p:cNvSpPr/>
          <p:nvPr/>
        </p:nvSpPr>
        <p:spPr>
          <a:xfrm>
            <a:off x="4325112" y="493776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4553712" y="508406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28s</a:t>
            </a:r>
          </a:p>
        </p:txBody>
      </p:sp>
      <p:sp>
        <p:nvSpPr>
          <p:cNvPr id="12" name="TextBox 11"/>
          <p:cNvSpPr txBox="1"/>
          <p:nvPr/>
        </p:nvSpPr>
        <p:spPr>
          <a:xfrm>
            <a:off x="4553712" y="5669280"/>
            <a:ext cx="2971800" cy="292608"/>
          </a:xfrm>
          <a:prstGeom prst="rect">
            <a:avLst/>
          </a:prstGeom>
          <a:noFill/>
        </p:spPr>
        <p:txBody>
          <a:bodyPr wrap="square" lIns="0" rIns="0" tIns="0" bIns="0" anchor="t">
            <a:spAutoFit/>
          </a:bodyPr>
          <a:lstStyle/>
          <a:p>
            <a:pPr algn="l"/>
            <a:r>
              <a:rPr sz="1200" b="0" i="0">
                <a:solidFill>
                  <a:srgbClr val="4D4D4D"/>
                </a:solidFill>
                <a:latin typeface="AA Zuehlke"/>
              </a:rPr>
              <a:t>Retry: 9 of 10 replayed</a:t>
            </a:r>
          </a:p>
        </p:txBody>
      </p:sp>
      <p:sp>
        <p:nvSpPr>
          <p:cNvPr id="13" name="Rounded Rectangle 12"/>
          <p:cNvSpPr/>
          <p:nvPr/>
        </p:nvSpPr>
        <p:spPr>
          <a:xfrm>
            <a:off x="8028431" y="493776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8257031" y="5084064"/>
            <a:ext cx="2971800" cy="566928"/>
          </a:xfrm>
          <a:prstGeom prst="rect">
            <a:avLst/>
          </a:prstGeom>
          <a:noFill/>
        </p:spPr>
        <p:txBody>
          <a:bodyPr wrap="square" lIns="0" rIns="0" tIns="0" bIns="0" anchor="t">
            <a:spAutoFit/>
          </a:bodyPr>
          <a:lstStyle/>
          <a:p>
            <a:pPr algn="l"/>
            <a:r>
              <a:rPr sz="2800" b="0" i="0">
                <a:solidFill>
                  <a:srgbClr val="000000"/>
                </a:solidFill>
                <a:latin typeface="AA Zuehlke Medium"/>
              </a:rPr>
              <a:t>2</a:t>
            </a:r>
          </a:p>
        </p:txBody>
      </p:sp>
      <p:sp>
        <p:nvSpPr>
          <p:cNvPr id="15" name="TextBox 14"/>
          <p:cNvSpPr txBox="1"/>
          <p:nvPr/>
        </p:nvSpPr>
        <p:spPr>
          <a:xfrm>
            <a:off x="8257031" y="5669280"/>
            <a:ext cx="2971800" cy="292608"/>
          </a:xfrm>
          <a:prstGeom prst="rect">
            <a:avLst/>
          </a:prstGeom>
          <a:noFill/>
        </p:spPr>
        <p:txBody>
          <a:bodyPr wrap="square" lIns="0" rIns="0" tIns="0" bIns="0" anchor="t">
            <a:spAutoFit/>
          </a:bodyPr>
          <a:lstStyle/>
          <a:p>
            <a:pPr algn="l"/>
            <a:r>
              <a:rPr sz="1200" b="0" i="0">
                <a:solidFill>
                  <a:srgbClr val="4D4D4D"/>
                </a:solidFill>
                <a:latin typeface="AA Zuehlke"/>
              </a:rPr>
              <a:t>Specs that actually ran</a:t>
            </a:r>
          </a:p>
        </p:txBody>
      </p:sp>
      <p:sp>
        <p:nvSpPr>
          <p:cNvPr id="16" name="TextBox 15"/>
          <p:cNvSpPr txBox="1"/>
          <p:nvPr/>
        </p:nvSpPr>
        <p:spPr>
          <a:xfrm>
            <a:off x="10881360" y="6345936"/>
            <a:ext cx="685800" cy="201168"/>
          </a:xfrm>
          <a:prstGeom prst="rect">
            <a:avLst/>
          </a:prstGeom>
          <a:noFill/>
        </p:spPr>
        <p:txBody>
          <a:bodyPr wrap="square" lIns="0" rIns="0" tIns="0" bIns="0" anchor="t">
            <a:spAutoFit/>
          </a:bodyPr>
          <a:lstStyle/>
          <a:p>
            <a:pPr algn="r"/>
            <a:fld id="{7ff18fa7-911f-49a0-b5de-193148a8f118}" type="slidenum">
              <a:rPr lang="en-US" sz="800">
                <a:solidFill>
                  <a:srgbClr val="8C8C8C"/>
                </a:solidFill>
                <a:latin typeface="AA Zuehlke"/>
              </a:rPr>
              <a:t>1</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05 · THE BIT THAT SURPRISES PEOPLE</a:t>
            </a:r>
          </a:p>
        </p:txBody>
      </p:sp>
      <p:sp>
        <p:nvSpPr>
          <p:cNvPr id="3" name="Title 2"/>
          <p:cNvSpPr>
            <a:spLocks noGrp="1"/>
          </p:cNvSpPr>
          <p:nvPr>
            <p:ph type="title"/>
          </p:nvPr>
        </p:nvSpPr>
        <p:spPr/>
        <p:txBody>
          <a:bodyPr/>
          <a:lstStyle/>
          <a:p>
            <a:pPr/>
            <a:r>
              <a:rPr sz="2400" b="0" i="0">
                <a:solidFill>
                  <a:srgbClr val="000000"/>
                </a:solidFill>
                <a:latin typeface="AA Zuehlke Medium"/>
              </a:rPr>
              <a:t>The cache is content-addressed</a:t>
            </a:r>
          </a:p>
        </p:txBody>
      </p:sp>
      <p:sp>
        <p:nvSpPr>
          <p:cNvPr id="4" name="Rounded Rectangle 3"/>
          <p:cNvSpPr/>
          <p:nvPr/>
        </p:nvSpPr>
        <p:spPr>
          <a:xfrm>
            <a:off x="621792" y="1600200"/>
            <a:ext cx="3429000" cy="2103120"/>
          </a:xfrm>
          <a:prstGeom prst="roundRect">
            <a:avLst>
              <a:gd name="adj" fmla="val 347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77824" y="1783080"/>
            <a:ext cx="2926080" cy="320040"/>
          </a:xfrm>
          <a:prstGeom prst="rect">
            <a:avLst/>
          </a:prstGeom>
          <a:noFill/>
        </p:spPr>
        <p:txBody>
          <a:bodyPr wrap="square" lIns="0" rIns="0" tIns="0" bIns="0" anchor="t">
            <a:spAutoFit/>
          </a:bodyPr>
          <a:lstStyle/>
          <a:p>
            <a:pPr algn="l"/>
            <a:r>
              <a:rPr sz="1600" b="0" i="0">
                <a:solidFill>
                  <a:srgbClr val="00CC66"/>
                </a:solidFill>
                <a:latin typeface="AA Zuehlke Medium"/>
              </a:rPr>
              <a:t>1</a:t>
            </a:r>
          </a:p>
        </p:txBody>
      </p:sp>
      <p:sp>
        <p:nvSpPr>
          <p:cNvPr id="6" name="TextBox 5"/>
          <p:cNvSpPr txBox="1"/>
          <p:nvPr/>
        </p:nvSpPr>
        <p:spPr>
          <a:xfrm>
            <a:off x="877824" y="2167128"/>
            <a:ext cx="2926080" cy="320040"/>
          </a:xfrm>
          <a:prstGeom prst="rect">
            <a:avLst/>
          </a:prstGeom>
          <a:noFill/>
        </p:spPr>
        <p:txBody>
          <a:bodyPr wrap="square" lIns="0" rIns="0" tIns="0" bIns="0" anchor="t">
            <a:spAutoFit/>
          </a:bodyPr>
          <a:lstStyle/>
          <a:p>
            <a:pPr algn="l"/>
            <a:r>
              <a:rPr sz="1400" b="0" i="0">
                <a:solidFill>
                  <a:srgbClr val="000000"/>
                </a:solidFill>
                <a:latin typeface="AA Zuehlke Medium"/>
              </a:rPr>
              <a:t>Green suite</a:t>
            </a:r>
          </a:p>
        </p:txBody>
      </p:sp>
      <p:sp>
        <p:nvSpPr>
          <p:cNvPr id="7" name="TextBox 6"/>
          <p:cNvSpPr txBox="1"/>
          <p:nvPr/>
        </p:nvSpPr>
        <p:spPr>
          <a:xfrm>
            <a:off x="877824" y="2560320"/>
            <a:ext cx="2926080" cy="320040"/>
          </a:xfrm>
          <a:prstGeom prst="rect">
            <a:avLst/>
          </a:prstGeom>
          <a:noFill/>
        </p:spPr>
        <p:txBody>
          <a:bodyPr wrap="square" lIns="0" rIns="0" tIns="0" bIns="0" anchor="t">
            <a:spAutoFit/>
          </a:bodyPr>
          <a:lstStyle/>
          <a:p>
            <a:pPr algn="l"/>
            <a:r>
              <a:rPr sz="1200" b="0" i="0">
                <a:solidFill>
                  <a:srgbClr val="8C8C8C"/>
                </a:solidFill>
                <a:latin typeface="Consolas"/>
              </a:rPr>
              <a:t>hash A</a:t>
            </a:r>
          </a:p>
        </p:txBody>
      </p:sp>
      <p:sp>
        <p:nvSpPr>
          <p:cNvPr id="8" name="TextBox 7"/>
          <p:cNvSpPr txBox="1"/>
          <p:nvPr/>
        </p:nvSpPr>
        <p:spPr>
          <a:xfrm>
            <a:off x="877824" y="3063240"/>
            <a:ext cx="2926080" cy="457200"/>
          </a:xfrm>
          <a:prstGeom prst="rect">
            <a:avLst/>
          </a:prstGeom>
          <a:noFill/>
        </p:spPr>
        <p:txBody>
          <a:bodyPr wrap="square" lIns="0" rIns="0" tIns="0" bIns="0" anchor="t">
            <a:spAutoFit/>
          </a:bodyPr>
          <a:lstStyle/>
          <a:p>
            <a:pPr algn="l"/>
            <a:r>
              <a:rPr sz="1200" b="0" i="0">
                <a:solidFill>
                  <a:srgbClr val="00CC66"/>
                </a:solidFill>
                <a:latin typeface="AA Zuehlke Medium"/>
              </a:rPr>
              <a:t>cached</a:t>
            </a:r>
          </a:p>
        </p:txBody>
      </p:sp>
      <p:sp>
        <p:nvSpPr>
          <p:cNvPr id="9" name="Rounded Rectangle 8"/>
          <p:cNvSpPr/>
          <p:nvPr/>
        </p:nvSpPr>
        <p:spPr>
          <a:xfrm>
            <a:off x="4325112" y="1600200"/>
            <a:ext cx="3429000" cy="2103120"/>
          </a:xfrm>
          <a:prstGeom prst="roundRect">
            <a:avLst>
              <a:gd name="adj" fmla="val 347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TextBox 9"/>
          <p:cNvSpPr txBox="1"/>
          <p:nvPr/>
        </p:nvSpPr>
        <p:spPr>
          <a:xfrm>
            <a:off x="4581144" y="1783080"/>
            <a:ext cx="2926080" cy="320040"/>
          </a:xfrm>
          <a:prstGeom prst="rect">
            <a:avLst/>
          </a:prstGeom>
          <a:noFill/>
        </p:spPr>
        <p:txBody>
          <a:bodyPr wrap="square" lIns="0" rIns="0" tIns="0" bIns="0" anchor="t">
            <a:spAutoFit/>
          </a:bodyPr>
          <a:lstStyle/>
          <a:p>
            <a:pPr algn="l"/>
            <a:r>
              <a:rPr sz="1600" b="0" i="0">
                <a:solidFill>
                  <a:srgbClr val="FF9900"/>
                </a:solidFill>
                <a:latin typeface="AA Zuehlke Medium"/>
              </a:rPr>
              <a:t>2</a:t>
            </a:r>
          </a:p>
        </p:txBody>
      </p:sp>
      <p:sp>
        <p:nvSpPr>
          <p:cNvPr id="11" name="TextBox 10"/>
          <p:cNvSpPr txBox="1"/>
          <p:nvPr/>
        </p:nvSpPr>
        <p:spPr>
          <a:xfrm>
            <a:off x="4581144" y="2167128"/>
            <a:ext cx="2926080" cy="320040"/>
          </a:xfrm>
          <a:prstGeom prst="rect">
            <a:avLst/>
          </a:prstGeom>
          <a:noFill/>
        </p:spPr>
        <p:txBody>
          <a:bodyPr wrap="square" lIns="0" rIns="0" tIns="0" bIns="0" anchor="t">
            <a:spAutoFit/>
          </a:bodyPr>
          <a:lstStyle/>
          <a:p>
            <a:pPr algn="l"/>
            <a:r>
              <a:rPr sz="1400" b="0" i="0">
                <a:solidFill>
                  <a:srgbClr val="000000"/>
                </a:solidFill>
                <a:latin typeface="AA Zuehlke Medium"/>
              </a:rPr>
              <a:t>Seed the bug</a:t>
            </a:r>
          </a:p>
        </p:txBody>
      </p:sp>
      <p:sp>
        <p:nvSpPr>
          <p:cNvPr id="12" name="TextBox 11"/>
          <p:cNvSpPr txBox="1"/>
          <p:nvPr/>
        </p:nvSpPr>
        <p:spPr>
          <a:xfrm>
            <a:off x="4581144" y="2560320"/>
            <a:ext cx="2926080" cy="320040"/>
          </a:xfrm>
          <a:prstGeom prst="rect">
            <a:avLst/>
          </a:prstGeom>
          <a:noFill/>
        </p:spPr>
        <p:txBody>
          <a:bodyPr wrap="square" lIns="0" rIns="0" tIns="0" bIns="0" anchor="t">
            <a:spAutoFit/>
          </a:bodyPr>
          <a:lstStyle/>
          <a:p>
            <a:pPr algn="l"/>
            <a:r>
              <a:rPr sz="1200" b="0" i="0">
                <a:solidFill>
                  <a:srgbClr val="8C8C8C"/>
                </a:solidFill>
                <a:latin typeface="Consolas"/>
              </a:rPr>
              <a:t>hash B</a:t>
            </a:r>
          </a:p>
        </p:txBody>
      </p:sp>
      <p:sp>
        <p:nvSpPr>
          <p:cNvPr id="13" name="TextBox 12"/>
          <p:cNvSpPr txBox="1"/>
          <p:nvPr/>
        </p:nvSpPr>
        <p:spPr>
          <a:xfrm>
            <a:off x="4581144" y="3063240"/>
            <a:ext cx="2926080" cy="457200"/>
          </a:xfrm>
          <a:prstGeom prst="rect">
            <a:avLst/>
          </a:prstGeom>
          <a:noFill/>
        </p:spPr>
        <p:txBody>
          <a:bodyPr wrap="square" lIns="0" rIns="0" tIns="0" bIns="0" anchor="t">
            <a:spAutoFit/>
          </a:bodyPr>
          <a:lstStyle/>
          <a:p>
            <a:pPr algn="l"/>
            <a:r>
              <a:rPr sz="1200" b="0" i="0">
                <a:solidFill>
                  <a:srgbClr val="FF9900"/>
                </a:solidFill>
                <a:latin typeface="AA Zuehlke Medium"/>
              </a:rPr>
              <a:t>2 fail, 8 cached at B</a:t>
            </a:r>
          </a:p>
        </p:txBody>
      </p:sp>
      <p:sp>
        <p:nvSpPr>
          <p:cNvPr id="14" name="Rounded Rectangle 13"/>
          <p:cNvSpPr/>
          <p:nvPr/>
        </p:nvSpPr>
        <p:spPr>
          <a:xfrm>
            <a:off x="8028431" y="1600200"/>
            <a:ext cx="3429000" cy="2103120"/>
          </a:xfrm>
          <a:prstGeom prst="roundRect">
            <a:avLst>
              <a:gd name="adj" fmla="val 347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4"/>
          <p:cNvSpPr txBox="1"/>
          <p:nvPr/>
        </p:nvSpPr>
        <p:spPr>
          <a:xfrm>
            <a:off x="8284463" y="1783080"/>
            <a:ext cx="2926080" cy="320040"/>
          </a:xfrm>
          <a:prstGeom prst="rect">
            <a:avLst/>
          </a:prstGeom>
          <a:noFill/>
        </p:spPr>
        <p:txBody>
          <a:bodyPr wrap="square" lIns="0" rIns="0" tIns="0" bIns="0" anchor="t">
            <a:spAutoFit/>
          </a:bodyPr>
          <a:lstStyle/>
          <a:p>
            <a:pPr algn="l"/>
            <a:r>
              <a:rPr sz="1600" b="0" i="0">
                <a:solidFill>
                  <a:srgbClr val="00CC66"/>
                </a:solidFill>
                <a:latin typeface="AA Zuehlke Medium"/>
              </a:rPr>
              <a:t>3</a:t>
            </a:r>
          </a:p>
        </p:txBody>
      </p:sp>
      <p:sp>
        <p:nvSpPr>
          <p:cNvPr id="16" name="TextBox 15"/>
          <p:cNvSpPr txBox="1"/>
          <p:nvPr/>
        </p:nvSpPr>
        <p:spPr>
          <a:xfrm>
            <a:off x="8284463" y="2167128"/>
            <a:ext cx="2926080" cy="320040"/>
          </a:xfrm>
          <a:prstGeom prst="rect">
            <a:avLst/>
          </a:prstGeom>
          <a:noFill/>
        </p:spPr>
        <p:txBody>
          <a:bodyPr wrap="square" lIns="0" rIns="0" tIns="0" bIns="0" anchor="t">
            <a:spAutoFit/>
          </a:bodyPr>
          <a:lstStyle/>
          <a:p>
            <a:pPr algn="l"/>
            <a:r>
              <a:rPr sz="1400" b="0" i="0">
                <a:solidFill>
                  <a:srgbClr val="000000"/>
                </a:solidFill>
                <a:latin typeface="AA Zuehlke Medium"/>
              </a:rPr>
              <a:t>Revert the bug</a:t>
            </a:r>
          </a:p>
        </p:txBody>
      </p:sp>
      <p:sp>
        <p:nvSpPr>
          <p:cNvPr id="17" name="TextBox 16"/>
          <p:cNvSpPr txBox="1"/>
          <p:nvPr/>
        </p:nvSpPr>
        <p:spPr>
          <a:xfrm>
            <a:off x="8284463" y="2560320"/>
            <a:ext cx="2926080" cy="320040"/>
          </a:xfrm>
          <a:prstGeom prst="rect">
            <a:avLst/>
          </a:prstGeom>
          <a:noFill/>
        </p:spPr>
        <p:txBody>
          <a:bodyPr wrap="square" lIns="0" rIns="0" tIns="0" bIns="0" anchor="t">
            <a:spAutoFit/>
          </a:bodyPr>
          <a:lstStyle/>
          <a:p>
            <a:pPr algn="l"/>
            <a:r>
              <a:rPr sz="1200" b="0" i="0">
                <a:solidFill>
                  <a:srgbClr val="8C8C8C"/>
                </a:solidFill>
                <a:latin typeface="Consolas"/>
              </a:rPr>
              <a:t>hash A again</a:t>
            </a:r>
          </a:p>
        </p:txBody>
      </p:sp>
      <p:sp>
        <p:nvSpPr>
          <p:cNvPr id="18" name="TextBox 17"/>
          <p:cNvSpPr txBox="1"/>
          <p:nvPr/>
        </p:nvSpPr>
        <p:spPr>
          <a:xfrm>
            <a:off x="8284463" y="3063240"/>
            <a:ext cx="2926080" cy="457200"/>
          </a:xfrm>
          <a:prstGeom prst="rect">
            <a:avLst/>
          </a:prstGeom>
          <a:noFill/>
        </p:spPr>
        <p:txBody>
          <a:bodyPr wrap="square" lIns="0" rIns="0" tIns="0" bIns="0" anchor="t">
            <a:spAutoFit/>
          </a:bodyPr>
          <a:lstStyle/>
          <a:p>
            <a:pPr algn="l"/>
            <a:r>
              <a:rPr sz="1200" b="0" i="0">
                <a:solidFill>
                  <a:srgbClr val="00CC66"/>
                </a:solidFill>
                <a:latin typeface="AA Zuehlke Medium"/>
              </a:rPr>
              <a:t>all 10 replay — 206ms</a:t>
            </a:r>
          </a:p>
        </p:txBody>
      </p:sp>
      <p:sp>
        <p:nvSpPr>
          <p:cNvPr id="19" name="TextBox 18"/>
          <p:cNvSpPr txBox="1"/>
          <p:nvPr/>
        </p:nvSpPr>
        <p:spPr>
          <a:xfrm>
            <a:off x="621792" y="4023360"/>
            <a:ext cx="10881360" cy="457200"/>
          </a:xfrm>
          <a:prstGeom prst="rect">
            <a:avLst/>
          </a:prstGeom>
          <a:noFill/>
        </p:spPr>
        <p:txBody>
          <a:bodyPr wrap="square" lIns="0" rIns="0" tIns="0" bIns="0" anchor="t">
            <a:spAutoFit/>
          </a:bodyPr>
          <a:lstStyle/>
          <a:p>
            <a:pPr algn="l"/>
            <a:r>
              <a:rPr sz="1400" b="0" i="0">
                <a:solidFill>
                  <a:srgbClr val="4D4D4D"/>
                </a:solidFill>
                <a:latin typeface="AA Zuehlke"/>
              </a:rPr>
              <a:t>Undoing a change gives you your old results back. Nx already knows the answer for that exact input.</a:t>
            </a:r>
          </a:p>
        </p:txBody>
      </p:sp>
      <p:sp>
        <p:nvSpPr>
          <p:cNvPr id="20" name="Rounded Rectangle 19"/>
          <p:cNvSpPr/>
          <p:nvPr/>
        </p:nvSpPr>
        <p:spPr>
          <a:xfrm>
            <a:off x="621792" y="4663440"/>
            <a:ext cx="10945368" cy="1051560"/>
          </a:xfrm>
          <a:prstGeom prst="roundRect">
            <a:avLst>
              <a:gd name="adj" fmla="val 6956"/>
            </a:avLst>
          </a:prstGeom>
          <a:solidFill>
            <a:srgbClr val="D9F2FF"/>
          </a:solidFill>
          <a:ln w="12700">
            <a:solidFill>
              <a:srgbClr val="0099C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TextBox 20"/>
          <p:cNvSpPr txBox="1"/>
          <p:nvPr/>
        </p:nvSpPr>
        <p:spPr>
          <a:xfrm>
            <a:off x="877824" y="4846320"/>
            <a:ext cx="10424160" cy="731520"/>
          </a:xfrm>
          <a:prstGeom prst="rect">
            <a:avLst/>
          </a:prstGeom>
          <a:noFill/>
        </p:spPr>
        <p:txBody>
          <a:bodyPr wrap="square" lIns="0" rIns="0" tIns="0" bIns="0" anchor="t">
            <a:spAutoFit/>
          </a:bodyPr>
          <a:lstStyle/>
          <a:p>
            <a:pPr algn="l"/>
            <a:r>
              <a:rPr sz="1200" b="0" i="0">
                <a:solidFill>
                  <a:srgbClr val="000000"/>
                </a:solidFill>
                <a:latin typeface="AA Zuehlke"/>
              </a:rPr>
              <a:t>The key is built from inputs, not from the commit. A commit that touched only this deck restored the previous commit's cache: 33/36 hits, 119ms, and the CI job went from 3m 44s to 35s.</a:t>
            </a:r>
          </a:p>
        </p:txBody>
      </p:sp>
      <p:sp>
        <p:nvSpPr>
          <p:cNvPr id="22" name="TextBox 21"/>
          <p:cNvSpPr txBox="1"/>
          <p:nvPr/>
        </p:nvSpPr>
        <p:spPr>
          <a:xfrm>
            <a:off x="10881360" y="6345936"/>
            <a:ext cx="685800" cy="201168"/>
          </a:xfrm>
          <a:prstGeom prst="rect">
            <a:avLst/>
          </a:prstGeom>
          <a:noFill/>
        </p:spPr>
        <p:txBody>
          <a:bodyPr wrap="square" lIns="0" rIns="0" tIns="0" bIns="0" anchor="t">
            <a:spAutoFit/>
          </a:bodyPr>
          <a:lstStyle/>
          <a:p>
            <a:pPr algn="r"/>
            <a:fld id="{6f94e81d-7e46-4f1e-b869-9338504dfb73}" type="slidenum">
              <a:rPr lang="en-US" sz="800">
                <a:solidFill>
                  <a:srgbClr val="8C8C8C"/>
                </a:solidFill>
                <a:latin typeface="AA Zuehlke"/>
              </a:rPr>
              <a:t>1</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06 · THE NUMBERS</a:t>
            </a:r>
          </a:p>
        </p:txBody>
      </p:sp>
      <p:sp>
        <p:nvSpPr>
          <p:cNvPr id="3" name="Title 2"/>
          <p:cNvSpPr>
            <a:spLocks noGrp="1"/>
          </p:cNvSpPr>
          <p:nvPr>
            <p:ph type="title"/>
          </p:nvPr>
        </p:nvSpPr>
        <p:spPr/>
        <p:txBody>
          <a:bodyPr/>
          <a:lstStyle/>
          <a:p>
            <a:pPr/>
            <a:r>
              <a:rPr sz="2400" b="0" i="0">
                <a:solidFill>
                  <a:srgbClr val="000000"/>
                </a:solidFill>
                <a:latin typeface="AA Zuehlke Medium"/>
              </a:rPr>
              <a:t>Climb only as far as you need</a:t>
            </a:r>
          </a:p>
        </p:txBody>
      </p:sp>
      <p:sp>
        <p:nvSpPr>
          <p:cNvPr id="4" name="TextBox 3"/>
          <p:cNvSpPr txBox="1"/>
          <p:nvPr/>
        </p:nvSpPr>
        <p:spPr>
          <a:xfrm>
            <a:off x="4553712" y="1581912"/>
            <a:ext cx="4206240" cy="256032"/>
          </a:xfrm>
          <a:prstGeom prst="rect">
            <a:avLst/>
          </a:prstGeom>
          <a:noFill/>
        </p:spPr>
        <p:txBody>
          <a:bodyPr wrap="square" lIns="0" rIns="0" tIns="0" bIns="0" anchor="t">
            <a:spAutoFit/>
          </a:bodyPr>
          <a:lstStyle/>
          <a:p>
            <a:pPr algn="l"/>
            <a:r>
              <a:rPr sz="1000" b="0" i="0">
                <a:solidFill>
                  <a:srgbClr val="00804D"/>
                </a:solidFill>
                <a:latin typeface="AA Zuehlke Medium"/>
              </a:rPr>
              <a:t>M1 PRO · 10 CORES · LIVE DEMO</a:t>
            </a:r>
          </a:p>
        </p:txBody>
      </p:sp>
      <p:sp>
        <p:nvSpPr>
          <p:cNvPr id="5" name="TextBox 4"/>
          <p:cNvSpPr txBox="1"/>
          <p:nvPr/>
        </p:nvSpPr>
        <p:spPr>
          <a:xfrm>
            <a:off x="9966960" y="1581912"/>
            <a:ext cx="1828800" cy="256032"/>
          </a:xfrm>
          <a:prstGeom prst="rect">
            <a:avLst/>
          </a:prstGeom>
          <a:noFill/>
        </p:spPr>
        <p:txBody>
          <a:bodyPr wrap="square" lIns="0" rIns="0" tIns="0" bIns="0" anchor="t">
            <a:spAutoFit/>
          </a:bodyPr>
          <a:lstStyle/>
          <a:p>
            <a:pPr algn="l"/>
            <a:r>
              <a:rPr sz="1000" b="0" i="0">
                <a:solidFill>
                  <a:srgbClr val="8C8C8C"/>
                </a:solidFill>
                <a:latin typeface="AA Zuehlke Medium"/>
              </a:rPr>
              <a:t>M5 · 18 CORES</a:t>
            </a:r>
          </a:p>
        </p:txBody>
      </p:sp>
      <p:sp>
        <p:nvSpPr>
          <p:cNvPr id="6" name="Rectangle 5"/>
          <p:cNvSpPr/>
          <p:nvPr/>
        </p:nvSpPr>
        <p:spPr>
          <a:xfrm>
            <a:off x="9692640" y="1545336"/>
            <a:ext cx="10972" cy="36576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621792" y="1984248"/>
            <a:ext cx="3749039" cy="365760"/>
          </a:xfrm>
          <a:prstGeom prst="rect">
            <a:avLst/>
          </a:prstGeom>
          <a:noFill/>
        </p:spPr>
        <p:txBody>
          <a:bodyPr wrap="square" lIns="0" rIns="0" tIns="0" bIns="0" anchor="ctr">
            <a:spAutoFit/>
          </a:bodyPr>
          <a:lstStyle/>
          <a:p>
            <a:pPr algn="l"/>
            <a:r>
              <a:rPr sz="1200" b="0" i="0">
                <a:solidFill>
                  <a:srgbClr val="4D4D4D"/>
                </a:solidFill>
                <a:latin typeface="AA Zuehlke"/>
              </a:rPr>
              <a:t>1 · Un-atomized, one process per app</a:t>
            </a:r>
          </a:p>
        </p:txBody>
      </p:sp>
      <p:sp>
        <p:nvSpPr>
          <p:cNvPr id="8" name="Rectangle 7"/>
          <p:cNvSpPr/>
          <p:nvPr/>
        </p:nvSpPr>
        <p:spPr>
          <a:xfrm>
            <a:off x="4553712" y="2039112"/>
            <a:ext cx="3006762" cy="25603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7670202" y="1984248"/>
            <a:ext cx="1280160" cy="365760"/>
          </a:xfrm>
          <a:prstGeom prst="rect">
            <a:avLst/>
          </a:prstGeom>
          <a:noFill/>
        </p:spPr>
        <p:txBody>
          <a:bodyPr wrap="square" lIns="0" rIns="0" tIns="0" bIns="0" anchor="ctr">
            <a:spAutoFit/>
          </a:bodyPr>
          <a:lstStyle/>
          <a:p>
            <a:pPr algn="l"/>
            <a:r>
              <a:rPr sz="1200" b="0" i="0">
                <a:solidFill>
                  <a:srgbClr val="000000"/>
                </a:solidFill>
                <a:latin typeface="AA Zuehlke Medium"/>
              </a:rPr>
              <a:t>4m 20s</a:t>
            </a:r>
          </a:p>
        </p:txBody>
      </p:sp>
      <p:sp>
        <p:nvSpPr>
          <p:cNvPr id="10" name="TextBox 9"/>
          <p:cNvSpPr txBox="1"/>
          <p:nvPr/>
        </p:nvSpPr>
        <p:spPr>
          <a:xfrm>
            <a:off x="9966960" y="1984248"/>
            <a:ext cx="1463040" cy="365760"/>
          </a:xfrm>
          <a:prstGeom prst="rect">
            <a:avLst/>
          </a:prstGeom>
          <a:noFill/>
        </p:spPr>
        <p:txBody>
          <a:bodyPr wrap="square" lIns="0" rIns="0" tIns="0" bIns="0" anchor="ctr">
            <a:spAutoFit/>
          </a:bodyPr>
          <a:lstStyle/>
          <a:p>
            <a:pPr algn="l"/>
            <a:r>
              <a:rPr sz="1200" b="0" i="0">
                <a:solidFill>
                  <a:srgbClr val="4D4D4D"/>
                </a:solidFill>
                <a:latin typeface="AA Zuehlke"/>
              </a:rPr>
              <a:t>3m 16s</a:t>
            </a:r>
          </a:p>
        </p:txBody>
      </p:sp>
      <p:sp>
        <p:nvSpPr>
          <p:cNvPr id="11" name="TextBox 10"/>
          <p:cNvSpPr txBox="1"/>
          <p:nvPr/>
        </p:nvSpPr>
        <p:spPr>
          <a:xfrm>
            <a:off x="621792" y="2642615"/>
            <a:ext cx="3749039" cy="365760"/>
          </a:xfrm>
          <a:prstGeom prst="rect">
            <a:avLst/>
          </a:prstGeom>
          <a:noFill/>
        </p:spPr>
        <p:txBody>
          <a:bodyPr wrap="square" lIns="0" rIns="0" tIns="0" bIns="0" anchor="ctr">
            <a:spAutoFit/>
          </a:bodyPr>
          <a:lstStyle/>
          <a:p>
            <a:pPr algn="l"/>
            <a:r>
              <a:rPr sz="1200" b="0" i="0">
                <a:solidFill>
                  <a:srgbClr val="4D4D4D"/>
                </a:solidFill>
                <a:latin typeface="AA Zuehlke"/>
              </a:rPr>
              <a:t>2 · Atomized, but still serial</a:t>
            </a:r>
          </a:p>
        </p:txBody>
      </p:sp>
      <p:sp>
        <p:nvSpPr>
          <p:cNvPr id="12" name="Rectangle 11"/>
          <p:cNvSpPr/>
          <p:nvPr/>
        </p:nvSpPr>
        <p:spPr>
          <a:xfrm>
            <a:off x="4553712" y="2697479"/>
            <a:ext cx="3931920" cy="256032"/>
          </a:xfrm>
          <a:prstGeom prst="rect">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8595359" y="2642615"/>
            <a:ext cx="1280160" cy="365760"/>
          </a:xfrm>
          <a:prstGeom prst="rect">
            <a:avLst/>
          </a:prstGeom>
          <a:noFill/>
        </p:spPr>
        <p:txBody>
          <a:bodyPr wrap="square" lIns="0" rIns="0" tIns="0" bIns="0" anchor="ctr">
            <a:spAutoFit/>
          </a:bodyPr>
          <a:lstStyle/>
          <a:p>
            <a:pPr algn="l"/>
            <a:r>
              <a:rPr sz="1200" b="0" i="0">
                <a:solidFill>
                  <a:srgbClr val="000000"/>
                </a:solidFill>
                <a:latin typeface="AA Zuehlke Medium"/>
              </a:rPr>
              <a:t>5m 40s</a:t>
            </a:r>
          </a:p>
        </p:txBody>
      </p:sp>
      <p:sp>
        <p:nvSpPr>
          <p:cNvPr id="14" name="TextBox 13"/>
          <p:cNvSpPr txBox="1"/>
          <p:nvPr/>
        </p:nvSpPr>
        <p:spPr>
          <a:xfrm>
            <a:off x="9966960" y="2642615"/>
            <a:ext cx="1463040" cy="365760"/>
          </a:xfrm>
          <a:prstGeom prst="rect">
            <a:avLst/>
          </a:prstGeom>
          <a:noFill/>
        </p:spPr>
        <p:txBody>
          <a:bodyPr wrap="square" lIns="0" rIns="0" tIns="0" bIns="0" anchor="ctr">
            <a:spAutoFit/>
          </a:bodyPr>
          <a:lstStyle/>
          <a:p>
            <a:pPr algn="l"/>
            <a:r>
              <a:rPr sz="1200" b="0" i="0">
                <a:solidFill>
                  <a:srgbClr val="4D4D4D"/>
                </a:solidFill>
                <a:latin typeface="AA Zuehlke"/>
              </a:rPr>
              <a:t>4m 00s</a:t>
            </a:r>
          </a:p>
        </p:txBody>
      </p:sp>
      <p:sp>
        <p:nvSpPr>
          <p:cNvPr id="15" name="TextBox 14"/>
          <p:cNvSpPr txBox="1"/>
          <p:nvPr/>
        </p:nvSpPr>
        <p:spPr>
          <a:xfrm>
            <a:off x="621792" y="3300984"/>
            <a:ext cx="3749039" cy="365760"/>
          </a:xfrm>
          <a:prstGeom prst="rect">
            <a:avLst/>
          </a:prstGeom>
          <a:noFill/>
        </p:spPr>
        <p:txBody>
          <a:bodyPr wrap="square" lIns="0" rIns="0" tIns="0" bIns="0" anchor="ctr">
            <a:spAutoFit/>
          </a:bodyPr>
          <a:lstStyle/>
          <a:p>
            <a:pPr algn="l"/>
            <a:r>
              <a:rPr sz="1200" b="0" i="0">
                <a:solidFill>
                  <a:srgbClr val="4D4D4D"/>
                </a:solidFill>
                <a:latin typeface="AA Zuehlke"/>
              </a:rPr>
              <a:t>3 · Atomized, half your cores at once</a:t>
            </a:r>
          </a:p>
        </p:txBody>
      </p:sp>
      <p:sp>
        <p:nvSpPr>
          <p:cNvPr id="16" name="Rectangle 15"/>
          <p:cNvSpPr/>
          <p:nvPr/>
        </p:nvSpPr>
        <p:spPr>
          <a:xfrm>
            <a:off x="4553712" y="3355848"/>
            <a:ext cx="1619025"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6"/>
          <p:cNvSpPr txBox="1"/>
          <p:nvPr/>
        </p:nvSpPr>
        <p:spPr>
          <a:xfrm>
            <a:off x="6282465" y="3300984"/>
            <a:ext cx="1280160" cy="365760"/>
          </a:xfrm>
          <a:prstGeom prst="rect">
            <a:avLst/>
          </a:prstGeom>
          <a:noFill/>
        </p:spPr>
        <p:txBody>
          <a:bodyPr wrap="square" lIns="0" rIns="0" tIns="0" bIns="0" anchor="ctr">
            <a:spAutoFit/>
          </a:bodyPr>
          <a:lstStyle/>
          <a:p>
            <a:pPr algn="l"/>
            <a:r>
              <a:rPr sz="1200" b="0" i="0">
                <a:solidFill>
                  <a:srgbClr val="000000"/>
                </a:solidFill>
                <a:latin typeface="AA Zuehlke Medium"/>
              </a:rPr>
              <a:t>2m 20s</a:t>
            </a:r>
          </a:p>
        </p:txBody>
      </p:sp>
      <p:sp>
        <p:nvSpPr>
          <p:cNvPr id="18" name="TextBox 17"/>
          <p:cNvSpPr txBox="1"/>
          <p:nvPr/>
        </p:nvSpPr>
        <p:spPr>
          <a:xfrm>
            <a:off x="9966960" y="3300984"/>
            <a:ext cx="1463040" cy="365760"/>
          </a:xfrm>
          <a:prstGeom prst="rect">
            <a:avLst/>
          </a:prstGeom>
          <a:noFill/>
        </p:spPr>
        <p:txBody>
          <a:bodyPr wrap="square" lIns="0" rIns="0" tIns="0" bIns="0" anchor="ctr">
            <a:spAutoFit/>
          </a:bodyPr>
          <a:lstStyle/>
          <a:p>
            <a:pPr algn="l"/>
            <a:r>
              <a:rPr sz="1200" b="0" i="0">
                <a:solidFill>
                  <a:srgbClr val="00804D"/>
                </a:solidFill>
                <a:latin typeface="AA Zuehlke Medium"/>
              </a:rPr>
              <a:t>48s</a:t>
            </a:r>
          </a:p>
        </p:txBody>
      </p:sp>
      <p:sp>
        <p:nvSpPr>
          <p:cNvPr id="19" name="TextBox 18"/>
          <p:cNvSpPr txBox="1"/>
          <p:nvPr/>
        </p:nvSpPr>
        <p:spPr>
          <a:xfrm>
            <a:off x="621792" y="3959352"/>
            <a:ext cx="3749039" cy="365760"/>
          </a:xfrm>
          <a:prstGeom prst="rect">
            <a:avLst/>
          </a:prstGeom>
          <a:noFill/>
        </p:spPr>
        <p:txBody>
          <a:bodyPr wrap="square" lIns="0" rIns="0" tIns="0" bIns="0" anchor="ctr">
            <a:spAutoFit/>
          </a:bodyPr>
          <a:lstStyle/>
          <a:p>
            <a:pPr algn="l"/>
            <a:r>
              <a:rPr sz="1200" b="0" i="0">
                <a:solidFill>
                  <a:srgbClr val="4D4D4D"/>
                </a:solidFill>
                <a:latin typeface="AA Zuehlke"/>
              </a:rPr>
              <a:t>4 · One runner per app</a:t>
            </a:r>
          </a:p>
        </p:txBody>
      </p:sp>
      <p:sp>
        <p:nvSpPr>
          <p:cNvPr id="20" name="Rectangle 19"/>
          <p:cNvSpPr/>
          <p:nvPr/>
        </p:nvSpPr>
        <p:spPr>
          <a:xfrm>
            <a:off x="4553712" y="4014215"/>
            <a:ext cx="636045"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TextBox 20"/>
          <p:cNvSpPr txBox="1"/>
          <p:nvPr/>
        </p:nvSpPr>
        <p:spPr>
          <a:xfrm>
            <a:off x="5299485" y="3959352"/>
            <a:ext cx="1280160" cy="365760"/>
          </a:xfrm>
          <a:prstGeom prst="rect">
            <a:avLst/>
          </a:prstGeom>
          <a:noFill/>
        </p:spPr>
        <p:txBody>
          <a:bodyPr wrap="square" lIns="0" rIns="0" tIns="0" bIns="0" anchor="ctr">
            <a:spAutoFit/>
          </a:bodyPr>
          <a:lstStyle/>
          <a:p>
            <a:pPr algn="l"/>
            <a:r>
              <a:rPr sz="1200" b="0" i="0">
                <a:solidFill>
                  <a:srgbClr val="000000"/>
                </a:solidFill>
                <a:latin typeface="AA Zuehlke Medium"/>
              </a:rPr>
              <a:t>55s</a:t>
            </a:r>
          </a:p>
        </p:txBody>
      </p:sp>
      <p:sp>
        <p:nvSpPr>
          <p:cNvPr id="22" name="TextBox 21"/>
          <p:cNvSpPr txBox="1"/>
          <p:nvPr/>
        </p:nvSpPr>
        <p:spPr>
          <a:xfrm>
            <a:off x="9966960" y="3959352"/>
            <a:ext cx="1463040" cy="365760"/>
          </a:xfrm>
          <a:prstGeom prst="rect">
            <a:avLst/>
          </a:prstGeom>
          <a:noFill/>
        </p:spPr>
        <p:txBody>
          <a:bodyPr wrap="square" lIns="0" rIns="0" tIns="0" bIns="0" anchor="ctr">
            <a:spAutoFit/>
          </a:bodyPr>
          <a:lstStyle/>
          <a:p>
            <a:pPr algn="l"/>
            <a:r>
              <a:rPr sz="1200" b="0" i="0">
                <a:solidFill>
                  <a:srgbClr val="4D4D4D"/>
                </a:solidFill>
                <a:latin typeface="AA Zuehlke"/>
              </a:rPr>
              <a:t>55s</a:t>
            </a:r>
          </a:p>
        </p:txBody>
      </p:sp>
      <p:sp>
        <p:nvSpPr>
          <p:cNvPr id="23" name="TextBox 22"/>
          <p:cNvSpPr txBox="1"/>
          <p:nvPr/>
        </p:nvSpPr>
        <p:spPr>
          <a:xfrm>
            <a:off x="621792" y="4617720"/>
            <a:ext cx="3749039" cy="365760"/>
          </a:xfrm>
          <a:prstGeom prst="rect">
            <a:avLst/>
          </a:prstGeom>
          <a:noFill/>
        </p:spPr>
        <p:txBody>
          <a:bodyPr wrap="square" lIns="0" rIns="0" tIns="0" bIns="0" anchor="ctr">
            <a:spAutoFit/>
          </a:bodyPr>
          <a:lstStyle/>
          <a:p>
            <a:pPr algn="l"/>
            <a:r>
              <a:rPr sz="1200" b="0" i="0">
                <a:solidFill>
                  <a:srgbClr val="4D4D4D"/>
                </a:solidFill>
                <a:latin typeface="AA Zuehlke"/>
              </a:rPr>
              <a:t>— · Re-run, nothing changed</a:t>
            </a:r>
          </a:p>
        </p:txBody>
      </p:sp>
      <p:sp>
        <p:nvSpPr>
          <p:cNvPr id="24" name="Rectangle 23"/>
          <p:cNvSpPr/>
          <p:nvPr/>
        </p:nvSpPr>
        <p:spPr>
          <a:xfrm>
            <a:off x="4553712" y="4672583"/>
            <a:ext cx="57822"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5" name="TextBox 24"/>
          <p:cNvSpPr txBox="1"/>
          <p:nvPr/>
        </p:nvSpPr>
        <p:spPr>
          <a:xfrm>
            <a:off x="4721262" y="4617720"/>
            <a:ext cx="1280160" cy="365760"/>
          </a:xfrm>
          <a:prstGeom prst="rect">
            <a:avLst/>
          </a:prstGeom>
          <a:noFill/>
        </p:spPr>
        <p:txBody>
          <a:bodyPr wrap="square" lIns="0" rIns="0" tIns="0" bIns="0" anchor="ctr">
            <a:spAutoFit/>
          </a:bodyPr>
          <a:lstStyle/>
          <a:p>
            <a:pPr algn="l"/>
            <a:r>
              <a:rPr sz="1200" b="0" i="0">
                <a:solidFill>
                  <a:srgbClr val="000000"/>
                </a:solidFill>
                <a:latin typeface="AA Zuehlke Medium"/>
              </a:rPr>
              <a:t>5s</a:t>
            </a:r>
          </a:p>
        </p:txBody>
      </p:sp>
      <p:sp>
        <p:nvSpPr>
          <p:cNvPr id="26" name="TextBox 25"/>
          <p:cNvSpPr txBox="1"/>
          <p:nvPr/>
        </p:nvSpPr>
        <p:spPr>
          <a:xfrm>
            <a:off x="9966960" y="4617720"/>
            <a:ext cx="1463040" cy="365760"/>
          </a:xfrm>
          <a:prstGeom prst="rect">
            <a:avLst/>
          </a:prstGeom>
          <a:noFill/>
        </p:spPr>
        <p:txBody>
          <a:bodyPr wrap="square" lIns="0" rIns="0" tIns="0" bIns="0" anchor="ctr">
            <a:spAutoFit/>
          </a:bodyPr>
          <a:lstStyle/>
          <a:p>
            <a:pPr algn="l"/>
            <a:r>
              <a:rPr sz="1200" b="0" i="0">
                <a:solidFill>
                  <a:srgbClr val="4D4D4D"/>
                </a:solidFill>
                <a:latin typeface="AA Zuehlke"/>
              </a:rPr>
              <a:t>5s</a:t>
            </a:r>
          </a:p>
        </p:txBody>
      </p:sp>
      <p:sp>
        <p:nvSpPr>
          <p:cNvPr id="27" name="Rounded Rectangle 26"/>
          <p:cNvSpPr/>
          <p:nvPr/>
        </p:nvSpPr>
        <p:spPr>
          <a:xfrm>
            <a:off x="621792" y="5349240"/>
            <a:ext cx="10945368" cy="1051560"/>
          </a:xfrm>
          <a:prstGeom prst="roundRect">
            <a:avLst>
              <a:gd name="adj" fmla="val 6956"/>
            </a:avLst>
          </a:prstGeom>
          <a:solidFill>
            <a:srgbClr val="FFE5BF"/>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8" name="TextBox 27"/>
          <p:cNvSpPr txBox="1"/>
          <p:nvPr/>
        </p:nvSpPr>
        <p:spPr>
          <a:xfrm>
            <a:off x="877824" y="5468112"/>
            <a:ext cx="10424160" cy="274320"/>
          </a:xfrm>
          <a:prstGeom prst="rect">
            <a:avLst/>
          </a:prstGeom>
          <a:noFill/>
        </p:spPr>
        <p:txBody>
          <a:bodyPr wrap="square" lIns="0" rIns="0" tIns="0" bIns="0" anchor="t">
            <a:spAutoFit/>
          </a:bodyPr>
          <a:lstStyle/>
          <a:p>
            <a:pPr algn="l"/>
            <a:r>
              <a:rPr sz="1100" b="0" i="0">
                <a:solidFill>
                  <a:srgbClr val="000000"/>
                </a:solidFill>
                <a:latin typeface="AA Zuehlke"/>
              </a:rPr>
              <a:t>Rung 2 is the honest one — atomizing without parallelism is slower than not atomizing at all. On both machines.</a:t>
            </a:r>
          </a:p>
        </p:txBody>
      </p:sp>
      <p:sp>
        <p:nvSpPr>
          <p:cNvPr id="29" name="TextBox 28"/>
          <p:cNvSpPr txBox="1"/>
          <p:nvPr/>
        </p:nvSpPr>
        <p:spPr>
          <a:xfrm>
            <a:off x="877824" y="5760720"/>
            <a:ext cx="10424160" cy="274320"/>
          </a:xfrm>
          <a:prstGeom prst="rect">
            <a:avLst/>
          </a:prstGeom>
          <a:noFill/>
        </p:spPr>
        <p:txBody>
          <a:bodyPr wrap="square" lIns="0" rIns="0" tIns="0" bIns="0" anchor="t">
            <a:spAutoFit/>
          </a:bodyPr>
          <a:lstStyle/>
          <a:p>
            <a:pPr algn="l"/>
            <a:r>
              <a:rPr sz="1100" b="0" i="0">
                <a:solidFill>
                  <a:srgbClr val="000000"/>
                </a:solidFill>
                <a:latin typeface="AA Zuehlke"/>
              </a:rPr>
              <a:t>Rung 4 is not always a rung — on 18 cores, nine local processes beat three runners.</a:t>
            </a:r>
          </a:p>
        </p:txBody>
      </p:sp>
      <p:sp>
        <p:nvSpPr>
          <p:cNvPr id="30" name="TextBox 29"/>
          <p:cNvSpPr txBox="1"/>
          <p:nvPr/>
        </p:nvSpPr>
        <p:spPr>
          <a:xfrm>
            <a:off x="877824" y="6053328"/>
            <a:ext cx="10424160" cy="274320"/>
          </a:xfrm>
          <a:prstGeom prst="rect">
            <a:avLst/>
          </a:prstGeom>
          <a:noFill/>
        </p:spPr>
        <p:txBody>
          <a:bodyPr wrap="square" lIns="0" rIns="0" tIns="0" bIns="0" anchor="t">
            <a:spAutoFit/>
          </a:bodyPr>
          <a:lstStyle/>
          <a:p>
            <a:pPr algn="l"/>
            <a:r>
              <a:rPr sz="1100" b="0" i="0">
                <a:solidFill>
                  <a:srgbClr val="000000"/>
                </a:solidFill>
                <a:latin typeface="AA Zuehlke"/>
              </a:rPr>
              <a:t>And the ceiling moves — the M5 at all 18 cores reached 34s, while the M1 got slower past 5. Measure your own.</a:t>
            </a:r>
          </a:p>
        </p:txBody>
      </p:sp>
      <p:sp>
        <p:nvSpPr>
          <p:cNvPr id="31" name="TextBox 30"/>
          <p:cNvSpPr txBox="1"/>
          <p:nvPr/>
        </p:nvSpPr>
        <p:spPr>
          <a:xfrm>
            <a:off x="10881360" y="6345936"/>
            <a:ext cx="685800" cy="201168"/>
          </a:xfrm>
          <a:prstGeom prst="rect">
            <a:avLst/>
          </a:prstGeom>
          <a:noFill/>
        </p:spPr>
        <p:txBody>
          <a:bodyPr wrap="square" lIns="0" rIns="0" tIns="0" bIns="0" anchor="t">
            <a:spAutoFit/>
          </a:bodyPr>
          <a:lstStyle/>
          <a:p>
            <a:pPr algn="r"/>
            <a:fld id="{7cd2efd4-b9b3-4d83-a104-a3bfb41d1e3f}" type="slidenum">
              <a:rPr lang="en-US" sz="800">
                <a:solidFill>
                  <a:srgbClr val="8C8C8C"/>
                </a:solidFill>
                <a:latin typeface="AA Zuehlke"/>
              </a:rPr>
              <a:t>1</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06 · THE GRAPH EARNS ITS KEEP</a:t>
            </a:r>
          </a:p>
        </p:txBody>
      </p:sp>
      <p:sp>
        <p:nvSpPr>
          <p:cNvPr id="3" name="Title 2"/>
          <p:cNvSpPr>
            <a:spLocks noGrp="1"/>
          </p:cNvSpPr>
          <p:nvPr>
            <p:ph type="title"/>
          </p:nvPr>
        </p:nvSpPr>
        <p:spPr/>
        <p:txBody>
          <a:bodyPr/>
          <a:lstStyle/>
          <a:p>
            <a:pPr/>
            <a:r>
              <a:rPr sz="2400" b="0" i="0">
                <a:solidFill>
                  <a:srgbClr val="000000"/>
                </a:solidFill>
                <a:latin typeface="AA Zuehlke Medium"/>
              </a:rPr>
              <a:t>Let the graph pick the work</a:t>
            </a:r>
          </a:p>
        </p:txBody>
      </p:sp>
      <p:sp>
        <p:nvSpPr>
          <p:cNvPr id="4" name="TextBox 3"/>
          <p:cNvSpPr txBox="1"/>
          <p:nvPr/>
        </p:nvSpPr>
        <p:spPr>
          <a:xfrm>
            <a:off x="621792" y="1600200"/>
            <a:ext cx="3657600" cy="274320"/>
          </a:xfrm>
          <a:prstGeom prst="rect">
            <a:avLst/>
          </a:prstGeom>
          <a:noFill/>
        </p:spPr>
        <p:txBody>
          <a:bodyPr wrap="square" lIns="0" rIns="0" tIns="0" bIns="0" anchor="t">
            <a:spAutoFit/>
          </a:bodyPr>
          <a:lstStyle/>
          <a:p>
            <a:pPr algn="l"/>
            <a:r>
              <a:rPr sz="1100" b="0" i="0">
                <a:solidFill>
                  <a:srgbClr val="8C8C8C"/>
                </a:solidFill>
                <a:latin typeface="AA Zuehlke Medium"/>
              </a:rPr>
              <a:t>YOU TOUCH</a:t>
            </a:r>
          </a:p>
        </p:txBody>
      </p:sp>
      <p:sp>
        <p:nvSpPr>
          <p:cNvPr id="5" name="TextBox 4"/>
          <p:cNvSpPr txBox="1"/>
          <p:nvPr/>
        </p:nvSpPr>
        <p:spPr>
          <a:xfrm>
            <a:off x="4462272" y="1600200"/>
            <a:ext cx="3657600" cy="274320"/>
          </a:xfrm>
          <a:prstGeom prst="rect">
            <a:avLst/>
          </a:prstGeom>
          <a:noFill/>
        </p:spPr>
        <p:txBody>
          <a:bodyPr wrap="square" lIns="0" rIns="0" tIns="0" bIns="0" anchor="t">
            <a:spAutoFit/>
          </a:bodyPr>
          <a:lstStyle/>
          <a:p>
            <a:pPr algn="l"/>
            <a:r>
              <a:rPr sz="1100" b="0" i="0">
                <a:solidFill>
                  <a:srgbClr val="8C8C8C"/>
                </a:solidFill>
                <a:latin typeface="AA Zuehlke Medium"/>
              </a:rPr>
              <a:t>NX RUNS</a:t>
            </a:r>
          </a:p>
        </p:txBody>
      </p:sp>
      <p:sp>
        <p:nvSpPr>
          <p:cNvPr id="6" name="TextBox 5"/>
          <p:cNvSpPr txBox="1"/>
          <p:nvPr/>
        </p:nvSpPr>
        <p:spPr>
          <a:xfrm>
            <a:off x="621792" y="2011680"/>
            <a:ext cx="3657600" cy="411480"/>
          </a:xfrm>
          <a:prstGeom prst="rect">
            <a:avLst/>
          </a:prstGeom>
          <a:noFill/>
        </p:spPr>
        <p:txBody>
          <a:bodyPr wrap="square" lIns="0" rIns="0" tIns="0" bIns="0" anchor="ctr">
            <a:spAutoFit/>
          </a:bodyPr>
          <a:lstStyle/>
          <a:p>
            <a:pPr algn="l"/>
            <a:r>
              <a:rPr sz="1400" b="0" i="0">
                <a:solidFill>
                  <a:srgbClr val="000000"/>
                </a:solidFill>
                <a:latin typeface="Consolas"/>
              </a:rPr>
              <a:t>libs/formatting</a:t>
            </a:r>
          </a:p>
        </p:txBody>
      </p:sp>
      <p:sp>
        <p:nvSpPr>
          <p:cNvPr id="7" name="TextBox 6"/>
          <p:cNvSpPr txBox="1"/>
          <p:nvPr/>
        </p:nvSpPr>
        <p:spPr>
          <a:xfrm>
            <a:off x="4462272" y="2011680"/>
            <a:ext cx="3657600" cy="411480"/>
          </a:xfrm>
          <a:prstGeom prst="rect">
            <a:avLst/>
          </a:prstGeom>
          <a:noFill/>
        </p:spPr>
        <p:txBody>
          <a:bodyPr wrap="square" lIns="0" rIns="0" tIns="0" bIns="0" anchor="ctr">
            <a:spAutoFit/>
          </a:bodyPr>
          <a:lstStyle/>
          <a:p>
            <a:pPr algn="l"/>
            <a:r>
              <a:rPr sz="1400" b="0" i="0">
                <a:solidFill>
                  <a:srgbClr val="000000"/>
                </a:solidFill>
                <a:latin typeface="AA Zuehlke"/>
              </a:rPr>
              <a:t>shop + admin</a:t>
            </a:r>
          </a:p>
        </p:txBody>
      </p:sp>
      <p:sp>
        <p:nvSpPr>
          <p:cNvPr id="8" name="Rounded Rectangle 7"/>
          <p:cNvSpPr/>
          <p:nvPr/>
        </p:nvSpPr>
        <p:spPr>
          <a:xfrm>
            <a:off x="8485632" y="2048256"/>
            <a:ext cx="1737360" cy="338328"/>
          </a:xfrm>
          <a:prstGeom prst="roundRect">
            <a:avLst>
              <a:gd name="adj" fmla="val 21621"/>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8485632" y="2048256"/>
            <a:ext cx="1737360" cy="338328"/>
          </a:xfrm>
          <a:prstGeom prst="rect">
            <a:avLst/>
          </a:prstGeom>
          <a:noFill/>
        </p:spPr>
        <p:txBody>
          <a:bodyPr wrap="square" lIns="0" rIns="0" tIns="0" bIns="0" anchor="ctr">
            <a:spAutoFit/>
          </a:bodyPr>
          <a:lstStyle/>
          <a:p>
            <a:pPr algn="ctr"/>
            <a:r>
              <a:rPr sz="1100" b="0" i="0">
                <a:solidFill>
                  <a:srgbClr val="000000"/>
                </a:solidFill>
                <a:latin typeface="AA Zuehlke Medium"/>
              </a:rPr>
              <a:t>20 targets</a:t>
            </a:r>
          </a:p>
        </p:txBody>
      </p:sp>
      <p:sp>
        <p:nvSpPr>
          <p:cNvPr id="10" name="TextBox 9"/>
          <p:cNvSpPr txBox="1"/>
          <p:nvPr/>
        </p:nvSpPr>
        <p:spPr>
          <a:xfrm>
            <a:off x="621792" y="2697480"/>
            <a:ext cx="3657600" cy="411480"/>
          </a:xfrm>
          <a:prstGeom prst="rect">
            <a:avLst/>
          </a:prstGeom>
          <a:noFill/>
        </p:spPr>
        <p:txBody>
          <a:bodyPr wrap="square" lIns="0" rIns="0" tIns="0" bIns="0" anchor="ctr">
            <a:spAutoFit/>
          </a:bodyPr>
          <a:lstStyle/>
          <a:p>
            <a:pPr algn="l"/>
            <a:r>
              <a:rPr sz="1400" b="0" i="0">
                <a:solidFill>
                  <a:srgbClr val="000000"/>
                </a:solidFill>
                <a:latin typeface="Consolas"/>
              </a:rPr>
              <a:t>libs/ui</a:t>
            </a:r>
          </a:p>
        </p:txBody>
      </p:sp>
      <p:sp>
        <p:nvSpPr>
          <p:cNvPr id="11" name="TextBox 10"/>
          <p:cNvSpPr txBox="1"/>
          <p:nvPr/>
        </p:nvSpPr>
        <p:spPr>
          <a:xfrm>
            <a:off x="4462272" y="2697480"/>
            <a:ext cx="3657600" cy="411480"/>
          </a:xfrm>
          <a:prstGeom prst="rect">
            <a:avLst/>
          </a:prstGeom>
          <a:noFill/>
        </p:spPr>
        <p:txBody>
          <a:bodyPr wrap="square" lIns="0" rIns="0" tIns="0" bIns="0" anchor="ctr">
            <a:spAutoFit/>
          </a:bodyPr>
          <a:lstStyle/>
          <a:p>
            <a:pPr algn="l"/>
            <a:r>
              <a:rPr sz="1400" b="0" i="0">
                <a:solidFill>
                  <a:srgbClr val="000000"/>
                </a:solidFill>
                <a:latin typeface="AA Zuehlke"/>
              </a:rPr>
              <a:t>admin + docs</a:t>
            </a:r>
          </a:p>
        </p:txBody>
      </p:sp>
      <p:sp>
        <p:nvSpPr>
          <p:cNvPr id="12" name="Rounded Rectangle 11"/>
          <p:cNvSpPr/>
          <p:nvPr/>
        </p:nvSpPr>
        <p:spPr>
          <a:xfrm>
            <a:off x="8485632" y="2734056"/>
            <a:ext cx="1737360" cy="338328"/>
          </a:xfrm>
          <a:prstGeom prst="roundRect">
            <a:avLst>
              <a:gd name="adj" fmla="val 21621"/>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8485632" y="2734056"/>
            <a:ext cx="1737360" cy="338328"/>
          </a:xfrm>
          <a:prstGeom prst="rect">
            <a:avLst/>
          </a:prstGeom>
          <a:noFill/>
        </p:spPr>
        <p:txBody>
          <a:bodyPr wrap="square" lIns="0" rIns="0" tIns="0" bIns="0" anchor="ctr">
            <a:spAutoFit/>
          </a:bodyPr>
          <a:lstStyle/>
          <a:p>
            <a:pPr algn="ctr"/>
            <a:r>
              <a:rPr sz="1100" b="0" i="0">
                <a:solidFill>
                  <a:srgbClr val="000000"/>
                </a:solidFill>
                <a:latin typeface="AA Zuehlke Medium"/>
              </a:rPr>
              <a:t>20 targets</a:t>
            </a:r>
          </a:p>
        </p:txBody>
      </p:sp>
      <p:sp>
        <p:nvSpPr>
          <p:cNvPr id="14" name="TextBox 13"/>
          <p:cNvSpPr txBox="1"/>
          <p:nvPr/>
        </p:nvSpPr>
        <p:spPr>
          <a:xfrm>
            <a:off x="621792" y="3383280"/>
            <a:ext cx="3657600" cy="411480"/>
          </a:xfrm>
          <a:prstGeom prst="rect">
            <a:avLst/>
          </a:prstGeom>
          <a:noFill/>
        </p:spPr>
        <p:txBody>
          <a:bodyPr wrap="square" lIns="0" rIns="0" tIns="0" bIns="0" anchor="ctr">
            <a:spAutoFit/>
          </a:bodyPr>
          <a:lstStyle/>
          <a:p>
            <a:pPr algn="l"/>
            <a:r>
              <a:rPr sz="1400" b="0" i="0">
                <a:solidFill>
                  <a:srgbClr val="000000"/>
                </a:solidFill>
                <a:latin typeface="Consolas"/>
              </a:rPr>
              <a:t>apps/docs/**</a:t>
            </a:r>
          </a:p>
        </p:txBody>
      </p:sp>
      <p:sp>
        <p:nvSpPr>
          <p:cNvPr id="15" name="TextBox 14"/>
          <p:cNvSpPr txBox="1"/>
          <p:nvPr/>
        </p:nvSpPr>
        <p:spPr>
          <a:xfrm>
            <a:off x="4462272" y="3383280"/>
            <a:ext cx="3657600" cy="411480"/>
          </a:xfrm>
          <a:prstGeom prst="rect">
            <a:avLst/>
          </a:prstGeom>
          <a:noFill/>
        </p:spPr>
        <p:txBody>
          <a:bodyPr wrap="square" lIns="0" rIns="0" tIns="0" bIns="0" anchor="ctr">
            <a:spAutoFit/>
          </a:bodyPr>
          <a:lstStyle/>
          <a:p>
            <a:pPr algn="l"/>
            <a:r>
              <a:rPr sz="1400" b="0" i="0">
                <a:solidFill>
                  <a:srgbClr val="000000"/>
                </a:solidFill>
                <a:latin typeface="AA Zuehlke"/>
              </a:rPr>
              <a:t>docs</a:t>
            </a:r>
          </a:p>
        </p:txBody>
      </p:sp>
      <p:sp>
        <p:nvSpPr>
          <p:cNvPr id="16" name="Rounded Rectangle 15"/>
          <p:cNvSpPr/>
          <p:nvPr/>
        </p:nvSpPr>
        <p:spPr>
          <a:xfrm>
            <a:off x="8485632" y="3419856"/>
            <a:ext cx="1737360" cy="338328"/>
          </a:xfrm>
          <a:prstGeom prst="roundRect">
            <a:avLst>
              <a:gd name="adj" fmla="val 21621"/>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6"/>
          <p:cNvSpPr txBox="1"/>
          <p:nvPr/>
        </p:nvSpPr>
        <p:spPr>
          <a:xfrm>
            <a:off x="8485632" y="3419856"/>
            <a:ext cx="1737360" cy="338328"/>
          </a:xfrm>
          <a:prstGeom prst="rect">
            <a:avLst/>
          </a:prstGeom>
          <a:noFill/>
        </p:spPr>
        <p:txBody>
          <a:bodyPr wrap="square" lIns="0" rIns="0" tIns="0" bIns="0" anchor="ctr">
            <a:spAutoFit/>
          </a:bodyPr>
          <a:lstStyle/>
          <a:p>
            <a:pPr algn="ctr"/>
            <a:r>
              <a:rPr sz="1100" b="0" i="0">
                <a:solidFill>
                  <a:srgbClr val="000000"/>
                </a:solidFill>
                <a:latin typeface="AA Zuehlke Medium"/>
              </a:rPr>
              <a:t>10 targets</a:t>
            </a:r>
          </a:p>
        </p:txBody>
      </p:sp>
      <p:sp>
        <p:nvSpPr>
          <p:cNvPr id="18" name="TextBox 17"/>
          <p:cNvSpPr txBox="1"/>
          <p:nvPr/>
        </p:nvSpPr>
        <p:spPr>
          <a:xfrm>
            <a:off x="621792" y="4069080"/>
            <a:ext cx="3657600" cy="411480"/>
          </a:xfrm>
          <a:prstGeom prst="rect">
            <a:avLst/>
          </a:prstGeom>
          <a:noFill/>
        </p:spPr>
        <p:txBody>
          <a:bodyPr wrap="square" lIns="0" rIns="0" tIns="0" bIns="0" anchor="ctr">
            <a:spAutoFit/>
          </a:bodyPr>
          <a:lstStyle/>
          <a:p>
            <a:pPr algn="l"/>
            <a:r>
              <a:rPr sz="1400" b="0" i="0">
                <a:solidFill>
                  <a:srgbClr val="000000"/>
                </a:solidFill>
                <a:latin typeface="Consolas"/>
              </a:rPr>
              <a:t>a README typo</a:t>
            </a:r>
          </a:p>
        </p:txBody>
      </p:sp>
      <p:sp>
        <p:nvSpPr>
          <p:cNvPr id="19" name="TextBox 18"/>
          <p:cNvSpPr txBox="1"/>
          <p:nvPr/>
        </p:nvSpPr>
        <p:spPr>
          <a:xfrm>
            <a:off x="4462272" y="4069080"/>
            <a:ext cx="3657600" cy="411480"/>
          </a:xfrm>
          <a:prstGeom prst="rect">
            <a:avLst/>
          </a:prstGeom>
          <a:noFill/>
        </p:spPr>
        <p:txBody>
          <a:bodyPr wrap="square" lIns="0" rIns="0" tIns="0" bIns="0" anchor="ctr">
            <a:spAutoFit/>
          </a:bodyPr>
          <a:lstStyle/>
          <a:p>
            <a:pPr algn="l"/>
            <a:r>
              <a:rPr sz="1400" b="0" i="0">
                <a:solidFill>
                  <a:srgbClr val="000000"/>
                </a:solidFill>
                <a:latin typeface="AA Zuehlke"/>
              </a:rPr>
              <a:t>nothing at all</a:t>
            </a:r>
          </a:p>
        </p:txBody>
      </p:sp>
      <p:sp>
        <p:nvSpPr>
          <p:cNvPr id="20" name="Rounded Rectangle 19"/>
          <p:cNvSpPr/>
          <p:nvPr/>
        </p:nvSpPr>
        <p:spPr>
          <a:xfrm>
            <a:off x="8485632" y="4105656"/>
            <a:ext cx="1737360" cy="338328"/>
          </a:xfrm>
          <a:prstGeom prst="roundRect">
            <a:avLst>
              <a:gd name="adj" fmla="val 21621"/>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TextBox 20"/>
          <p:cNvSpPr txBox="1"/>
          <p:nvPr/>
        </p:nvSpPr>
        <p:spPr>
          <a:xfrm>
            <a:off x="8485632" y="4105656"/>
            <a:ext cx="1737360" cy="338328"/>
          </a:xfrm>
          <a:prstGeom prst="rect">
            <a:avLst/>
          </a:prstGeom>
          <a:noFill/>
        </p:spPr>
        <p:txBody>
          <a:bodyPr wrap="square" lIns="0" rIns="0" tIns="0" bIns="0" anchor="ctr">
            <a:spAutoFit/>
          </a:bodyPr>
          <a:lstStyle/>
          <a:p>
            <a:pPr algn="ctr"/>
            <a:r>
              <a:rPr sz="1100" b="0" i="0">
                <a:solidFill>
                  <a:srgbClr val="000000"/>
                </a:solidFill>
                <a:latin typeface="AA Zuehlke Medium"/>
              </a:rPr>
              <a:t>0 targets</a:t>
            </a:r>
          </a:p>
        </p:txBody>
      </p:sp>
      <p:sp>
        <p:nvSpPr>
          <p:cNvPr id="22" name="TextBox 21"/>
          <p:cNvSpPr txBox="1"/>
          <p:nvPr/>
        </p:nvSpPr>
        <p:spPr>
          <a:xfrm>
            <a:off x="621792" y="5394960"/>
            <a:ext cx="10881360" cy="457200"/>
          </a:xfrm>
          <a:prstGeom prst="rect">
            <a:avLst/>
          </a:prstGeom>
          <a:noFill/>
        </p:spPr>
        <p:txBody>
          <a:bodyPr wrap="square" lIns="0" rIns="0" tIns="0" bIns="0" anchor="t">
            <a:spAutoFit/>
          </a:bodyPr>
          <a:lstStyle/>
          <a:p>
            <a:pPr algn="l"/>
            <a:r>
              <a:rPr sz="1300" b="0" i="0">
                <a:solidFill>
                  <a:srgbClr val="4D4D4D"/>
                </a:solidFill>
                <a:latin typeface="AA Zuehlke"/>
              </a:rPr>
              <a:t>This is the argument for keeping e2e in the monorepo: the graph already knows which apps a shared component can break.</a:t>
            </a:r>
          </a:p>
        </p:txBody>
      </p:sp>
      <p:sp>
        <p:nvSpPr>
          <p:cNvPr id="23" name="TextBox 22"/>
          <p:cNvSpPr txBox="1"/>
          <p:nvPr/>
        </p:nvSpPr>
        <p:spPr>
          <a:xfrm>
            <a:off x="10881360" y="6345936"/>
            <a:ext cx="685800" cy="201168"/>
          </a:xfrm>
          <a:prstGeom prst="rect">
            <a:avLst/>
          </a:prstGeom>
          <a:noFill/>
        </p:spPr>
        <p:txBody>
          <a:bodyPr wrap="square" lIns="0" rIns="0" tIns="0" bIns="0" anchor="t">
            <a:spAutoFit/>
          </a:bodyPr>
          <a:lstStyle/>
          <a:p>
            <a:pPr algn="r"/>
            <a:fld id="{eab2b1e3-ca7b-4e87-870b-62042a89be48}" type="slidenum">
              <a:rPr lang="en-US" sz="800">
                <a:solidFill>
                  <a:srgbClr val="8C8C8C"/>
                </a:solidFill>
                <a:latin typeface="AA Zuehlke"/>
              </a:rPr>
              <a:t>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06 · FROM A REAL PROJECT</a:t>
            </a:r>
          </a:p>
        </p:txBody>
      </p:sp>
      <p:sp>
        <p:nvSpPr>
          <p:cNvPr id="3" name="Title 2"/>
          <p:cNvSpPr>
            <a:spLocks noGrp="1"/>
          </p:cNvSpPr>
          <p:nvPr>
            <p:ph type="title"/>
          </p:nvPr>
        </p:nvSpPr>
        <p:spPr/>
        <p:txBody>
          <a:bodyPr/>
          <a:lstStyle/>
          <a:p>
            <a:pPr/>
            <a:r>
              <a:rPr sz="2400" b="0" i="0">
                <a:solidFill>
                  <a:srgbClr val="000000"/>
                </a:solidFill>
                <a:latin typeface="AA Zuehlke Medium"/>
              </a:rPr>
              <a:t>Fifteen apps, and what changed</a:t>
            </a:r>
          </a:p>
        </p:txBody>
      </p:sp>
      <p:sp>
        <p:nvSpPr>
          <p:cNvPr id="4" name="Rounded Rectangle 3"/>
          <p:cNvSpPr/>
          <p:nvPr/>
        </p:nvSpPr>
        <p:spPr>
          <a:xfrm>
            <a:off x="621792" y="1600200"/>
            <a:ext cx="3429000" cy="1417320"/>
          </a:xfrm>
          <a:prstGeom prst="roundRect">
            <a:avLst>
              <a:gd name="adj" fmla="val 516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50392" y="1746504"/>
            <a:ext cx="2971800" cy="566928"/>
          </a:xfrm>
          <a:prstGeom prst="rect">
            <a:avLst/>
          </a:prstGeom>
          <a:noFill/>
        </p:spPr>
        <p:txBody>
          <a:bodyPr wrap="square" lIns="0" rIns="0" tIns="0" bIns="0" anchor="t">
            <a:spAutoFit/>
          </a:bodyPr>
          <a:lstStyle/>
          <a:p>
            <a:pPr algn="l"/>
            <a:r>
              <a:rPr sz="2800" b="0" i="0">
                <a:solidFill>
                  <a:srgbClr val="000000"/>
                </a:solidFill>
                <a:latin typeface="AA Zuehlke Medium"/>
              </a:rPr>
              <a:t>15</a:t>
            </a:r>
          </a:p>
        </p:txBody>
      </p:sp>
      <p:sp>
        <p:nvSpPr>
          <p:cNvPr id="6" name="TextBox 5"/>
          <p:cNvSpPr txBox="1"/>
          <p:nvPr/>
        </p:nvSpPr>
        <p:spPr>
          <a:xfrm>
            <a:off x="850392" y="23317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applications</a:t>
            </a:r>
          </a:p>
        </p:txBody>
      </p:sp>
      <p:sp>
        <p:nvSpPr>
          <p:cNvPr id="7" name="TextBox 6"/>
          <p:cNvSpPr txBox="1"/>
          <p:nvPr/>
        </p:nvSpPr>
        <p:spPr>
          <a:xfrm>
            <a:off x="850392" y="2624328"/>
            <a:ext cx="2971800" cy="292608"/>
          </a:xfrm>
          <a:prstGeom prst="rect">
            <a:avLst/>
          </a:prstGeom>
          <a:noFill/>
        </p:spPr>
        <p:txBody>
          <a:bodyPr wrap="square" lIns="0" rIns="0" tIns="0" bIns="0" anchor="t">
            <a:spAutoFit/>
          </a:bodyPr>
          <a:lstStyle/>
          <a:p>
            <a:pPr algn="l"/>
            <a:r>
              <a:rPr sz="1000" b="0" i="0">
                <a:solidFill>
                  <a:srgbClr val="8C8C8C"/>
                </a:solidFill>
                <a:latin typeface="AA Zuehlke"/>
              </a:rPr>
              <a:t>every E2E suite reviewed</a:t>
            </a:r>
          </a:p>
        </p:txBody>
      </p:sp>
      <p:sp>
        <p:nvSpPr>
          <p:cNvPr id="8" name="Rounded Rectangle 7"/>
          <p:cNvSpPr/>
          <p:nvPr/>
        </p:nvSpPr>
        <p:spPr>
          <a:xfrm>
            <a:off x="4325112" y="1600200"/>
            <a:ext cx="3429000" cy="1417320"/>
          </a:xfrm>
          <a:prstGeom prst="roundRect">
            <a:avLst>
              <a:gd name="adj" fmla="val 516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4553712" y="174650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1K → 1.5K</a:t>
            </a:r>
          </a:p>
        </p:txBody>
      </p:sp>
      <p:sp>
        <p:nvSpPr>
          <p:cNvPr id="10" name="TextBox 9"/>
          <p:cNvSpPr txBox="1"/>
          <p:nvPr/>
        </p:nvSpPr>
        <p:spPr>
          <a:xfrm>
            <a:off x="4553712" y="23317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tests</a:t>
            </a:r>
          </a:p>
        </p:txBody>
      </p:sp>
      <p:sp>
        <p:nvSpPr>
          <p:cNvPr id="11" name="TextBox 10"/>
          <p:cNvSpPr txBox="1"/>
          <p:nvPr/>
        </p:nvSpPr>
        <p:spPr>
          <a:xfrm>
            <a:off x="4553712" y="2624328"/>
            <a:ext cx="2971800" cy="292608"/>
          </a:xfrm>
          <a:prstGeom prst="rect">
            <a:avLst/>
          </a:prstGeom>
          <a:noFill/>
        </p:spPr>
        <p:txBody>
          <a:bodyPr wrap="square" lIns="0" rIns="0" tIns="0" bIns="0" anchor="t">
            <a:spAutoFit/>
          </a:bodyPr>
          <a:lstStyle/>
          <a:p>
            <a:pPr algn="l"/>
            <a:r>
              <a:rPr sz="1000" b="0" i="0">
                <a:solidFill>
                  <a:srgbClr val="8C8C8C"/>
                </a:solidFill>
                <a:latin typeface="AA Zuehlke"/>
              </a:rPr>
              <a:t>deleted a lot, added more</a:t>
            </a:r>
          </a:p>
        </p:txBody>
      </p:sp>
      <p:sp>
        <p:nvSpPr>
          <p:cNvPr id="12" name="Rounded Rectangle 11"/>
          <p:cNvSpPr/>
          <p:nvPr/>
        </p:nvSpPr>
        <p:spPr>
          <a:xfrm>
            <a:off x="8028431" y="1600200"/>
            <a:ext cx="3429000" cy="1417320"/>
          </a:xfrm>
          <a:prstGeom prst="roundRect">
            <a:avLst>
              <a:gd name="adj" fmla="val 516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8257031" y="174650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85%</a:t>
            </a:r>
          </a:p>
        </p:txBody>
      </p:sp>
      <p:sp>
        <p:nvSpPr>
          <p:cNvPr id="14" name="TextBox 13"/>
          <p:cNvSpPr txBox="1"/>
          <p:nvPr/>
        </p:nvSpPr>
        <p:spPr>
          <a:xfrm>
            <a:off x="8257031" y="23317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code coverage</a:t>
            </a:r>
          </a:p>
        </p:txBody>
      </p:sp>
      <p:sp>
        <p:nvSpPr>
          <p:cNvPr id="15" name="TextBox 14"/>
          <p:cNvSpPr txBox="1"/>
          <p:nvPr/>
        </p:nvSpPr>
        <p:spPr>
          <a:xfrm>
            <a:off x="8257031" y="2624328"/>
            <a:ext cx="2971800" cy="292608"/>
          </a:xfrm>
          <a:prstGeom prst="rect">
            <a:avLst/>
          </a:prstGeom>
          <a:noFill/>
        </p:spPr>
        <p:txBody>
          <a:bodyPr wrap="square" lIns="0" rIns="0" tIns="0" bIns="0" anchor="t">
            <a:spAutoFit/>
          </a:bodyPr>
          <a:lstStyle/>
          <a:p>
            <a:pPr algn="l"/>
            <a:r>
              <a:rPr sz="1000" b="0" i="0">
                <a:solidFill>
                  <a:srgbClr val="8C8C8C"/>
                </a:solidFill>
                <a:latin typeface="AA Zuehlke"/>
              </a:rPr>
              <a:t>and stable, not "mostly"</a:t>
            </a:r>
          </a:p>
        </p:txBody>
      </p:sp>
      <p:sp>
        <p:nvSpPr>
          <p:cNvPr id="16" name="TextBox 15"/>
          <p:cNvSpPr txBox="1"/>
          <p:nvPr/>
        </p:nvSpPr>
        <p:spPr>
          <a:xfrm>
            <a:off x="621792" y="3337560"/>
            <a:ext cx="4572000" cy="320040"/>
          </a:xfrm>
          <a:prstGeom prst="rect">
            <a:avLst/>
          </a:prstGeom>
          <a:noFill/>
        </p:spPr>
        <p:txBody>
          <a:bodyPr wrap="square" lIns="0" rIns="0" tIns="0" bIns="0" anchor="t">
            <a:spAutoFit/>
          </a:bodyPr>
          <a:lstStyle/>
          <a:p>
            <a:pPr algn="l"/>
            <a:r>
              <a:rPr sz="1400" b="0" i="0">
                <a:solidFill>
                  <a:srgbClr val="000000"/>
                </a:solidFill>
                <a:latin typeface="AA Zuehlke Medium"/>
              </a:rPr>
              <a:t>CI build time</a:t>
            </a:r>
          </a:p>
        </p:txBody>
      </p:sp>
      <p:sp>
        <p:nvSpPr>
          <p:cNvPr id="17" name="TextBox 16"/>
          <p:cNvSpPr txBox="1"/>
          <p:nvPr/>
        </p:nvSpPr>
        <p:spPr>
          <a:xfrm>
            <a:off x="621792" y="3749039"/>
            <a:ext cx="3017520" cy="365760"/>
          </a:xfrm>
          <a:prstGeom prst="rect">
            <a:avLst/>
          </a:prstGeom>
          <a:noFill/>
        </p:spPr>
        <p:txBody>
          <a:bodyPr wrap="square" lIns="0" rIns="0" tIns="0" bIns="0" anchor="ctr">
            <a:spAutoFit/>
          </a:bodyPr>
          <a:lstStyle/>
          <a:p>
            <a:pPr algn="l"/>
            <a:r>
              <a:rPr sz="1200" b="0" i="0">
                <a:solidFill>
                  <a:srgbClr val="4D4D4D"/>
                </a:solidFill>
                <a:latin typeface="AA Zuehlke"/>
              </a:rPr>
              <a:t>Before — whole repo</a:t>
            </a:r>
          </a:p>
        </p:txBody>
      </p:sp>
      <p:sp>
        <p:nvSpPr>
          <p:cNvPr id="18" name="Rectangle 17"/>
          <p:cNvSpPr/>
          <p:nvPr/>
        </p:nvSpPr>
        <p:spPr>
          <a:xfrm>
            <a:off x="3822191" y="3803903"/>
            <a:ext cx="3657600" cy="25603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8"/>
          <p:cNvSpPr txBox="1"/>
          <p:nvPr/>
        </p:nvSpPr>
        <p:spPr>
          <a:xfrm>
            <a:off x="7616952" y="3749039"/>
            <a:ext cx="1371600" cy="365760"/>
          </a:xfrm>
          <a:prstGeom prst="rect">
            <a:avLst/>
          </a:prstGeom>
          <a:noFill/>
        </p:spPr>
        <p:txBody>
          <a:bodyPr wrap="square" lIns="0" rIns="0" tIns="0" bIns="0" anchor="ctr">
            <a:spAutoFit/>
          </a:bodyPr>
          <a:lstStyle/>
          <a:p>
            <a:pPr algn="l"/>
            <a:r>
              <a:rPr sz="1200" b="0" i="0">
                <a:solidFill>
                  <a:srgbClr val="000000"/>
                </a:solidFill>
                <a:latin typeface="AA Zuehlke Medium"/>
              </a:rPr>
              <a:t>48m</a:t>
            </a:r>
          </a:p>
        </p:txBody>
      </p:sp>
      <p:sp>
        <p:nvSpPr>
          <p:cNvPr id="20" name="TextBox 19"/>
          <p:cNvSpPr txBox="1"/>
          <p:nvPr/>
        </p:nvSpPr>
        <p:spPr>
          <a:xfrm>
            <a:off x="621792" y="4370831"/>
            <a:ext cx="3017520" cy="365760"/>
          </a:xfrm>
          <a:prstGeom prst="rect">
            <a:avLst/>
          </a:prstGeom>
          <a:noFill/>
        </p:spPr>
        <p:txBody>
          <a:bodyPr wrap="square" lIns="0" rIns="0" tIns="0" bIns="0" anchor="ctr">
            <a:spAutoFit/>
          </a:bodyPr>
          <a:lstStyle/>
          <a:p>
            <a:pPr algn="l"/>
            <a:r>
              <a:rPr sz="1200" b="0" i="0">
                <a:solidFill>
                  <a:srgbClr val="4D4D4D"/>
                </a:solidFill>
                <a:latin typeface="AA Zuehlke"/>
              </a:rPr>
              <a:t>After — whole repo</a:t>
            </a:r>
          </a:p>
        </p:txBody>
      </p:sp>
      <p:sp>
        <p:nvSpPr>
          <p:cNvPr id="21" name="Rectangle 20"/>
          <p:cNvSpPr/>
          <p:nvPr/>
        </p:nvSpPr>
        <p:spPr>
          <a:xfrm>
            <a:off x="3822191" y="4425695"/>
            <a:ext cx="1905000"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2" name="TextBox 21"/>
          <p:cNvSpPr txBox="1"/>
          <p:nvPr/>
        </p:nvSpPr>
        <p:spPr>
          <a:xfrm>
            <a:off x="5864352" y="4370831"/>
            <a:ext cx="1371600" cy="365760"/>
          </a:xfrm>
          <a:prstGeom prst="rect">
            <a:avLst/>
          </a:prstGeom>
          <a:noFill/>
        </p:spPr>
        <p:txBody>
          <a:bodyPr wrap="square" lIns="0" rIns="0" tIns="0" bIns="0" anchor="ctr">
            <a:spAutoFit/>
          </a:bodyPr>
          <a:lstStyle/>
          <a:p>
            <a:pPr algn="l"/>
            <a:r>
              <a:rPr sz="1200" b="0" i="0">
                <a:solidFill>
                  <a:srgbClr val="000000"/>
                </a:solidFill>
                <a:latin typeface="AA Zuehlke Medium"/>
              </a:rPr>
              <a:t>25m</a:t>
            </a:r>
          </a:p>
        </p:txBody>
      </p:sp>
      <p:sp>
        <p:nvSpPr>
          <p:cNvPr id="23" name="TextBox 22"/>
          <p:cNvSpPr txBox="1"/>
          <p:nvPr/>
        </p:nvSpPr>
        <p:spPr>
          <a:xfrm>
            <a:off x="621792" y="4992624"/>
            <a:ext cx="3017520" cy="365760"/>
          </a:xfrm>
          <a:prstGeom prst="rect">
            <a:avLst/>
          </a:prstGeom>
          <a:noFill/>
        </p:spPr>
        <p:txBody>
          <a:bodyPr wrap="square" lIns="0" rIns="0" tIns="0" bIns="0" anchor="ctr">
            <a:spAutoFit/>
          </a:bodyPr>
          <a:lstStyle/>
          <a:p>
            <a:pPr algn="l"/>
            <a:r>
              <a:rPr sz="1200" b="0" i="0">
                <a:solidFill>
                  <a:srgbClr val="4D4D4D"/>
                </a:solidFill>
                <a:latin typeface="AA Zuehlke"/>
              </a:rPr>
              <a:t>After — one app changed</a:t>
            </a:r>
          </a:p>
        </p:txBody>
      </p:sp>
      <p:sp>
        <p:nvSpPr>
          <p:cNvPr id="24" name="Rectangle 23"/>
          <p:cNvSpPr/>
          <p:nvPr/>
        </p:nvSpPr>
        <p:spPr>
          <a:xfrm>
            <a:off x="3822191" y="5047488"/>
            <a:ext cx="762000"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5" name="TextBox 24"/>
          <p:cNvSpPr txBox="1"/>
          <p:nvPr/>
        </p:nvSpPr>
        <p:spPr>
          <a:xfrm>
            <a:off x="4721352" y="4992624"/>
            <a:ext cx="1371600" cy="365760"/>
          </a:xfrm>
          <a:prstGeom prst="rect">
            <a:avLst/>
          </a:prstGeom>
          <a:noFill/>
        </p:spPr>
        <p:txBody>
          <a:bodyPr wrap="square" lIns="0" rIns="0" tIns="0" bIns="0" anchor="ctr">
            <a:spAutoFit/>
          </a:bodyPr>
          <a:lstStyle/>
          <a:p>
            <a:pPr algn="l"/>
            <a:r>
              <a:rPr sz="1200" b="0" i="0">
                <a:solidFill>
                  <a:srgbClr val="000000"/>
                </a:solidFill>
                <a:latin typeface="AA Zuehlke Medium"/>
              </a:rPr>
              <a:t>10m</a:t>
            </a:r>
          </a:p>
        </p:txBody>
      </p:sp>
      <p:sp>
        <p:nvSpPr>
          <p:cNvPr id="26" name="Rounded Rectangle 25"/>
          <p:cNvSpPr/>
          <p:nvPr/>
        </p:nvSpPr>
        <p:spPr>
          <a:xfrm>
            <a:off x="8503920" y="3703320"/>
            <a:ext cx="3063240" cy="1691640"/>
          </a:xfrm>
          <a:prstGeom prst="roundRect">
            <a:avLst>
              <a:gd name="adj" fmla="val 4324"/>
            </a:avLst>
          </a:prstGeom>
          <a:solidFill>
            <a:srgbClr val="BFF2D9"/>
          </a:solidFill>
          <a:ln w="12700">
            <a:solidFill>
              <a:srgbClr val="00CC6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7" name="TextBox 26"/>
          <p:cNvSpPr txBox="1"/>
          <p:nvPr/>
        </p:nvSpPr>
        <p:spPr>
          <a:xfrm>
            <a:off x="8732520" y="3931920"/>
            <a:ext cx="2651760" cy="548640"/>
          </a:xfrm>
          <a:prstGeom prst="rect">
            <a:avLst/>
          </a:prstGeom>
          <a:noFill/>
        </p:spPr>
        <p:txBody>
          <a:bodyPr wrap="square" lIns="0" rIns="0" tIns="0" bIns="0" anchor="t">
            <a:spAutoFit/>
          </a:bodyPr>
          <a:lstStyle/>
          <a:p>
            <a:pPr algn="l"/>
            <a:r>
              <a:rPr sz="1500" b="0" i="0">
                <a:solidFill>
                  <a:srgbClr val="000000"/>
                </a:solidFill>
                <a:latin typeface="AA Zuehlke Medium"/>
              </a:rPr>
              <a:t>Half the Actions bill</a:t>
            </a:r>
          </a:p>
        </p:txBody>
      </p:sp>
      <p:sp>
        <p:nvSpPr>
          <p:cNvPr id="28" name="TextBox 27"/>
          <p:cNvSpPr txBox="1"/>
          <p:nvPr/>
        </p:nvSpPr>
        <p:spPr>
          <a:xfrm>
            <a:off x="8732520" y="4526280"/>
            <a:ext cx="2651760" cy="731520"/>
          </a:xfrm>
          <a:prstGeom prst="rect">
            <a:avLst/>
          </a:prstGeom>
          <a:noFill/>
        </p:spPr>
        <p:txBody>
          <a:bodyPr wrap="square" lIns="0" rIns="0" tIns="0" bIns="0" anchor="t">
            <a:spAutoFit/>
          </a:bodyPr>
          <a:lstStyle/>
          <a:p>
            <a:pPr algn="l"/>
            <a:r>
              <a:rPr sz="1200" b="0" i="0">
                <a:solidFill>
                  <a:srgbClr val="4D4D4D"/>
                </a:solidFill>
                <a:latin typeface="AA Zuehlke"/>
              </a:rPr>
              <a:t>Minutes are billed. Cache hits are not.</a:t>
            </a:r>
          </a:p>
        </p:txBody>
      </p:sp>
      <p:sp>
        <p:nvSpPr>
          <p:cNvPr id="29" name="TextBox 28"/>
          <p:cNvSpPr txBox="1"/>
          <p:nvPr/>
        </p:nvSpPr>
        <p:spPr>
          <a:xfrm>
            <a:off x="10881360" y="6345936"/>
            <a:ext cx="685800" cy="201168"/>
          </a:xfrm>
          <a:prstGeom prst="rect">
            <a:avLst/>
          </a:prstGeom>
          <a:noFill/>
        </p:spPr>
        <p:txBody>
          <a:bodyPr wrap="square" lIns="0" rIns="0" tIns="0" bIns="0" anchor="t">
            <a:spAutoFit/>
          </a:bodyPr>
          <a:lstStyle/>
          <a:p>
            <a:pPr algn="r"/>
            <a:fld id="{326f75f1-22ed-4fb2-9c56-f3ad446e7d39}" type="slidenum">
              <a:rPr lang="en-US" sz="800">
                <a:solidFill>
                  <a:srgbClr val="8C8C8C"/>
                </a:solidFill>
                <a:latin typeface="AA Zuehlke"/>
              </a:rPr>
              <a:t>1</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YOUR TURN</a:t>
            </a:r>
          </a:p>
        </p:txBody>
      </p:sp>
      <p:sp>
        <p:nvSpPr>
          <p:cNvPr id="3" name="Title 2"/>
          <p:cNvSpPr>
            <a:spLocks noGrp="1"/>
          </p:cNvSpPr>
          <p:nvPr>
            <p:ph type="title"/>
          </p:nvPr>
        </p:nvSpPr>
        <p:spPr/>
        <p:txBody>
          <a:bodyPr/>
          <a:lstStyle/>
          <a:p>
            <a:pPr/>
            <a:r>
              <a:rPr sz="2400" b="0" i="0">
                <a:solidFill>
                  <a:srgbClr val="000000"/>
                </a:solidFill>
                <a:latin typeface="AA Zuehlke Medium"/>
              </a:rPr>
              <a:t>Same problem? Start here.</a:t>
            </a:r>
          </a:p>
        </p:txBody>
      </p:sp>
      <p:sp>
        <p:nvSpPr>
          <p:cNvPr id="4" name="TextBox 3"/>
          <p:cNvSpPr txBox="1"/>
          <p:nvPr/>
        </p:nvSpPr>
        <p:spPr>
          <a:xfrm>
            <a:off x="621792" y="1691640"/>
            <a:ext cx="777240" cy="365760"/>
          </a:xfrm>
          <a:prstGeom prst="rect">
            <a:avLst/>
          </a:prstGeom>
          <a:noFill/>
        </p:spPr>
        <p:txBody>
          <a:bodyPr wrap="square" lIns="0" rIns="0" tIns="0" bIns="0" anchor="t">
            <a:spAutoFit/>
          </a:bodyPr>
          <a:lstStyle/>
          <a:p>
            <a:pPr algn="l"/>
            <a:r>
              <a:rPr sz="1800" b="0" i="0">
                <a:solidFill>
                  <a:srgbClr val="0099CC"/>
                </a:solidFill>
                <a:latin typeface="AA Zuehlke Medium"/>
              </a:rPr>
              <a:t>01</a:t>
            </a:r>
          </a:p>
        </p:txBody>
      </p:sp>
      <p:sp>
        <p:nvSpPr>
          <p:cNvPr id="5" name="TextBox 4"/>
          <p:cNvSpPr txBox="1"/>
          <p:nvPr/>
        </p:nvSpPr>
        <p:spPr>
          <a:xfrm>
            <a:off x="1444752" y="1691640"/>
            <a:ext cx="6400800" cy="365760"/>
          </a:xfrm>
          <a:prstGeom prst="rect">
            <a:avLst/>
          </a:prstGeom>
          <a:noFill/>
        </p:spPr>
        <p:txBody>
          <a:bodyPr wrap="square" lIns="0" rIns="0" tIns="0" bIns="0" anchor="t">
            <a:spAutoFit/>
          </a:bodyPr>
          <a:lstStyle/>
          <a:p>
            <a:pPr algn="l"/>
            <a:r>
              <a:rPr sz="1600" b="0" i="0">
                <a:solidFill>
                  <a:srgbClr val="000000"/>
                </a:solidFill>
                <a:latin typeface="AA Zuehlke Medium"/>
              </a:rPr>
              <a:t>Clone the repo</a:t>
            </a:r>
          </a:p>
        </p:txBody>
      </p:sp>
      <p:sp>
        <p:nvSpPr>
          <p:cNvPr id="6" name="TextBox 5"/>
          <p:cNvSpPr txBox="1"/>
          <p:nvPr/>
        </p:nvSpPr>
        <p:spPr>
          <a:xfrm>
            <a:off x="1444752" y="2075688"/>
            <a:ext cx="6400800" cy="457200"/>
          </a:xfrm>
          <a:prstGeom prst="rect">
            <a:avLst/>
          </a:prstGeom>
          <a:noFill/>
        </p:spPr>
        <p:txBody>
          <a:bodyPr wrap="square" lIns="0" rIns="0" tIns="0" bIns="0" anchor="t">
            <a:spAutoFit/>
          </a:bodyPr>
          <a:lstStyle/>
          <a:p>
            <a:pPr algn="l"/>
            <a:r>
              <a:rPr sz="1200" b="0" i="0">
                <a:solidFill>
                  <a:srgbClr val="4D4D4D"/>
                </a:solidFill>
                <a:latin typeface="AA Zuehlke"/>
              </a:rPr>
              <a:t>Everything in this talk, measured and reproducible.</a:t>
            </a:r>
          </a:p>
        </p:txBody>
      </p:sp>
      <p:sp>
        <p:nvSpPr>
          <p:cNvPr id="7" name="TextBox 6"/>
          <p:cNvSpPr txBox="1"/>
          <p:nvPr/>
        </p:nvSpPr>
        <p:spPr>
          <a:xfrm>
            <a:off x="621792" y="2834640"/>
            <a:ext cx="777240" cy="365760"/>
          </a:xfrm>
          <a:prstGeom prst="rect">
            <a:avLst/>
          </a:prstGeom>
          <a:noFill/>
        </p:spPr>
        <p:txBody>
          <a:bodyPr wrap="square" lIns="0" rIns="0" tIns="0" bIns="0" anchor="t">
            <a:spAutoFit/>
          </a:bodyPr>
          <a:lstStyle/>
          <a:p>
            <a:pPr algn="l"/>
            <a:r>
              <a:rPr sz="1800" b="0" i="0">
                <a:solidFill>
                  <a:srgbClr val="0099CC"/>
                </a:solidFill>
                <a:latin typeface="AA Zuehlke Medium"/>
              </a:rPr>
              <a:t>02</a:t>
            </a:r>
          </a:p>
        </p:txBody>
      </p:sp>
      <p:sp>
        <p:nvSpPr>
          <p:cNvPr id="8" name="TextBox 7"/>
          <p:cNvSpPr txBox="1"/>
          <p:nvPr/>
        </p:nvSpPr>
        <p:spPr>
          <a:xfrm>
            <a:off x="1444752" y="2834640"/>
            <a:ext cx="6400800" cy="365760"/>
          </a:xfrm>
          <a:prstGeom prst="rect">
            <a:avLst/>
          </a:prstGeom>
          <a:noFill/>
        </p:spPr>
        <p:txBody>
          <a:bodyPr wrap="square" lIns="0" rIns="0" tIns="0" bIns="0" anchor="t">
            <a:spAutoFit/>
          </a:bodyPr>
          <a:lstStyle/>
          <a:p>
            <a:pPr algn="l"/>
            <a:r>
              <a:rPr sz="1600" b="0" i="0">
                <a:solidFill>
                  <a:srgbClr val="000000"/>
                </a:solidFill>
                <a:latin typeface="AA Zuehlke Medium"/>
              </a:rPr>
              <a:t>Point your agent at it</a:t>
            </a:r>
          </a:p>
        </p:txBody>
      </p:sp>
      <p:sp>
        <p:nvSpPr>
          <p:cNvPr id="9" name="TextBox 8"/>
          <p:cNvSpPr txBox="1"/>
          <p:nvPr/>
        </p:nvSpPr>
        <p:spPr>
          <a:xfrm>
            <a:off x="1444752" y="3218688"/>
            <a:ext cx="6400800" cy="457200"/>
          </a:xfrm>
          <a:prstGeom prst="rect">
            <a:avLst/>
          </a:prstGeom>
          <a:noFill/>
        </p:spPr>
        <p:txBody>
          <a:bodyPr wrap="square" lIns="0" rIns="0" tIns="0" bIns="0" anchor="t">
            <a:spAutoFit/>
          </a:bodyPr>
          <a:lstStyle/>
          <a:p>
            <a:pPr algn="l"/>
            <a:r>
              <a:rPr sz="1200" b="0" i="0">
                <a:solidFill>
                  <a:srgbClr val="4D4D4D"/>
                </a:solidFill>
                <a:latin typeface="AA Zuehlke"/>
              </a:rPr>
              <a:t>"Apply this Nx atomizer + cache setup to my repo."</a:t>
            </a:r>
          </a:p>
        </p:txBody>
      </p:sp>
      <p:sp>
        <p:nvSpPr>
          <p:cNvPr id="10" name="TextBox 9"/>
          <p:cNvSpPr txBox="1"/>
          <p:nvPr/>
        </p:nvSpPr>
        <p:spPr>
          <a:xfrm>
            <a:off x="621792" y="3977639"/>
            <a:ext cx="777240" cy="365760"/>
          </a:xfrm>
          <a:prstGeom prst="rect">
            <a:avLst/>
          </a:prstGeom>
          <a:noFill/>
        </p:spPr>
        <p:txBody>
          <a:bodyPr wrap="square" lIns="0" rIns="0" tIns="0" bIns="0" anchor="t">
            <a:spAutoFit/>
          </a:bodyPr>
          <a:lstStyle/>
          <a:p>
            <a:pPr algn="l"/>
            <a:r>
              <a:rPr sz="1800" b="0" i="0">
                <a:solidFill>
                  <a:srgbClr val="0099CC"/>
                </a:solidFill>
                <a:latin typeface="AA Zuehlke Medium"/>
              </a:rPr>
              <a:t>03</a:t>
            </a:r>
          </a:p>
        </p:txBody>
      </p:sp>
      <p:sp>
        <p:nvSpPr>
          <p:cNvPr id="11" name="TextBox 10"/>
          <p:cNvSpPr txBox="1"/>
          <p:nvPr/>
        </p:nvSpPr>
        <p:spPr>
          <a:xfrm>
            <a:off x="1444752" y="3977639"/>
            <a:ext cx="6400800" cy="365760"/>
          </a:xfrm>
          <a:prstGeom prst="rect">
            <a:avLst/>
          </a:prstGeom>
          <a:noFill/>
        </p:spPr>
        <p:txBody>
          <a:bodyPr wrap="square" lIns="0" rIns="0" tIns="0" bIns="0" anchor="t">
            <a:spAutoFit/>
          </a:bodyPr>
          <a:lstStyle/>
          <a:p>
            <a:pPr algn="l"/>
            <a:r>
              <a:rPr sz="1600" b="0" i="0">
                <a:solidFill>
                  <a:srgbClr val="000000"/>
                </a:solidFill>
                <a:latin typeface="AA Zuehlke Medium"/>
              </a:rPr>
              <a:t>Measure before you believe it</a:t>
            </a:r>
          </a:p>
        </p:txBody>
      </p:sp>
      <p:sp>
        <p:nvSpPr>
          <p:cNvPr id="12" name="TextBox 11"/>
          <p:cNvSpPr txBox="1"/>
          <p:nvPr/>
        </p:nvSpPr>
        <p:spPr>
          <a:xfrm>
            <a:off x="1444752" y="4361688"/>
            <a:ext cx="6400800" cy="457200"/>
          </a:xfrm>
          <a:prstGeom prst="rect">
            <a:avLst/>
          </a:prstGeom>
          <a:noFill/>
        </p:spPr>
        <p:txBody>
          <a:bodyPr wrap="square" lIns="0" rIns="0" tIns="0" bIns="0" anchor="t">
            <a:spAutoFit/>
          </a:bodyPr>
          <a:lstStyle/>
          <a:p>
            <a:pPr algn="l"/>
            <a:r>
              <a:rPr sz="1200" b="0" i="0">
                <a:solidFill>
                  <a:srgbClr val="4D4D4D"/>
                </a:solidFill>
                <a:latin typeface="AA Zuehlke"/>
              </a:rPr>
              <a:t>npm run e2e:benchmark, on your machine, on your suite.</a:t>
            </a:r>
          </a:p>
        </p:txBody>
      </p:sp>
      <p:sp>
        <p:nvSpPr>
          <p:cNvPr id="13" name="Rounded Rectangle 12"/>
          <p:cNvSpPr/>
          <p:nvPr/>
        </p:nvSpPr>
        <p:spPr>
          <a:xfrm>
            <a:off x="621792" y="5349240"/>
            <a:ext cx="7315200" cy="548640"/>
          </a:xfrm>
          <a:prstGeom prst="roundRect">
            <a:avLst>
              <a:gd name="adj" fmla="val 13333"/>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850392" y="5349240"/>
            <a:ext cx="6949440" cy="548640"/>
          </a:xfrm>
          <a:prstGeom prst="rect">
            <a:avLst/>
          </a:prstGeom>
          <a:noFill/>
        </p:spPr>
        <p:txBody>
          <a:bodyPr wrap="square" lIns="0" rIns="0" tIns="0" bIns="0" anchor="ctr">
            <a:spAutoFit/>
          </a:bodyPr>
          <a:lstStyle/>
          <a:p>
            <a:pPr algn="l"/>
            <a:r>
              <a:rPr sz="1200" b="0" i="0">
                <a:solidFill>
                  <a:srgbClr val="0099CC"/>
                </a:solidFill>
                <a:latin typeface="Consolas"/>
              </a:rPr>
              <a:t>github.com/radzivil/nx-scaling-e2e-tests-with-atomizer</a:t>
            </a:r>
          </a:p>
        </p:txBody>
      </p:sp>
      <p:sp>
        <p:nvSpPr>
          <p:cNvPr id="15" name="Rounded Rectangle 14"/>
          <p:cNvSpPr/>
          <p:nvPr/>
        </p:nvSpPr>
        <p:spPr>
          <a:xfrm>
            <a:off x="8778240" y="1600200"/>
            <a:ext cx="2286000" cy="2286000"/>
          </a:xfrm>
          <a:prstGeom prst="roundRect">
            <a:avLst>
              <a:gd name="adj" fmla="val 32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pic>
        <p:nvPicPr>
          <p:cNvPr id="16" name="Picture 15" descr="qr-repo.png"/>
          <p:cNvPicPr>
            <a:picLocks noChangeAspect="1"/>
          </p:cNvPicPr>
          <p:nvPr/>
        </p:nvPicPr>
        <p:blipFill>
          <a:blip r:embed="rId2"/>
          <a:stretch>
            <a:fillRect/>
          </a:stretch>
        </p:blipFill>
        <p:spPr>
          <a:xfrm>
            <a:off x="8869680" y="1691640"/>
            <a:ext cx="2103120" cy="2103120"/>
          </a:xfrm>
          <a:prstGeom prst="rect">
            <a:avLst/>
          </a:prstGeom>
        </p:spPr>
      </p:pic>
      <p:sp>
        <p:nvSpPr>
          <p:cNvPr id="17" name="TextBox 16"/>
          <p:cNvSpPr txBox="1"/>
          <p:nvPr/>
        </p:nvSpPr>
        <p:spPr>
          <a:xfrm>
            <a:off x="8778240" y="3977639"/>
            <a:ext cx="2286000" cy="274320"/>
          </a:xfrm>
          <a:prstGeom prst="rect">
            <a:avLst/>
          </a:prstGeom>
          <a:noFill/>
        </p:spPr>
        <p:txBody>
          <a:bodyPr wrap="square" lIns="0" rIns="0" tIns="0" bIns="0" anchor="t">
            <a:spAutoFit/>
          </a:bodyPr>
          <a:lstStyle/>
          <a:p>
            <a:pPr algn="ctr"/>
            <a:r>
              <a:rPr sz="1100" b="0" i="0">
                <a:solidFill>
                  <a:srgbClr val="8C8C8C"/>
                </a:solidFill>
                <a:latin typeface="AA Zuehlke"/>
              </a:rPr>
              <a:t>Clone the demo repo</a:t>
            </a:r>
          </a:p>
        </p:txBody>
      </p:sp>
      <p:sp>
        <p:nvSpPr>
          <p:cNvPr id="18" name="TextBox 17"/>
          <p:cNvSpPr txBox="1"/>
          <p:nvPr/>
        </p:nvSpPr>
        <p:spPr>
          <a:xfrm>
            <a:off x="10881360" y="6345936"/>
            <a:ext cx="685800" cy="201168"/>
          </a:xfrm>
          <a:prstGeom prst="rect">
            <a:avLst/>
          </a:prstGeom>
          <a:noFill/>
        </p:spPr>
        <p:txBody>
          <a:bodyPr wrap="square" lIns="0" rIns="0" tIns="0" bIns="0" anchor="t">
            <a:spAutoFit/>
          </a:bodyPr>
          <a:lstStyle/>
          <a:p>
            <a:pPr algn="r"/>
            <a:fld id="{e4ec9c1e-6811-432b-bcdb-9d9e0aa815e9}" type="slidenum">
              <a:rPr lang="en-US" sz="800">
                <a:solidFill>
                  <a:srgbClr val="8C8C8C"/>
                </a:solidFill>
                <a:latin typeface="AA Zuehlke"/>
              </a:rPr>
              <a:t>1</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THANK YOU</a:t>
            </a:r>
          </a:p>
        </p:txBody>
      </p:sp>
      <p:sp>
        <p:nvSpPr>
          <p:cNvPr id="3" name="Title 2"/>
          <p:cNvSpPr>
            <a:spLocks noGrp="1"/>
          </p:cNvSpPr>
          <p:nvPr>
            <p:ph type="title"/>
          </p:nvPr>
        </p:nvSpPr>
        <p:spPr/>
        <p:txBody>
          <a:bodyPr/>
          <a:lstStyle/>
          <a:p>
            <a:pPr/>
            <a:r>
              <a:rPr sz="2400" b="0" i="0">
                <a:solidFill>
                  <a:srgbClr val="000000"/>
                </a:solidFill>
                <a:latin typeface="AA Zuehlke Medium"/>
              </a:rPr>
              <a:t>Feedback &amp; Q&amp;A</a:t>
            </a:r>
          </a:p>
        </p:txBody>
      </p:sp>
      <p:sp>
        <p:nvSpPr>
          <p:cNvPr id="4" name="TextBox 3"/>
          <p:cNvSpPr txBox="1"/>
          <p:nvPr/>
        </p:nvSpPr>
        <p:spPr>
          <a:xfrm>
            <a:off x="621792" y="1600200"/>
            <a:ext cx="6949440" cy="457200"/>
          </a:xfrm>
          <a:prstGeom prst="rect">
            <a:avLst/>
          </a:prstGeom>
          <a:noFill/>
        </p:spPr>
        <p:txBody>
          <a:bodyPr wrap="square" lIns="0" rIns="0" tIns="0" bIns="0" anchor="t">
            <a:spAutoFit/>
          </a:bodyPr>
          <a:lstStyle/>
          <a:p>
            <a:pPr algn="l"/>
            <a:r>
              <a:rPr sz="1600" b="0" i="0">
                <a:solidFill>
                  <a:srgbClr val="000000"/>
                </a:solidFill>
                <a:latin typeface="AA Zuehlke"/>
              </a:rPr>
              <a:t>Take a minute to give your feedback — it makes the next session better.</a:t>
            </a:r>
          </a:p>
        </p:txBody>
      </p:sp>
      <p:sp>
        <p:nvSpPr>
          <p:cNvPr id="5" name="TextBox 4"/>
          <p:cNvSpPr txBox="1"/>
          <p:nvPr/>
        </p:nvSpPr>
        <p:spPr>
          <a:xfrm>
            <a:off x="621792" y="2331720"/>
            <a:ext cx="6949440" cy="274320"/>
          </a:xfrm>
          <a:prstGeom prst="rect">
            <a:avLst/>
          </a:prstGeom>
          <a:noFill/>
        </p:spPr>
        <p:txBody>
          <a:bodyPr wrap="square" lIns="0" rIns="0" tIns="0" bIns="0" anchor="t">
            <a:spAutoFit/>
          </a:bodyPr>
          <a:lstStyle/>
          <a:p>
            <a:pPr algn="l"/>
            <a:r>
              <a:rPr sz="1100" b="0" i="0">
                <a:solidFill>
                  <a:srgbClr val="8C8C8C"/>
                </a:solidFill>
                <a:latin typeface="AA Zuehlke Medium"/>
              </a:rPr>
              <a:t>WHAT TO TAKE BACK</a:t>
            </a:r>
          </a:p>
        </p:txBody>
      </p:sp>
      <p:sp>
        <p:nvSpPr>
          <p:cNvPr id="6" name="Oval 5"/>
          <p:cNvSpPr/>
          <p:nvPr/>
        </p:nvSpPr>
        <p:spPr>
          <a:xfrm>
            <a:off x="621792" y="277977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697480"/>
            <a:ext cx="6720840" cy="411480"/>
          </a:xfrm>
          <a:prstGeom prst="rect">
            <a:avLst/>
          </a:prstGeom>
          <a:noFill/>
        </p:spPr>
        <p:txBody>
          <a:bodyPr wrap="square" lIns="0" rIns="0" tIns="0" bIns="0" anchor="t">
            <a:spAutoFit/>
          </a:bodyPr>
          <a:lstStyle/>
          <a:p>
            <a:pPr algn="l"/>
            <a:r>
              <a:rPr sz="1300" b="0" i="0">
                <a:solidFill>
                  <a:srgbClr val="4D4D4D"/>
                </a:solidFill>
                <a:latin typeface="AA Zuehlke"/>
              </a:rPr>
              <a:t>Splitting is generated, not maintained</a:t>
            </a:r>
          </a:p>
        </p:txBody>
      </p:sp>
      <p:sp>
        <p:nvSpPr>
          <p:cNvPr id="8" name="Oval 7"/>
          <p:cNvSpPr/>
          <p:nvPr/>
        </p:nvSpPr>
        <p:spPr>
          <a:xfrm>
            <a:off x="621792" y="319125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3108960"/>
            <a:ext cx="6720840" cy="411480"/>
          </a:xfrm>
          <a:prstGeom prst="rect">
            <a:avLst/>
          </a:prstGeom>
          <a:noFill/>
        </p:spPr>
        <p:txBody>
          <a:bodyPr wrap="square" lIns="0" rIns="0" tIns="0" bIns="0" anchor="t">
            <a:spAutoFit/>
          </a:bodyPr>
          <a:lstStyle/>
          <a:p>
            <a:pPr algn="l"/>
            <a:r>
              <a:rPr sz="1300" b="0" i="0">
                <a:solidFill>
                  <a:srgbClr val="4D4D4D"/>
                </a:solidFill>
                <a:latin typeface="AA Zuehlke"/>
              </a:rPr>
              <a:t>Splitting alone is not a speedup — concurrency is</a:t>
            </a:r>
          </a:p>
        </p:txBody>
      </p:sp>
      <p:sp>
        <p:nvSpPr>
          <p:cNvPr id="10" name="Oval 9"/>
          <p:cNvSpPr/>
          <p:nvPr/>
        </p:nvSpPr>
        <p:spPr>
          <a:xfrm>
            <a:off x="621792" y="360273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3520440"/>
            <a:ext cx="6720840" cy="411480"/>
          </a:xfrm>
          <a:prstGeom prst="rect">
            <a:avLst/>
          </a:prstGeom>
          <a:noFill/>
        </p:spPr>
        <p:txBody>
          <a:bodyPr wrap="square" lIns="0" rIns="0" tIns="0" bIns="0" anchor="t">
            <a:spAutoFit/>
          </a:bodyPr>
          <a:lstStyle/>
          <a:p>
            <a:pPr algn="l"/>
            <a:r>
              <a:rPr sz="1300" b="0" i="0">
                <a:solidFill>
                  <a:srgbClr val="4D4D4D"/>
                </a:solidFill>
                <a:latin typeface="AA Zuehlke"/>
              </a:rPr>
              <a:t>The cache is the retry story: failures are never cached</a:t>
            </a:r>
          </a:p>
        </p:txBody>
      </p:sp>
      <p:sp>
        <p:nvSpPr>
          <p:cNvPr id="12" name="Oval 11"/>
          <p:cNvSpPr/>
          <p:nvPr/>
        </p:nvSpPr>
        <p:spPr>
          <a:xfrm>
            <a:off x="621792" y="401421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931920"/>
            <a:ext cx="6720840" cy="411480"/>
          </a:xfrm>
          <a:prstGeom prst="rect">
            <a:avLst/>
          </a:prstGeom>
          <a:noFill/>
        </p:spPr>
        <p:txBody>
          <a:bodyPr wrap="square" lIns="0" rIns="0" tIns="0" bIns="0" anchor="t">
            <a:spAutoFit/>
          </a:bodyPr>
          <a:lstStyle/>
          <a:p>
            <a:pPr algn="l"/>
            <a:r>
              <a:rPr sz="1300" b="0" i="0">
                <a:solidFill>
                  <a:srgbClr val="4D4D4D"/>
                </a:solidFill>
                <a:latin typeface="AA Zuehlke"/>
              </a:rPr>
              <a:t>Distribute by app before you distribute by index</a:t>
            </a:r>
          </a:p>
        </p:txBody>
      </p:sp>
      <p:sp>
        <p:nvSpPr>
          <p:cNvPr id="14" name="Oval 13"/>
          <p:cNvSpPr/>
          <p:nvPr/>
        </p:nvSpPr>
        <p:spPr>
          <a:xfrm>
            <a:off x="621792" y="442569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343400"/>
            <a:ext cx="6720840" cy="411480"/>
          </a:xfrm>
          <a:prstGeom prst="rect">
            <a:avLst/>
          </a:prstGeom>
          <a:noFill/>
        </p:spPr>
        <p:txBody>
          <a:bodyPr wrap="square" lIns="0" rIns="0" tIns="0" bIns="0" anchor="t">
            <a:spAutoFit/>
          </a:bodyPr>
          <a:lstStyle/>
          <a:p>
            <a:pPr algn="l"/>
            <a:r>
              <a:rPr sz="1300" b="0" i="0">
                <a:solidFill>
                  <a:srgbClr val="4D4D4D"/>
                </a:solidFill>
                <a:latin typeface="AA Zuehlke"/>
              </a:rPr>
              <a:t>None of it needs Nx Cloud</a:t>
            </a:r>
          </a:p>
        </p:txBody>
      </p:sp>
      <p:sp>
        <p:nvSpPr>
          <p:cNvPr id="16" name="Rounded Rectangle 15"/>
          <p:cNvSpPr/>
          <p:nvPr/>
        </p:nvSpPr>
        <p:spPr>
          <a:xfrm>
            <a:off x="8503920" y="1600200"/>
            <a:ext cx="2560320" cy="2560320"/>
          </a:xfrm>
          <a:prstGeom prst="roundRect">
            <a:avLst>
              <a:gd name="adj" fmla="val 2857"/>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pic>
        <p:nvPicPr>
          <p:cNvPr id="17" name="Picture 16" descr="qr-feedback.png"/>
          <p:cNvPicPr>
            <a:picLocks noChangeAspect="1"/>
          </p:cNvPicPr>
          <p:nvPr/>
        </p:nvPicPr>
        <p:blipFill>
          <a:blip r:embed="rId2"/>
          <a:stretch>
            <a:fillRect/>
          </a:stretch>
        </p:blipFill>
        <p:spPr>
          <a:xfrm>
            <a:off x="8595360" y="1691640"/>
            <a:ext cx="2377439" cy="2377439"/>
          </a:xfrm>
          <a:prstGeom prst="rect">
            <a:avLst/>
          </a:prstGeom>
        </p:spPr>
      </p:pic>
      <p:sp>
        <p:nvSpPr>
          <p:cNvPr id="18" name="TextBox 17"/>
          <p:cNvSpPr txBox="1"/>
          <p:nvPr/>
        </p:nvSpPr>
        <p:spPr>
          <a:xfrm>
            <a:off x="8503920" y="4251959"/>
            <a:ext cx="2560320" cy="274320"/>
          </a:xfrm>
          <a:prstGeom prst="rect">
            <a:avLst/>
          </a:prstGeom>
          <a:noFill/>
        </p:spPr>
        <p:txBody>
          <a:bodyPr wrap="square" lIns="0" rIns="0" tIns="0" bIns="0" anchor="t">
            <a:spAutoFit/>
          </a:bodyPr>
          <a:lstStyle/>
          <a:p>
            <a:pPr algn="ctr"/>
            <a:r>
              <a:rPr sz="1100" b="0" i="0">
                <a:solidFill>
                  <a:srgbClr val="8C8C8C"/>
                </a:solidFill>
                <a:latin typeface="AA Zuehlke"/>
              </a:rPr>
              <a:t>Session feedback</a:t>
            </a:r>
          </a:p>
        </p:txBody>
      </p:sp>
      <p:sp>
        <p:nvSpPr>
          <p:cNvPr id="19" name="TextBox 18"/>
          <p:cNvSpPr txBox="1"/>
          <p:nvPr/>
        </p:nvSpPr>
        <p:spPr>
          <a:xfrm>
            <a:off x="621792" y="5623560"/>
            <a:ext cx="10881360" cy="274320"/>
          </a:xfrm>
          <a:prstGeom prst="rect">
            <a:avLst/>
          </a:prstGeom>
          <a:noFill/>
        </p:spPr>
        <p:txBody>
          <a:bodyPr wrap="square" lIns="0" rIns="0" tIns="0" bIns="0" anchor="t">
            <a:spAutoFit/>
          </a:bodyPr>
          <a:lstStyle/>
          <a:p>
            <a:pPr algn="l"/>
            <a:r>
              <a:rPr sz="1100" b="0" i="0">
                <a:solidFill>
                  <a:srgbClr val="8C8C8C"/>
                </a:solidFill>
                <a:latin typeface="Consolas"/>
              </a:rPr>
              <a:t>github.com/radzivil/nx-scaling-e2e-tests-with-atomizer</a:t>
            </a:r>
          </a:p>
        </p:txBody>
      </p:sp>
      <p:sp>
        <p:nvSpPr>
          <p:cNvPr id="20" name="TextBox 19"/>
          <p:cNvSpPr txBox="1"/>
          <p:nvPr/>
        </p:nvSpPr>
        <p:spPr>
          <a:xfrm>
            <a:off x="621792" y="5943600"/>
            <a:ext cx="10881360" cy="274320"/>
          </a:xfrm>
          <a:prstGeom prst="rect">
            <a:avLst/>
          </a:prstGeom>
          <a:noFill/>
        </p:spPr>
        <p:txBody>
          <a:bodyPr wrap="square" lIns="0" rIns="0" tIns="0" bIns="0" anchor="t">
            <a:spAutoFit/>
          </a:bodyPr>
          <a:lstStyle/>
          <a:p>
            <a:pPr algn="l"/>
            <a:r>
              <a:rPr sz="1100" b="0" i="0">
                <a:solidFill>
                  <a:srgbClr val="8C8C8C"/>
                </a:solidFill>
                <a:latin typeface="AA Zuehlke"/>
              </a:rPr>
              <a:t>linkedin.com/in/vladimirradzivil</a:t>
            </a:r>
          </a:p>
        </p:txBody>
      </p:sp>
      <p:sp>
        <p:nvSpPr>
          <p:cNvPr id="21" name="TextBox 20"/>
          <p:cNvSpPr txBox="1"/>
          <p:nvPr/>
        </p:nvSpPr>
        <p:spPr>
          <a:xfrm>
            <a:off x="10881360" y="6345936"/>
            <a:ext cx="685800" cy="201168"/>
          </a:xfrm>
          <a:prstGeom prst="rect">
            <a:avLst/>
          </a:prstGeom>
          <a:noFill/>
        </p:spPr>
        <p:txBody>
          <a:bodyPr wrap="square" lIns="0" rIns="0" tIns="0" bIns="0" anchor="t">
            <a:spAutoFit/>
          </a:bodyPr>
          <a:lstStyle/>
          <a:p>
            <a:pPr algn="r"/>
            <a:fld id="{7f757edf-18a0-4983-b8dc-aaa70d63f1f5}" type="slidenum">
              <a:rPr lang="en-US" sz="800">
                <a:solidFill>
                  <a:srgbClr val="8C8C8C"/>
                </a:solidFill>
                <a:latin typeface="AA Zuehlke"/>
              </a:rPr>
              <a:t>1</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2" sz="quarter"/>
          </p:nvPr>
        </p:nvSpPr>
        <p:spPr/>
        <p:txBody>
          <a:bodyPr/>
          <a:lstStyle/>
          <a:p/>
        </p:txBody>
      </p:sp>
      <p:sp>
        <p:nvSpPr>
          <p:cNvPr id="5" name="Title 4"/>
          <p:cNvSpPr>
            <a:spLocks noGrp="1"/>
          </p:cNvSpPr>
          <p:nvPr>
            <p:ph type="ctrTitle"/>
          </p:nvPr>
        </p:nvSpPr>
        <p:spPr/>
        <p:txBody>
          <a:bodyPr/>
          <a:lstStyle/>
          <a:p>
            <a:pPr/>
            <a:r>
              <a:rPr sz="2600" b="0" i="0">
                <a:solidFill>
                  <a:srgbClr val="FFFFFF"/>
                </a:solidFill>
                <a:latin typeface="AA Zuehlke Medium"/>
              </a:rPr>
              <a:t>Appendix</a:t>
            </a:r>
          </a:p>
        </p:txBody>
      </p:sp>
      <p:sp>
        <p:nvSpPr>
          <p:cNvPr id="6" name="Subtitle 5"/>
          <p:cNvSpPr>
            <a:spLocks noGrp="1"/>
          </p:cNvSpPr>
          <p:nvPr>
            <p:ph type="subTitle" idx="1"/>
          </p:nvPr>
        </p:nvSpPr>
        <p:spPr/>
        <p:txBody>
          <a:bodyPr/>
          <a:lstStyle/>
          <a:p>
            <a:pPr/>
            <a:r>
              <a:rPr sz="1400" b="0" i="0">
                <a:solidFill>
                  <a:srgbClr val="FFFFFF"/>
                </a:solidFill>
                <a:latin typeface="AA Zuehlke"/>
              </a:rPr>
              <a:t>Kept back for questions.</a:t>
            </a:r>
          </a:p>
        </p:txBody>
      </p:sp>
      <p:sp>
        <p:nvSpPr>
          <p:cNvPr id="7" name="TextBox 6"/>
          <p:cNvSpPr txBox="1"/>
          <p:nvPr/>
        </p:nvSpPr>
        <p:spPr>
          <a:xfrm>
            <a:off x="6492240" y="2926080"/>
            <a:ext cx="4937760" cy="365760"/>
          </a:xfrm>
          <a:prstGeom prst="rect">
            <a:avLst/>
          </a:prstGeom>
          <a:noFill/>
        </p:spPr>
        <p:txBody>
          <a:bodyPr wrap="square" lIns="0" rIns="0" tIns="0" bIns="0" anchor="t">
            <a:spAutoFit/>
          </a:bodyPr>
          <a:lstStyle/>
          <a:p>
            <a:pPr algn="l"/>
            <a:r>
              <a:rPr sz="1100" b="0" i="0">
                <a:solidFill>
                  <a:srgbClr val="8C8C8C"/>
                </a:solidFill>
                <a:latin typeface="AA Zuehlke Medium"/>
              </a:rPr>
              <a:t>WHAT IS BACK HERE</a:t>
            </a:r>
          </a:p>
        </p:txBody>
      </p:sp>
      <p:sp>
        <p:nvSpPr>
          <p:cNvPr id="8" name="Oval 7"/>
          <p:cNvSpPr/>
          <p:nvPr/>
        </p:nvSpPr>
        <p:spPr>
          <a:xfrm>
            <a:off x="6492240" y="346557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3383280"/>
            <a:ext cx="4709160" cy="411480"/>
          </a:xfrm>
          <a:prstGeom prst="rect">
            <a:avLst/>
          </a:prstGeom>
          <a:noFill/>
        </p:spPr>
        <p:txBody>
          <a:bodyPr wrap="square" lIns="0" rIns="0" tIns="0" bIns="0" anchor="t">
            <a:spAutoFit/>
          </a:bodyPr>
          <a:lstStyle/>
          <a:p>
            <a:pPr algn="l"/>
            <a:r>
              <a:rPr sz="1300" b="0" i="0">
                <a:solidFill>
                  <a:srgbClr val="4D4D4D"/>
                </a:solidFill>
                <a:latin typeface="AA Zuehlke"/>
              </a:rPr>
              <a:t>Six things that will bite you</a:t>
            </a:r>
          </a:p>
        </p:txBody>
      </p:sp>
      <p:sp>
        <p:nvSpPr>
          <p:cNvPr id="10" name="Oval 9"/>
          <p:cNvSpPr/>
          <p:nvPr/>
        </p:nvSpPr>
        <p:spPr>
          <a:xfrm>
            <a:off x="6492240" y="387705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0840" y="3794760"/>
            <a:ext cx="4709160" cy="411480"/>
          </a:xfrm>
          <a:prstGeom prst="rect">
            <a:avLst/>
          </a:prstGeom>
          <a:noFill/>
        </p:spPr>
        <p:txBody>
          <a:bodyPr wrap="square" lIns="0" rIns="0" tIns="0" bIns="0" anchor="t">
            <a:spAutoFit/>
          </a:bodyPr>
          <a:lstStyle/>
          <a:p>
            <a:pPr algn="l"/>
            <a:r>
              <a:rPr sz="1300" b="0" i="0">
                <a:solidFill>
                  <a:srgbClr val="4D4D4D"/>
                </a:solidFill>
                <a:latin typeface="AA Zuehlke"/>
              </a:rPr>
              <a:t>The Nx 23 cache-location trap</a:t>
            </a:r>
          </a:p>
        </p:txBody>
      </p:sp>
      <p:sp>
        <p:nvSpPr>
          <p:cNvPr id="12" name="Oval 11"/>
          <p:cNvSpPr/>
          <p:nvPr/>
        </p:nvSpPr>
        <p:spPr>
          <a:xfrm>
            <a:off x="6492240" y="428853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4206240"/>
            <a:ext cx="4709160" cy="411480"/>
          </a:xfrm>
          <a:prstGeom prst="rect">
            <a:avLst/>
          </a:prstGeom>
          <a:noFill/>
        </p:spPr>
        <p:txBody>
          <a:bodyPr wrap="square" lIns="0" rIns="0" tIns="0" bIns="0" anchor="t">
            <a:spAutoFit/>
          </a:bodyPr>
          <a:lstStyle/>
          <a:p>
            <a:pPr algn="l"/>
            <a:r>
              <a:rPr sz="1300" b="0" i="0">
                <a:solidFill>
                  <a:srgbClr val="4D4D4D"/>
                </a:solidFill>
                <a:latin typeface="AA Zuehlke"/>
              </a:rPr>
              <a:t>Xvfb collisions when Cypress runs in parallel</a:t>
            </a:r>
          </a:p>
        </p:txBody>
      </p:sp>
      <p:sp>
        <p:nvSpPr>
          <p:cNvPr id="14" name="TextBox 13"/>
          <p:cNvSpPr txBox="1"/>
          <p:nvPr/>
        </p:nvSpPr>
        <p:spPr>
          <a:xfrm>
            <a:off x="10881360" y="6345936"/>
            <a:ext cx="685800" cy="201168"/>
          </a:xfrm>
          <a:prstGeom prst="rect">
            <a:avLst/>
          </a:prstGeom>
          <a:noFill/>
        </p:spPr>
        <p:txBody>
          <a:bodyPr wrap="square" lIns="0" rIns="0" tIns="0" bIns="0" anchor="t">
            <a:spAutoFit/>
          </a:bodyPr>
          <a:lstStyle/>
          <a:p>
            <a:pPr algn="r"/>
            <a:fld id="{38f9da09-e545-4f05-8509-09776ef96197}" type="slidenum">
              <a:rPr lang="en-US" sz="800">
                <a:solidFill>
                  <a:srgbClr val="8C8C8C"/>
                </a:solidFill>
                <a:latin typeface="AA Zuehlke"/>
              </a:rPr>
              <a:t>1</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BEFORE YOU TRY THIS AT WORK</a:t>
            </a:r>
          </a:p>
        </p:txBody>
      </p:sp>
      <p:sp>
        <p:nvSpPr>
          <p:cNvPr id="3" name="Title 2"/>
          <p:cNvSpPr>
            <a:spLocks noGrp="1"/>
          </p:cNvSpPr>
          <p:nvPr>
            <p:ph type="title"/>
          </p:nvPr>
        </p:nvSpPr>
        <p:spPr/>
        <p:txBody>
          <a:bodyPr/>
          <a:lstStyle/>
          <a:p>
            <a:pPr/>
            <a:r>
              <a:rPr sz="2400" b="0" i="0">
                <a:solidFill>
                  <a:srgbClr val="000000"/>
                </a:solidFill>
                <a:latin typeface="AA Zuehlke Medium"/>
              </a:rPr>
              <a:t>Seven things that will bite you</a:t>
            </a:r>
          </a:p>
        </p:txBody>
      </p:sp>
      <p:sp>
        <p:nvSpPr>
          <p:cNvPr id="4" name="Oval 3"/>
          <p:cNvSpPr/>
          <p:nvPr/>
        </p:nvSpPr>
        <p:spPr>
          <a:xfrm>
            <a:off x="621792" y="1655064"/>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1792" y="1655064"/>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1</a:t>
            </a:r>
          </a:p>
        </p:txBody>
      </p:sp>
      <p:sp>
        <p:nvSpPr>
          <p:cNvPr id="6" name="TextBox 5"/>
          <p:cNvSpPr txBox="1"/>
          <p:nvPr/>
        </p:nvSpPr>
        <p:spPr>
          <a:xfrm>
            <a:off x="1033272" y="1600200"/>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Per-task startup tax</a:t>
            </a:r>
          </a:p>
        </p:txBody>
      </p:sp>
      <p:sp>
        <p:nvSpPr>
          <p:cNvPr id="7" name="TextBox 6"/>
          <p:cNvSpPr txBox="1"/>
          <p:nvPr/>
        </p:nvSpPr>
        <p:spPr>
          <a:xfrm>
            <a:off x="5468112" y="1600200"/>
            <a:ext cx="6675120" cy="457200"/>
          </a:xfrm>
          <a:prstGeom prst="rect">
            <a:avLst/>
          </a:prstGeom>
          <a:noFill/>
        </p:spPr>
        <p:txBody>
          <a:bodyPr wrap="square" lIns="0" rIns="0" tIns="0" bIns="0" anchor="t">
            <a:spAutoFit/>
          </a:bodyPr>
          <a:lstStyle/>
          <a:p>
            <a:pPr algn="l"/>
            <a:r>
              <a:rPr sz="1200" b="0" i="0">
                <a:solidFill>
                  <a:srgbClr val="4D4D4D"/>
                </a:solidFill>
                <a:latin typeface="AA Zuehlke"/>
              </a:rPr>
              <a:t>Each atomized target boots Cypress. Parallelism has to beat it.</a:t>
            </a:r>
          </a:p>
        </p:txBody>
      </p:sp>
      <p:sp>
        <p:nvSpPr>
          <p:cNvPr id="8" name="Oval 7"/>
          <p:cNvSpPr/>
          <p:nvPr/>
        </p:nvSpPr>
        <p:spPr>
          <a:xfrm>
            <a:off x="621792" y="2313432"/>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313432"/>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2</a:t>
            </a:r>
          </a:p>
        </p:txBody>
      </p:sp>
      <p:sp>
        <p:nvSpPr>
          <p:cNvPr id="10" name="TextBox 9"/>
          <p:cNvSpPr txBox="1"/>
          <p:nvPr/>
        </p:nvSpPr>
        <p:spPr>
          <a:xfrm>
            <a:off x="1033272" y="2258568"/>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Parallelism has a ceiling — find yours</a:t>
            </a:r>
          </a:p>
        </p:txBody>
      </p:sp>
      <p:sp>
        <p:nvSpPr>
          <p:cNvPr id="11" name="TextBox 10"/>
          <p:cNvSpPr txBox="1"/>
          <p:nvPr/>
        </p:nvSpPr>
        <p:spPr>
          <a:xfrm>
            <a:off x="5468112" y="2258568"/>
            <a:ext cx="6675120" cy="457200"/>
          </a:xfrm>
          <a:prstGeom prst="rect">
            <a:avLst/>
          </a:prstGeom>
          <a:noFill/>
        </p:spPr>
        <p:txBody>
          <a:bodyPr wrap="square" lIns="0" rIns="0" tIns="0" bIns="0" anchor="t">
            <a:spAutoFit/>
          </a:bodyPr>
          <a:lstStyle/>
          <a:p>
            <a:pPr algn="l"/>
            <a:r>
              <a:rPr sz="1200" b="0" i="0">
                <a:solidFill>
                  <a:srgbClr val="4D4D4D"/>
                </a:solidFill>
                <a:latin typeface="AA Zuehlke"/>
              </a:rPr>
              <a:t>10-core M1: 8 was no faster than 5 and went red 2 runs in 5. 18-core M5: 18 beat 9 by 29%.</a:t>
            </a:r>
          </a:p>
        </p:txBody>
      </p:sp>
      <p:sp>
        <p:nvSpPr>
          <p:cNvPr id="12" name="Oval 11"/>
          <p:cNvSpPr/>
          <p:nvPr/>
        </p:nvSpPr>
        <p:spPr>
          <a:xfrm>
            <a:off x="621792" y="2971800"/>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2971800"/>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3</a:t>
            </a:r>
          </a:p>
        </p:txBody>
      </p:sp>
      <p:sp>
        <p:nvSpPr>
          <p:cNvPr id="14" name="TextBox 13"/>
          <p:cNvSpPr txBox="1"/>
          <p:nvPr/>
        </p:nvSpPr>
        <p:spPr>
          <a:xfrm>
            <a:off x="1033272" y="2916936"/>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e2e-ci is gated on Nx 23</a:t>
            </a:r>
          </a:p>
        </p:txBody>
      </p:sp>
      <p:sp>
        <p:nvSpPr>
          <p:cNvPr id="15" name="TextBox 14"/>
          <p:cNvSpPr txBox="1"/>
          <p:nvPr/>
        </p:nvSpPr>
        <p:spPr>
          <a:xfrm>
            <a:off x="5468112" y="2916936"/>
            <a:ext cx="6675120" cy="457200"/>
          </a:xfrm>
          <a:prstGeom prst="rect">
            <a:avLst/>
          </a:prstGeom>
          <a:noFill/>
        </p:spPr>
        <p:txBody>
          <a:bodyPr wrap="square" lIns="0" rIns="0" tIns="0" bIns="0" anchor="t">
            <a:spAutoFit/>
          </a:bodyPr>
          <a:lstStyle/>
          <a:p>
            <a:pPr algn="l"/>
            <a:r>
              <a:rPr sz="1200" b="0" i="0">
                <a:solidFill>
                  <a:srgbClr val="4D4D4D"/>
                </a:solidFill>
                <a:latin typeface="AA Zuehlke"/>
              </a:rPr>
              <a:t>The wrapper needs Nx Cloud. The leaf targets do not.</a:t>
            </a:r>
          </a:p>
        </p:txBody>
      </p:sp>
      <p:sp>
        <p:nvSpPr>
          <p:cNvPr id="16" name="Oval 15"/>
          <p:cNvSpPr/>
          <p:nvPr/>
        </p:nvSpPr>
        <p:spPr>
          <a:xfrm>
            <a:off x="621792" y="3630168"/>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3630168"/>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4</a:t>
            </a:r>
          </a:p>
        </p:txBody>
      </p:sp>
      <p:sp>
        <p:nvSpPr>
          <p:cNvPr id="18" name="TextBox 17"/>
          <p:cNvSpPr txBox="1"/>
          <p:nvPr/>
        </p:nvSpPr>
        <p:spPr>
          <a:xfrm>
            <a:off x="1033272" y="3575304"/>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The cache is not in .nx/cache</a:t>
            </a:r>
          </a:p>
        </p:txBody>
      </p:sp>
      <p:sp>
        <p:nvSpPr>
          <p:cNvPr id="19" name="TextBox 18"/>
          <p:cNvSpPr txBox="1"/>
          <p:nvPr/>
        </p:nvSpPr>
        <p:spPr>
          <a:xfrm>
            <a:off x="5468112" y="3575304"/>
            <a:ext cx="6675120" cy="457200"/>
          </a:xfrm>
          <a:prstGeom prst="rect">
            <a:avLst/>
          </a:prstGeom>
          <a:noFill/>
        </p:spPr>
        <p:txBody>
          <a:bodyPr wrap="square" lIns="0" rIns="0" tIns="0" bIns="0" anchor="t">
            <a:spAutoFit/>
          </a:bodyPr>
          <a:lstStyle/>
          <a:p>
            <a:pPr algn="l"/>
            <a:r>
              <a:rPr sz="1200" b="0" i="0">
                <a:solidFill>
                  <a:srgbClr val="4D4D4D"/>
                </a:solidFill>
                <a:latin typeface="AA Zuehlke"/>
              </a:rPr>
              <a:t>Nx 23 puts it in ~/.nx/&lt;hash&gt;/cache. Most CI recipes cache the wrong path.</a:t>
            </a:r>
          </a:p>
        </p:txBody>
      </p:sp>
      <p:sp>
        <p:nvSpPr>
          <p:cNvPr id="20" name="Oval 19"/>
          <p:cNvSpPr/>
          <p:nvPr/>
        </p:nvSpPr>
        <p:spPr>
          <a:xfrm>
            <a:off x="621792" y="4288536"/>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 y="4288536"/>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5</a:t>
            </a:r>
          </a:p>
        </p:txBody>
      </p:sp>
      <p:sp>
        <p:nvSpPr>
          <p:cNvPr id="22" name="TextBox 21"/>
          <p:cNvSpPr txBox="1"/>
          <p:nvPr/>
        </p:nvSpPr>
        <p:spPr>
          <a:xfrm>
            <a:off x="1033272" y="4233672"/>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Parallel Cypress fights over :99</a:t>
            </a:r>
          </a:p>
        </p:txBody>
      </p:sp>
      <p:sp>
        <p:nvSpPr>
          <p:cNvPr id="23" name="TextBox 22"/>
          <p:cNvSpPr txBox="1"/>
          <p:nvPr/>
        </p:nvSpPr>
        <p:spPr>
          <a:xfrm>
            <a:off x="5468112" y="4233672"/>
            <a:ext cx="6675120" cy="457200"/>
          </a:xfrm>
          <a:prstGeom prst="rect">
            <a:avLst/>
          </a:prstGeom>
          <a:noFill/>
        </p:spPr>
        <p:txBody>
          <a:bodyPr wrap="square" lIns="0" rIns="0" tIns="0" bIns="0" anchor="t">
            <a:spAutoFit/>
          </a:bodyPr>
          <a:lstStyle/>
          <a:p>
            <a:pPr algn="l"/>
            <a:r>
              <a:rPr sz="1200" b="0" i="0">
                <a:solidFill>
                  <a:srgbClr val="4D4D4D"/>
                </a:solidFill>
                <a:latin typeface="AA Zuehlke"/>
              </a:rPr>
              <a:t>Each process spawns its own Xvfb. Start one and export DISPLAY.</a:t>
            </a:r>
          </a:p>
        </p:txBody>
      </p:sp>
      <p:sp>
        <p:nvSpPr>
          <p:cNvPr id="24" name="Oval 23"/>
          <p:cNvSpPr/>
          <p:nvPr/>
        </p:nvSpPr>
        <p:spPr>
          <a:xfrm>
            <a:off x="621792" y="4946903"/>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4946903"/>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6</a:t>
            </a:r>
          </a:p>
        </p:txBody>
      </p:sp>
      <p:sp>
        <p:nvSpPr>
          <p:cNvPr id="26" name="TextBox 25"/>
          <p:cNvSpPr txBox="1"/>
          <p:nvPr/>
        </p:nvSpPr>
        <p:spPr>
          <a:xfrm>
            <a:off x="1033272" y="4892040"/>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Cache the Cypress binary in CI</a:t>
            </a:r>
          </a:p>
        </p:txBody>
      </p:sp>
      <p:sp>
        <p:nvSpPr>
          <p:cNvPr id="27" name="TextBox 26"/>
          <p:cNvSpPr txBox="1"/>
          <p:nvPr/>
        </p:nvSpPr>
        <p:spPr>
          <a:xfrm>
            <a:off x="5468112" y="4892040"/>
            <a:ext cx="6675120" cy="457200"/>
          </a:xfrm>
          <a:prstGeom prst="rect">
            <a:avLst/>
          </a:prstGeom>
          <a:noFill/>
        </p:spPr>
        <p:txBody>
          <a:bodyPr wrap="square" lIns="0" rIns="0" tIns="0" bIns="0" anchor="t">
            <a:spAutoFit/>
          </a:bodyPr>
          <a:lstStyle/>
          <a:p>
            <a:pPr algn="l"/>
            <a:r>
              <a:rPr sz="1200" b="0" i="0">
                <a:solidFill>
                  <a:srgbClr val="4D4D4D"/>
                </a:solidFill>
                <a:latin typeface="AA Zuehlke"/>
              </a:rPr>
              <a:t>Otherwise every shard re-downloads ~200 MB.</a:t>
            </a:r>
          </a:p>
        </p:txBody>
      </p:sp>
      <p:sp>
        <p:nvSpPr>
          <p:cNvPr id="28" name="Oval 27"/>
          <p:cNvSpPr/>
          <p:nvPr/>
        </p:nvSpPr>
        <p:spPr>
          <a:xfrm>
            <a:off x="621792" y="5605272"/>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5605272"/>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7</a:t>
            </a:r>
          </a:p>
        </p:txBody>
      </p:sp>
      <p:sp>
        <p:nvSpPr>
          <p:cNvPr id="30" name="TextBox 29"/>
          <p:cNvSpPr txBox="1"/>
          <p:nvPr/>
        </p:nvSpPr>
        <p:spPr>
          <a:xfrm>
            <a:off x="1033272" y="5550408"/>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App changes invalidate everything</a:t>
            </a:r>
          </a:p>
        </p:txBody>
      </p:sp>
      <p:sp>
        <p:nvSpPr>
          <p:cNvPr id="31" name="TextBox 30"/>
          <p:cNvSpPr txBox="1"/>
          <p:nvPr/>
        </p:nvSpPr>
        <p:spPr>
          <a:xfrm>
            <a:off x="5468112" y="5550408"/>
            <a:ext cx="6675120" cy="457200"/>
          </a:xfrm>
          <a:prstGeom prst="rect">
            <a:avLst/>
          </a:prstGeom>
          <a:noFill/>
        </p:spPr>
        <p:txBody>
          <a:bodyPr wrap="square" lIns="0" rIns="0" tIns="0" bIns="0" anchor="t">
            <a:spAutoFit/>
          </a:bodyPr>
          <a:lstStyle/>
          <a:p>
            <a:pPr algn="l"/>
            <a:r>
              <a:rPr sz="1200" b="0" i="0">
                <a:solidFill>
                  <a:srgbClr val="4D4D4D"/>
                </a:solidFill>
                <a:latin typeface="AA Zuehlke"/>
              </a:rPr>
              <a:t>Correct, but it limits when failure-only retries help.</a:t>
            </a:r>
          </a:p>
        </p:txBody>
      </p:sp>
      <p:sp>
        <p:nvSpPr>
          <p:cNvPr id="32" name="TextBox 31"/>
          <p:cNvSpPr txBox="1"/>
          <p:nvPr/>
        </p:nvSpPr>
        <p:spPr>
          <a:xfrm>
            <a:off x="10881360" y="6345936"/>
            <a:ext cx="685800" cy="201168"/>
          </a:xfrm>
          <a:prstGeom prst="rect">
            <a:avLst/>
          </a:prstGeom>
          <a:noFill/>
        </p:spPr>
        <p:txBody>
          <a:bodyPr wrap="square" lIns="0" rIns="0" tIns="0" bIns="0" anchor="t">
            <a:spAutoFit/>
          </a:bodyPr>
          <a:lstStyle/>
          <a:p>
            <a:pPr algn="r"/>
            <a:fld id="{0a9a48c5-27e4-4428-a947-4cd833f245ab}" type="slidenum">
              <a:rPr lang="en-US" sz="800">
                <a:solidFill>
                  <a:srgbClr val="8C8C8C"/>
                </a:solidFill>
                <a:latin typeface="AA Zuehlke"/>
              </a:rPr>
              <a:t>1</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APPENDIX · THE QUESTION THAT ALWAYS COMES</a:t>
            </a:r>
          </a:p>
        </p:txBody>
      </p:sp>
      <p:sp>
        <p:nvSpPr>
          <p:cNvPr id="3" name="Title 2"/>
          <p:cNvSpPr>
            <a:spLocks noGrp="1"/>
          </p:cNvSpPr>
          <p:nvPr>
            <p:ph type="title"/>
          </p:nvPr>
        </p:nvSpPr>
        <p:spPr/>
        <p:txBody>
          <a:bodyPr/>
          <a:lstStyle/>
          <a:p>
            <a:pPr/>
            <a:r>
              <a:rPr sz="2400" b="0" i="0">
                <a:solidFill>
                  <a:srgbClr val="000000"/>
                </a:solidFill>
                <a:latin typeface="AA Zuehlke Medium"/>
              </a:rPr>
              <a:t>What about Playwright?</a:t>
            </a:r>
          </a:p>
        </p:txBody>
      </p:sp>
      <p:sp>
        <p:nvSpPr>
          <p:cNvPr id="4" name="Rounded Rectangle 3"/>
          <p:cNvSpPr/>
          <p:nvPr/>
        </p:nvSpPr>
        <p:spPr>
          <a:xfrm>
            <a:off x="621792" y="1691640"/>
            <a:ext cx="5349240" cy="3063240"/>
          </a:xfrm>
          <a:prstGeom prst="roundRect">
            <a:avLst>
              <a:gd name="adj" fmla="val 2388"/>
            </a:avLst>
          </a:prstGeom>
          <a:solidFill>
            <a:srgbClr val="BFF2D9"/>
          </a:solidFill>
          <a:ln w="12700">
            <a:solidFill>
              <a:srgbClr val="00804D"/>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96112" y="1856232"/>
            <a:ext cx="4800600" cy="320040"/>
          </a:xfrm>
          <a:prstGeom prst="rect">
            <a:avLst/>
          </a:prstGeom>
          <a:noFill/>
        </p:spPr>
        <p:txBody>
          <a:bodyPr wrap="square" lIns="0" rIns="0" tIns="0" bIns="0" anchor="t">
            <a:spAutoFit/>
          </a:bodyPr>
          <a:lstStyle/>
          <a:p>
            <a:pPr algn="l"/>
            <a:r>
              <a:rPr sz="1500" b="0" i="0">
                <a:solidFill>
                  <a:srgbClr val="00804D"/>
                </a:solidFill>
                <a:latin typeface="AA Zuehlke Medium"/>
              </a:rPr>
              <a:t>Carries over unchanged</a:t>
            </a:r>
          </a:p>
        </p:txBody>
      </p:sp>
      <p:sp>
        <p:nvSpPr>
          <p:cNvPr id="6" name="Oval 5"/>
          <p:cNvSpPr/>
          <p:nvPr/>
        </p:nvSpPr>
        <p:spPr>
          <a:xfrm>
            <a:off x="914400" y="2368296"/>
            <a:ext cx="82296" cy="82296"/>
          </a:xfrm>
          <a:prstGeom prst="ellipse">
            <a:avLst/>
          </a:prstGeom>
          <a:solidFill>
            <a:srgbClr val="008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 y="2313432"/>
            <a:ext cx="4526280" cy="548640"/>
          </a:xfrm>
          <a:prstGeom prst="rect">
            <a:avLst/>
          </a:prstGeom>
          <a:noFill/>
        </p:spPr>
        <p:txBody>
          <a:bodyPr wrap="square" lIns="0" rIns="0" tIns="0" bIns="0" anchor="t">
            <a:spAutoFit/>
          </a:bodyPr>
          <a:lstStyle/>
          <a:p>
            <a:pPr algn="l"/>
            <a:r>
              <a:rPr sz="1100" b="0" i="0">
                <a:solidFill>
                  <a:srgbClr val="000000"/>
                </a:solidFill>
                <a:latin typeface="AA Zuehlke"/>
              </a:rPr>
              <a:t>@nx/playwright has the same atomizer — one target per spec file</a:t>
            </a:r>
          </a:p>
        </p:txBody>
      </p:sp>
      <p:sp>
        <p:nvSpPr>
          <p:cNvPr id="8" name="Oval 7"/>
          <p:cNvSpPr/>
          <p:nvPr/>
        </p:nvSpPr>
        <p:spPr>
          <a:xfrm>
            <a:off x="914400" y="2953512"/>
            <a:ext cx="82296" cy="82296"/>
          </a:xfrm>
          <a:prstGeom prst="ellipse">
            <a:avLst/>
          </a:prstGeom>
          <a:solidFill>
            <a:srgbClr val="008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33856" y="2898648"/>
            <a:ext cx="4526280" cy="548640"/>
          </a:xfrm>
          <a:prstGeom prst="rect">
            <a:avLst/>
          </a:prstGeom>
          <a:noFill/>
        </p:spPr>
        <p:txBody>
          <a:bodyPr wrap="square" lIns="0" rIns="0" tIns="0" bIns="0" anchor="t">
            <a:spAutoFit/>
          </a:bodyPr>
          <a:lstStyle/>
          <a:p>
            <a:pPr algn="l"/>
            <a:r>
              <a:rPr sz="1100" b="0" i="0">
                <a:solidFill>
                  <a:srgbClr val="000000"/>
                </a:solidFill>
                <a:latin typeface="AA Zuehlke"/>
              </a:rPr>
              <a:t>Same names: e2e-ci--src/e2e/checkout.spec.ts</a:t>
            </a:r>
          </a:p>
        </p:txBody>
      </p:sp>
      <p:sp>
        <p:nvSpPr>
          <p:cNvPr id="10" name="Oval 9"/>
          <p:cNvSpPr/>
          <p:nvPr/>
        </p:nvSpPr>
        <p:spPr>
          <a:xfrm>
            <a:off x="914400" y="3538728"/>
            <a:ext cx="82296" cy="82296"/>
          </a:xfrm>
          <a:prstGeom prst="ellipse">
            <a:avLst/>
          </a:prstGeom>
          <a:solidFill>
            <a:srgbClr val="008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33856" y="3483864"/>
            <a:ext cx="4526280" cy="548640"/>
          </a:xfrm>
          <a:prstGeom prst="rect">
            <a:avLst/>
          </a:prstGeom>
          <a:noFill/>
        </p:spPr>
        <p:txBody>
          <a:bodyPr wrap="square" lIns="0" rIns="0" tIns="0" bIns="0" anchor="t">
            <a:spAutoFit/>
          </a:bodyPr>
          <a:lstStyle/>
          <a:p>
            <a:pPr algn="l"/>
            <a:r>
              <a:rPr sz="1100" b="0" i="0">
                <a:solidFill>
                  <a:srgbClr val="000000"/>
                </a:solidFill>
                <a:latin typeface="AA Zuehlke"/>
              </a:rPr>
              <a:t>Same Nx Cloud gate on the e2e-ci wrapper</a:t>
            </a:r>
          </a:p>
        </p:txBody>
      </p:sp>
      <p:sp>
        <p:nvSpPr>
          <p:cNvPr id="12" name="Oval 11"/>
          <p:cNvSpPr/>
          <p:nvPr/>
        </p:nvSpPr>
        <p:spPr>
          <a:xfrm>
            <a:off x="914400" y="4123944"/>
            <a:ext cx="82296" cy="82296"/>
          </a:xfrm>
          <a:prstGeom prst="ellipse">
            <a:avLst/>
          </a:prstGeom>
          <a:solidFill>
            <a:srgbClr val="008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3856" y="4069080"/>
            <a:ext cx="4526280" cy="548640"/>
          </a:xfrm>
          <a:prstGeom prst="rect">
            <a:avLst/>
          </a:prstGeom>
          <a:noFill/>
        </p:spPr>
        <p:txBody>
          <a:bodyPr wrap="square" lIns="0" rIns="0" tIns="0" bIns="0" anchor="t">
            <a:spAutoFit/>
          </a:bodyPr>
          <a:lstStyle/>
          <a:p>
            <a:pPr algn="l"/>
            <a:r>
              <a:rPr sz="1100" b="0" i="0">
                <a:solidFill>
                  <a:srgbClr val="000000"/>
                </a:solidFill>
                <a:latin typeface="AA Zuehlke"/>
              </a:rPr>
              <a:t>run-e2e.mjs needs no changes — it only reads the graph</a:t>
            </a:r>
          </a:p>
        </p:txBody>
      </p:sp>
      <p:sp>
        <p:nvSpPr>
          <p:cNvPr id="14" name="Rounded Rectangle 13"/>
          <p:cNvSpPr/>
          <p:nvPr/>
        </p:nvSpPr>
        <p:spPr>
          <a:xfrm>
            <a:off x="6245352" y="1691640"/>
            <a:ext cx="5349240" cy="3063240"/>
          </a:xfrm>
          <a:prstGeom prst="roundRect">
            <a:avLst>
              <a:gd name="adj" fmla="val 2388"/>
            </a:avLst>
          </a:prstGeom>
          <a:solidFill>
            <a:srgbClr val="FFE5BF"/>
          </a:solidFill>
          <a:ln w="12700">
            <a:solidFill>
              <a:srgbClr val="B35F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4"/>
          <p:cNvSpPr txBox="1"/>
          <p:nvPr/>
        </p:nvSpPr>
        <p:spPr>
          <a:xfrm>
            <a:off x="6519672" y="1856232"/>
            <a:ext cx="4800600" cy="320040"/>
          </a:xfrm>
          <a:prstGeom prst="rect">
            <a:avLst/>
          </a:prstGeom>
          <a:noFill/>
        </p:spPr>
        <p:txBody>
          <a:bodyPr wrap="square" lIns="0" rIns="0" tIns="0" bIns="0" anchor="t">
            <a:spAutoFit/>
          </a:bodyPr>
          <a:lstStyle/>
          <a:p>
            <a:pPr algn="l"/>
            <a:r>
              <a:rPr sz="1500" b="0" i="0">
                <a:solidFill>
                  <a:srgbClr val="B35F00"/>
                </a:solidFill>
                <a:latin typeface="AA Zuehlke Medium"/>
              </a:rPr>
              <a:t>What changes</a:t>
            </a:r>
          </a:p>
        </p:txBody>
      </p:sp>
      <p:sp>
        <p:nvSpPr>
          <p:cNvPr id="16" name="Oval 15"/>
          <p:cNvSpPr/>
          <p:nvPr/>
        </p:nvSpPr>
        <p:spPr>
          <a:xfrm>
            <a:off x="6537960" y="2368296"/>
            <a:ext cx="82296" cy="82296"/>
          </a:xfrm>
          <a:prstGeom prst="ellipse">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57416" y="2313432"/>
            <a:ext cx="4526280" cy="548640"/>
          </a:xfrm>
          <a:prstGeom prst="rect">
            <a:avLst/>
          </a:prstGeom>
          <a:noFill/>
        </p:spPr>
        <p:txBody>
          <a:bodyPr wrap="square" lIns="0" rIns="0" tIns="0" bIns="0" anchor="t">
            <a:spAutoFit/>
          </a:bodyPr>
          <a:lstStyle/>
          <a:p>
            <a:pPr algn="l"/>
            <a:r>
              <a:rPr sz="1100" b="0" i="0">
                <a:solidFill>
                  <a:srgbClr val="000000"/>
                </a:solidFill>
                <a:latin typeface="AA Zuehlke"/>
              </a:rPr>
              <a:t>Playwright already runs spec files across worker processes. Cypress does not — that gap is most of the win here</a:t>
            </a:r>
          </a:p>
        </p:txBody>
      </p:sp>
      <p:sp>
        <p:nvSpPr>
          <p:cNvPr id="18" name="Oval 17"/>
          <p:cNvSpPr/>
          <p:nvPr/>
        </p:nvSpPr>
        <p:spPr>
          <a:xfrm>
            <a:off x="6537960" y="2953512"/>
            <a:ext cx="82296" cy="82296"/>
          </a:xfrm>
          <a:prstGeom prst="ellipse">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7416" y="2898648"/>
            <a:ext cx="4526280" cy="548640"/>
          </a:xfrm>
          <a:prstGeom prst="rect">
            <a:avLst/>
          </a:prstGeom>
          <a:noFill/>
        </p:spPr>
        <p:txBody>
          <a:bodyPr wrap="square" lIns="0" rIns="0" tIns="0" bIns="0" anchor="t">
            <a:spAutoFit/>
          </a:bodyPr>
          <a:lstStyle/>
          <a:p>
            <a:pPr algn="l"/>
            <a:r>
              <a:rPr sz="1100" b="0" i="0">
                <a:solidFill>
                  <a:srgbClr val="000000"/>
                </a:solidFill>
                <a:latin typeface="AA Zuehlke"/>
              </a:rPr>
              <a:t>Atomizing swaps that warm pool for one cold browser launch per target</a:t>
            </a:r>
          </a:p>
        </p:txBody>
      </p:sp>
      <p:sp>
        <p:nvSpPr>
          <p:cNvPr id="20" name="Oval 19"/>
          <p:cNvSpPr/>
          <p:nvPr/>
        </p:nvSpPr>
        <p:spPr>
          <a:xfrm>
            <a:off x="6537960" y="3538728"/>
            <a:ext cx="82296" cy="82296"/>
          </a:xfrm>
          <a:prstGeom prst="ellipse">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57416" y="3483864"/>
            <a:ext cx="4526280" cy="548640"/>
          </a:xfrm>
          <a:prstGeom prst="rect">
            <a:avLst/>
          </a:prstGeom>
          <a:noFill/>
        </p:spPr>
        <p:txBody>
          <a:bodyPr wrap="square" lIns="0" rIns="0" tIns="0" bIns="0" anchor="t">
            <a:spAutoFit/>
          </a:bodyPr>
          <a:lstStyle/>
          <a:p>
            <a:pPr algn="l"/>
            <a:r>
              <a:rPr sz="1100" b="0" i="0">
                <a:solidFill>
                  <a:srgbClr val="000000"/>
                </a:solidFill>
                <a:latin typeface="AA Zuehlke"/>
              </a:rPr>
              <a:t>Playwright ships native --shard, so rung 4 needs no Nx either</a:t>
            </a:r>
          </a:p>
        </p:txBody>
      </p:sp>
      <p:sp>
        <p:nvSpPr>
          <p:cNvPr id="22" name="Rounded Rectangle 21"/>
          <p:cNvSpPr/>
          <p:nvPr/>
        </p:nvSpPr>
        <p:spPr>
          <a:xfrm>
            <a:off x="621792" y="5120640"/>
            <a:ext cx="10945368" cy="1051560"/>
          </a:xfrm>
          <a:prstGeom prst="roundRect">
            <a:avLst>
              <a:gd name="adj" fmla="val 6956"/>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3" name="TextBox 22"/>
          <p:cNvSpPr txBox="1"/>
          <p:nvPr/>
        </p:nvSpPr>
        <p:spPr>
          <a:xfrm>
            <a:off x="877824" y="5266944"/>
            <a:ext cx="10424160" cy="292608"/>
          </a:xfrm>
          <a:prstGeom prst="rect">
            <a:avLst/>
          </a:prstGeom>
          <a:noFill/>
        </p:spPr>
        <p:txBody>
          <a:bodyPr wrap="square" lIns="0" rIns="0" tIns="0" bIns="0" anchor="t">
            <a:spAutoFit/>
          </a:bodyPr>
          <a:lstStyle/>
          <a:p>
            <a:pPr algn="l"/>
            <a:r>
              <a:rPr sz="1200" b="0" i="0">
                <a:solidFill>
                  <a:srgbClr val="000000"/>
                </a:solidFill>
                <a:latin typeface="AA Zuehlke"/>
              </a:rPr>
              <a:t>The short answer — on Cypress the atomizer buys parallelism and caching. On Playwright it mostly buys caching, because the parallelism was already there.</a:t>
            </a:r>
          </a:p>
        </p:txBody>
      </p:sp>
      <p:sp>
        <p:nvSpPr>
          <p:cNvPr id="24" name="TextBox 23"/>
          <p:cNvSpPr txBox="1"/>
          <p:nvPr/>
        </p:nvSpPr>
        <p:spPr>
          <a:xfrm>
            <a:off x="877824" y="5596128"/>
            <a:ext cx="10424160" cy="457200"/>
          </a:xfrm>
          <a:prstGeom prst="rect">
            <a:avLst/>
          </a:prstGeom>
          <a:noFill/>
        </p:spPr>
        <p:txBody>
          <a:bodyPr wrap="square" lIns="0" rIns="0" tIns="0" bIns="0" anchor="t">
            <a:spAutoFit/>
          </a:bodyPr>
          <a:lstStyle/>
          <a:p>
            <a:pPr algn="l"/>
            <a:r>
              <a:rPr sz="1200" b="0" i="0">
                <a:solidFill>
                  <a:srgbClr val="4D4D4D"/>
                </a:solidFill>
                <a:latin typeface="AA Zuehlke"/>
              </a:rPr>
              <a:t>Still worth it: the cache and failure-only retries have no Playwright equivalent, and affected does not care which runner you use. Measure before you trade away the pool.</a:t>
            </a:r>
          </a:p>
        </p:txBody>
      </p:sp>
      <p:sp>
        <p:nvSpPr>
          <p:cNvPr id="25" name="TextBox 24"/>
          <p:cNvSpPr txBox="1"/>
          <p:nvPr/>
        </p:nvSpPr>
        <p:spPr>
          <a:xfrm>
            <a:off x="10881360" y="6345936"/>
            <a:ext cx="685800" cy="201168"/>
          </a:xfrm>
          <a:prstGeom prst="rect">
            <a:avLst/>
          </a:prstGeom>
          <a:noFill/>
        </p:spPr>
        <p:txBody>
          <a:bodyPr wrap="square" lIns="0" rIns="0" tIns="0" bIns="0" anchor="t">
            <a:spAutoFit/>
          </a:bodyPr>
          <a:lstStyle/>
          <a:p>
            <a:pPr algn="r"/>
            <a:fld id="{f258b441-cf27-40c3-8bbb-cfef6fe4fe69}" type="slidenum">
              <a:rPr lang="en-US" sz="800">
                <a:solidFill>
                  <a:srgbClr val="8C8C8C"/>
                </a:solidFill>
                <a:latin typeface="AA Zuehlke"/>
              </a:rPr>
              <a:t>1</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APPENDIX · PREPARED ANSWERS</a:t>
            </a:r>
          </a:p>
        </p:txBody>
      </p:sp>
      <p:sp>
        <p:nvSpPr>
          <p:cNvPr id="3" name="Title 2"/>
          <p:cNvSpPr>
            <a:spLocks noGrp="1"/>
          </p:cNvSpPr>
          <p:nvPr>
            <p:ph type="title"/>
          </p:nvPr>
        </p:nvSpPr>
        <p:spPr/>
        <p:txBody>
          <a:bodyPr/>
          <a:lstStyle/>
          <a:p>
            <a:pPr/>
            <a:r>
              <a:rPr sz="2400" b="0" i="0">
                <a:solidFill>
                  <a:srgbClr val="000000"/>
                </a:solidFill>
                <a:latin typeface="AA Zuehlke Medium"/>
              </a:rPr>
              <a:t>Ten questions you will probably get</a:t>
            </a:r>
          </a:p>
        </p:txBody>
      </p:sp>
      <p:sp>
        <p:nvSpPr>
          <p:cNvPr id="4" name="TextBox 3"/>
          <p:cNvSpPr txBox="1"/>
          <p:nvPr/>
        </p:nvSpPr>
        <p:spPr>
          <a:xfrm>
            <a:off x="621792" y="1572768"/>
            <a:ext cx="365760" cy="274320"/>
          </a:xfrm>
          <a:prstGeom prst="rect">
            <a:avLst/>
          </a:prstGeom>
          <a:noFill/>
        </p:spPr>
        <p:txBody>
          <a:bodyPr wrap="square" lIns="0" rIns="0" tIns="0" bIns="0" anchor="t">
            <a:spAutoFit/>
          </a:bodyPr>
          <a:lstStyle/>
          <a:p>
            <a:pPr algn="l"/>
            <a:r>
              <a:rPr sz="1000" b="0" i="0">
                <a:solidFill>
                  <a:srgbClr val="B35F00"/>
                </a:solidFill>
                <a:latin typeface="Consolas"/>
              </a:rPr>
              <a:t>01</a:t>
            </a:r>
          </a:p>
        </p:txBody>
      </p:sp>
      <p:sp>
        <p:nvSpPr>
          <p:cNvPr id="5" name="TextBox 4"/>
          <p:cNvSpPr txBox="1"/>
          <p:nvPr/>
        </p:nvSpPr>
        <p:spPr>
          <a:xfrm>
            <a:off x="1033272" y="1572768"/>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Why not just pay for Nx Cloud?</a:t>
            </a:r>
          </a:p>
        </p:txBody>
      </p:sp>
      <p:sp>
        <p:nvSpPr>
          <p:cNvPr id="6" name="TextBox 5"/>
          <p:cNvSpPr txBox="1"/>
          <p:nvPr/>
        </p:nvSpPr>
        <p:spPr>
          <a:xfrm>
            <a:off x="1033272" y="1847088"/>
            <a:ext cx="4937760" cy="585216"/>
          </a:xfrm>
          <a:prstGeom prst="rect">
            <a:avLst/>
          </a:prstGeom>
          <a:noFill/>
        </p:spPr>
        <p:txBody>
          <a:bodyPr wrap="square" lIns="0" rIns="0" tIns="0" bIns="0" anchor="t">
            <a:spAutoFit/>
          </a:bodyPr>
          <a:lstStyle/>
          <a:p>
            <a:pPr algn="l"/>
            <a:r>
              <a:rPr sz="1000" b="0" i="0">
                <a:solidFill>
                  <a:srgbClr val="4D4D4D"/>
                </a:solidFill>
                <a:latin typeface="AA Zuehlke"/>
              </a:rPr>
              <a:t>Often the right call. It adds distribution by measured duration, a shared cache and flaky detection. This is the free half of the same idea.</a:t>
            </a:r>
          </a:p>
        </p:txBody>
      </p:sp>
      <p:sp>
        <p:nvSpPr>
          <p:cNvPr id="7" name="TextBox 6"/>
          <p:cNvSpPr txBox="1"/>
          <p:nvPr/>
        </p:nvSpPr>
        <p:spPr>
          <a:xfrm>
            <a:off x="621792" y="2505456"/>
            <a:ext cx="365760" cy="274320"/>
          </a:xfrm>
          <a:prstGeom prst="rect">
            <a:avLst/>
          </a:prstGeom>
          <a:noFill/>
        </p:spPr>
        <p:txBody>
          <a:bodyPr wrap="square" lIns="0" rIns="0" tIns="0" bIns="0" anchor="t">
            <a:spAutoFit/>
          </a:bodyPr>
          <a:lstStyle/>
          <a:p>
            <a:pPr algn="l"/>
            <a:r>
              <a:rPr sz="1000" b="0" i="0">
                <a:solidFill>
                  <a:srgbClr val="B35F00"/>
                </a:solidFill>
                <a:latin typeface="Consolas"/>
              </a:rPr>
              <a:t>02</a:t>
            </a:r>
          </a:p>
        </p:txBody>
      </p:sp>
      <p:sp>
        <p:nvSpPr>
          <p:cNvPr id="8" name="TextBox 7"/>
          <p:cNvSpPr txBox="1"/>
          <p:nvPr/>
        </p:nvSpPr>
        <p:spPr>
          <a:xfrm>
            <a:off x="1033272" y="2505456"/>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Does the cache fix flaky tests?</a:t>
            </a:r>
          </a:p>
        </p:txBody>
      </p:sp>
      <p:sp>
        <p:nvSpPr>
          <p:cNvPr id="9" name="TextBox 8"/>
          <p:cNvSpPr txBox="1"/>
          <p:nvPr/>
        </p:nvSpPr>
        <p:spPr>
          <a:xfrm>
            <a:off x="1033272" y="2779776"/>
            <a:ext cx="4937760" cy="585216"/>
          </a:xfrm>
          <a:prstGeom prst="rect">
            <a:avLst/>
          </a:prstGeom>
          <a:noFill/>
        </p:spPr>
        <p:txBody>
          <a:bodyPr wrap="square" lIns="0" rIns="0" tIns="0" bIns="0" anchor="t">
            <a:spAutoFit/>
          </a:bodyPr>
          <a:lstStyle/>
          <a:p>
            <a:pPr algn="l"/>
            <a:r>
              <a:rPr sz="1000" b="0" i="0">
                <a:solidFill>
                  <a:srgbClr val="4D4D4D"/>
                </a:solidFill>
                <a:latin typeface="AA Zuehlke"/>
              </a:rPr>
              <a:t>No. It makes retries cheap. A flake fails, is never cached, and re-runs on its own while everything else replays.</a:t>
            </a:r>
          </a:p>
        </p:txBody>
      </p:sp>
      <p:sp>
        <p:nvSpPr>
          <p:cNvPr id="10" name="TextBox 9"/>
          <p:cNvSpPr txBox="1"/>
          <p:nvPr/>
        </p:nvSpPr>
        <p:spPr>
          <a:xfrm>
            <a:off x="621792" y="3438144"/>
            <a:ext cx="365760" cy="274320"/>
          </a:xfrm>
          <a:prstGeom prst="rect">
            <a:avLst/>
          </a:prstGeom>
          <a:noFill/>
        </p:spPr>
        <p:txBody>
          <a:bodyPr wrap="square" lIns="0" rIns="0" tIns="0" bIns="0" anchor="t">
            <a:spAutoFit/>
          </a:bodyPr>
          <a:lstStyle/>
          <a:p>
            <a:pPr algn="l"/>
            <a:r>
              <a:rPr sz="1000" b="0" i="0">
                <a:solidFill>
                  <a:srgbClr val="B35F00"/>
                </a:solidFill>
                <a:latin typeface="Consolas"/>
              </a:rPr>
              <a:t>03</a:t>
            </a:r>
          </a:p>
        </p:txBody>
      </p:sp>
      <p:sp>
        <p:nvSpPr>
          <p:cNvPr id="11" name="TextBox 10"/>
          <p:cNvSpPr txBox="1"/>
          <p:nvPr/>
        </p:nvSpPr>
        <p:spPr>
          <a:xfrm>
            <a:off x="1033272" y="3438144"/>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Can the cache hand back a wrong result?</a:t>
            </a:r>
          </a:p>
        </p:txBody>
      </p:sp>
      <p:sp>
        <p:nvSpPr>
          <p:cNvPr id="12" name="TextBox 11"/>
          <p:cNvSpPr txBox="1"/>
          <p:nvPr/>
        </p:nvSpPr>
        <p:spPr>
          <a:xfrm>
            <a:off x="1033272" y="3712463"/>
            <a:ext cx="4937760" cy="585216"/>
          </a:xfrm>
          <a:prstGeom prst="rect">
            <a:avLst/>
          </a:prstGeom>
          <a:noFill/>
        </p:spPr>
        <p:txBody>
          <a:bodyPr wrap="square" lIns="0" rIns="0" tIns="0" bIns="0" anchor="t">
            <a:spAutoFit/>
          </a:bodyPr>
          <a:lstStyle/>
          <a:p>
            <a:pPr algn="l"/>
            <a:r>
              <a:rPr sz="1000" b="0" i="0">
                <a:solidFill>
                  <a:srgbClr val="4D4D4D"/>
                </a:solidFill>
                <a:latin typeface="AA Zuehlke"/>
              </a:rPr>
              <a:t>Only if a task has inputs Nx cannot see — a live API, the clock, a shared database. Declare them as inputs or mark the task uncacheable.</a:t>
            </a:r>
          </a:p>
        </p:txBody>
      </p:sp>
      <p:sp>
        <p:nvSpPr>
          <p:cNvPr id="13" name="TextBox 12"/>
          <p:cNvSpPr txBox="1"/>
          <p:nvPr/>
        </p:nvSpPr>
        <p:spPr>
          <a:xfrm>
            <a:off x="621792" y="4370832"/>
            <a:ext cx="365760" cy="274320"/>
          </a:xfrm>
          <a:prstGeom prst="rect">
            <a:avLst/>
          </a:prstGeom>
          <a:noFill/>
        </p:spPr>
        <p:txBody>
          <a:bodyPr wrap="square" lIns="0" rIns="0" tIns="0" bIns="0" anchor="t">
            <a:spAutoFit/>
          </a:bodyPr>
          <a:lstStyle/>
          <a:p>
            <a:pPr algn="l"/>
            <a:r>
              <a:rPr sz="1000" b="0" i="0">
                <a:solidFill>
                  <a:srgbClr val="B35F00"/>
                </a:solidFill>
                <a:latin typeface="Consolas"/>
              </a:rPr>
              <a:t>04</a:t>
            </a:r>
          </a:p>
        </p:txBody>
      </p:sp>
      <p:sp>
        <p:nvSpPr>
          <p:cNvPr id="14" name="TextBox 13"/>
          <p:cNvSpPr txBox="1"/>
          <p:nvPr/>
        </p:nvSpPr>
        <p:spPr>
          <a:xfrm>
            <a:off x="1033272" y="4370832"/>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Can the team share one cache?</a:t>
            </a:r>
          </a:p>
        </p:txBody>
      </p:sp>
      <p:sp>
        <p:nvSpPr>
          <p:cNvPr id="15" name="TextBox 14"/>
          <p:cNvSpPr txBox="1"/>
          <p:nvPr/>
        </p:nvSpPr>
        <p:spPr>
          <a:xfrm>
            <a:off x="1033272" y="4645152"/>
            <a:ext cx="4937760" cy="585216"/>
          </a:xfrm>
          <a:prstGeom prst="rect">
            <a:avLst/>
          </a:prstGeom>
          <a:noFill/>
        </p:spPr>
        <p:txBody>
          <a:bodyPr wrap="square" lIns="0" rIns="0" tIns="0" bIns="0" anchor="t">
            <a:spAutoFit/>
          </a:bodyPr>
          <a:lstStyle/>
          <a:p>
            <a:pPr algn="l"/>
            <a:r>
              <a:rPr sz="1000" b="0" i="0">
                <a:solidFill>
                  <a:srgbClr val="4D4D4D"/>
                </a:solidFill>
                <a:latin typeface="AA Zuehlke"/>
              </a:rPr>
              <a:t>Not on the free tier: it is per-machine and per-CI-job. A shared remote cache is the main thing Nx Cloud actually sells.</a:t>
            </a:r>
          </a:p>
        </p:txBody>
      </p:sp>
      <p:sp>
        <p:nvSpPr>
          <p:cNvPr id="16" name="TextBox 15"/>
          <p:cNvSpPr txBox="1"/>
          <p:nvPr/>
        </p:nvSpPr>
        <p:spPr>
          <a:xfrm>
            <a:off x="621792" y="5303520"/>
            <a:ext cx="365760" cy="274320"/>
          </a:xfrm>
          <a:prstGeom prst="rect">
            <a:avLst/>
          </a:prstGeom>
          <a:noFill/>
        </p:spPr>
        <p:txBody>
          <a:bodyPr wrap="square" lIns="0" rIns="0" tIns="0" bIns="0" anchor="t">
            <a:spAutoFit/>
          </a:bodyPr>
          <a:lstStyle/>
          <a:p>
            <a:pPr algn="l"/>
            <a:r>
              <a:rPr sz="1000" b="0" i="0">
                <a:solidFill>
                  <a:srgbClr val="B35F00"/>
                </a:solidFill>
                <a:latin typeface="Consolas"/>
              </a:rPr>
              <a:t>05</a:t>
            </a:r>
          </a:p>
        </p:txBody>
      </p:sp>
      <p:sp>
        <p:nvSpPr>
          <p:cNvPr id="17" name="TextBox 16"/>
          <p:cNvSpPr txBox="1"/>
          <p:nvPr/>
        </p:nvSpPr>
        <p:spPr>
          <a:xfrm>
            <a:off x="1033272" y="5303520"/>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Do I need a monorepo for this?</a:t>
            </a:r>
          </a:p>
        </p:txBody>
      </p:sp>
      <p:sp>
        <p:nvSpPr>
          <p:cNvPr id="18" name="TextBox 17"/>
          <p:cNvSpPr txBox="1"/>
          <p:nvPr/>
        </p:nvSpPr>
        <p:spPr>
          <a:xfrm>
            <a:off x="1033272" y="5577840"/>
            <a:ext cx="4937760" cy="585216"/>
          </a:xfrm>
          <a:prstGeom prst="rect">
            <a:avLst/>
          </a:prstGeom>
          <a:noFill/>
        </p:spPr>
        <p:txBody>
          <a:bodyPr wrap="square" lIns="0" rIns="0" tIns="0" bIns="0" anchor="t">
            <a:spAutoFit/>
          </a:bodyPr>
          <a:lstStyle/>
          <a:p>
            <a:pPr algn="l"/>
            <a:r>
              <a:rPr sz="1000" b="0" i="0">
                <a:solidFill>
                  <a:srgbClr val="4D4D4D"/>
                </a:solidFill>
                <a:latin typeface="AA Zuehlke"/>
              </a:rPr>
              <a:t>No. The atomizer works on a single project. It is affected that needs several projects before it earns its keep.</a:t>
            </a:r>
          </a:p>
        </p:txBody>
      </p:sp>
      <p:sp>
        <p:nvSpPr>
          <p:cNvPr id="19" name="TextBox 18"/>
          <p:cNvSpPr txBox="1"/>
          <p:nvPr/>
        </p:nvSpPr>
        <p:spPr>
          <a:xfrm>
            <a:off x="6245352" y="1572768"/>
            <a:ext cx="365760" cy="274320"/>
          </a:xfrm>
          <a:prstGeom prst="rect">
            <a:avLst/>
          </a:prstGeom>
          <a:noFill/>
        </p:spPr>
        <p:txBody>
          <a:bodyPr wrap="square" lIns="0" rIns="0" tIns="0" bIns="0" anchor="t">
            <a:spAutoFit/>
          </a:bodyPr>
          <a:lstStyle/>
          <a:p>
            <a:pPr algn="l"/>
            <a:r>
              <a:rPr sz="1000" b="0" i="0">
                <a:solidFill>
                  <a:srgbClr val="B35F00"/>
                </a:solidFill>
                <a:latin typeface="Consolas"/>
              </a:rPr>
              <a:t>06</a:t>
            </a:r>
          </a:p>
        </p:txBody>
      </p:sp>
      <p:sp>
        <p:nvSpPr>
          <p:cNvPr id="20" name="TextBox 19"/>
          <p:cNvSpPr txBox="1"/>
          <p:nvPr/>
        </p:nvSpPr>
        <p:spPr>
          <a:xfrm>
            <a:off x="6656832" y="1572768"/>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One app has 200 specs, the others have 5?</a:t>
            </a:r>
          </a:p>
        </p:txBody>
      </p:sp>
      <p:sp>
        <p:nvSpPr>
          <p:cNvPr id="21" name="TextBox 20"/>
          <p:cNvSpPr txBox="1"/>
          <p:nvPr/>
        </p:nvSpPr>
        <p:spPr>
          <a:xfrm>
            <a:off x="6656832" y="1847088"/>
            <a:ext cx="4937760" cy="585216"/>
          </a:xfrm>
          <a:prstGeom prst="rect">
            <a:avLst/>
          </a:prstGeom>
          <a:noFill/>
        </p:spPr>
        <p:txBody>
          <a:bodyPr wrap="square" lIns="0" rIns="0" tIns="0" bIns="0" anchor="t">
            <a:spAutoFit/>
          </a:bodyPr>
          <a:lstStyle/>
          <a:p>
            <a:pPr algn="l"/>
            <a:r>
              <a:rPr sz="1000" b="0" i="0">
                <a:solidFill>
                  <a:srgbClr val="4D4D4D"/>
                </a:solidFill>
                <a:latin typeface="AA Zuehlke"/>
              </a:rPr>
              <a:t>That is exactly when sharding beats a per-app matrix. Shard the big one; leave the small ones a runner each.</a:t>
            </a:r>
          </a:p>
        </p:txBody>
      </p:sp>
      <p:sp>
        <p:nvSpPr>
          <p:cNvPr id="22" name="TextBox 21"/>
          <p:cNvSpPr txBox="1"/>
          <p:nvPr/>
        </p:nvSpPr>
        <p:spPr>
          <a:xfrm>
            <a:off x="6245352" y="2505456"/>
            <a:ext cx="365760" cy="274320"/>
          </a:xfrm>
          <a:prstGeom prst="rect">
            <a:avLst/>
          </a:prstGeom>
          <a:noFill/>
        </p:spPr>
        <p:txBody>
          <a:bodyPr wrap="square" lIns="0" rIns="0" tIns="0" bIns="0" anchor="t">
            <a:spAutoFit/>
          </a:bodyPr>
          <a:lstStyle/>
          <a:p>
            <a:pPr algn="l"/>
            <a:r>
              <a:rPr sz="1000" b="0" i="0">
                <a:solidFill>
                  <a:srgbClr val="B35F00"/>
                </a:solidFill>
                <a:latin typeface="Consolas"/>
              </a:rPr>
              <a:t>07</a:t>
            </a:r>
          </a:p>
        </p:txBody>
      </p:sp>
      <p:sp>
        <p:nvSpPr>
          <p:cNvPr id="23" name="TextBox 22"/>
          <p:cNvSpPr txBox="1"/>
          <p:nvPr/>
        </p:nvSpPr>
        <p:spPr>
          <a:xfrm>
            <a:off x="6656832" y="2505456"/>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Will 30 targets cost more CI minutes?</a:t>
            </a:r>
          </a:p>
        </p:txBody>
      </p:sp>
      <p:sp>
        <p:nvSpPr>
          <p:cNvPr id="24" name="TextBox 23"/>
          <p:cNvSpPr txBox="1"/>
          <p:nvPr/>
        </p:nvSpPr>
        <p:spPr>
          <a:xfrm>
            <a:off x="6656832" y="2779776"/>
            <a:ext cx="4937760" cy="585216"/>
          </a:xfrm>
          <a:prstGeom prst="rect">
            <a:avLst/>
          </a:prstGeom>
          <a:noFill/>
        </p:spPr>
        <p:txBody>
          <a:bodyPr wrap="square" lIns="0" rIns="0" tIns="0" bIns="0" anchor="t">
            <a:spAutoFit/>
          </a:bodyPr>
          <a:lstStyle/>
          <a:p>
            <a:pPr algn="l"/>
            <a:r>
              <a:rPr sz="1000" b="0" i="0">
                <a:solidFill>
                  <a:srgbClr val="4D4D4D"/>
                </a:solidFill>
                <a:latin typeface="AA Zuehlke"/>
              </a:rPr>
              <a:t>It went 48m to 25m on the real project, and a replayed job bills almost nothing. More runners does mean more concurrency — measure yours.</a:t>
            </a:r>
          </a:p>
        </p:txBody>
      </p:sp>
      <p:sp>
        <p:nvSpPr>
          <p:cNvPr id="25" name="TextBox 24"/>
          <p:cNvSpPr txBox="1"/>
          <p:nvPr/>
        </p:nvSpPr>
        <p:spPr>
          <a:xfrm>
            <a:off x="6245352" y="3438144"/>
            <a:ext cx="365760" cy="274320"/>
          </a:xfrm>
          <a:prstGeom prst="rect">
            <a:avLst/>
          </a:prstGeom>
          <a:noFill/>
        </p:spPr>
        <p:txBody>
          <a:bodyPr wrap="square" lIns="0" rIns="0" tIns="0" bIns="0" anchor="t">
            <a:spAutoFit/>
          </a:bodyPr>
          <a:lstStyle/>
          <a:p>
            <a:pPr algn="l"/>
            <a:r>
              <a:rPr sz="1000" b="0" i="0">
                <a:solidFill>
                  <a:srgbClr val="B35F00"/>
                </a:solidFill>
                <a:latin typeface="Consolas"/>
              </a:rPr>
              <a:t>08</a:t>
            </a:r>
          </a:p>
        </p:txBody>
      </p:sp>
      <p:sp>
        <p:nvSpPr>
          <p:cNvPr id="26" name="TextBox 25"/>
          <p:cNvSpPr txBox="1"/>
          <p:nvPr/>
        </p:nvSpPr>
        <p:spPr>
          <a:xfrm>
            <a:off x="6656832" y="3438144"/>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What about shared test data?</a:t>
            </a:r>
          </a:p>
        </p:txBody>
      </p:sp>
      <p:sp>
        <p:nvSpPr>
          <p:cNvPr id="27" name="TextBox 26"/>
          <p:cNvSpPr txBox="1"/>
          <p:nvPr/>
        </p:nvSpPr>
        <p:spPr>
          <a:xfrm>
            <a:off x="6656832" y="3712463"/>
            <a:ext cx="4937760" cy="585216"/>
          </a:xfrm>
          <a:prstGeom prst="rect">
            <a:avLst/>
          </a:prstGeom>
          <a:noFill/>
        </p:spPr>
        <p:txBody>
          <a:bodyPr wrap="square" lIns="0" rIns="0" tIns="0" bIns="0" anchor="t">
            <a:spAutoFit/>
          </a:bodyPr>
          <a:lstStyle/>
          <a:p>
            <a:pPr algn="l"/>
            <a:r>
              <a:rPr sz="1000" b="0" i="0">
                <a:solidFill>
                  <a:srgbClr val="4D4D4D"/>
                </a:solidFill>
                <a:latin typeface="AA Zuehlke"/>
              </a:rPr>
              <a:t>The real blocker, and it is not an Nx problem. Specs must be independent before you can run them at once. Usually more work than the config.</a:t>
            </a:r>
          </a:p>
        </p:txBody>
      </p:sp>
      <p:sp>
        <p:nvSpPr>
          <p:cNvPr id="28" name="TextBox 27"/>
          <p:cNvSpPr txBox="1"/>
          <p:nvPr/>
        </p:nvSpPr>
        <p:spPr>
          <a:xfrm>
            <a:off x="6245352" y="4370832"/>
            <a:ext cx="365760" cy="274320"/>
          </a:xfrm>
          <a:prstGeom prst="rect">
            <a:avLst/>
          </a:prstGeom>
          <a:noFill/>
        </p:spPr>
        <p:txBody>
          <a:bodyPr wrap="square" lIns="0" rIns="0" tIns="0" bIns="0" anchor="t">
            <a:spAutoFit/>
          </a:bodyPr>
          <a:lstStyle/>
          <a:p>
            <a:pPr algn="l"/>
            <a:r>
              <a:rPr sz="1000" b="0" i="0">
                <a:solidFill>
                  <a:srgbClr val="B35F00"/>
                </a:solidFill>
                <a:latin typeface="Consolas"/>
              </a:rPr>
              <a:t>09</a:t>
            </a:r>
          </a:p>
        </p:txBody>
      </p:sp>
      <p:sp>
        <p:nvSpPr>
          <p:cNvPr id="29" name="TextBox 28"/>
          <p:cNvSpPr txBox="1"/>
          <p:nvPr/>
        </p:nvSpPr>
        <p:spPr>
          <a:xfrm>
            <a:off x="6656832" y="4370832"/>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Does this work with Playwright?</a:t>
            </a:r>
          </a:p>
        </p:txBody>
      </p:sp>
      <p:sp>
        <p:nvSpPr>
          <p:cNvPr id="30" name="TextBox 29"/>
          <p:cNvSpPr txBox="1"/>
          <p:nvPr/>
        </p:nvSpPr>
        <p:spPr>
          <a:xfrm>
            <a:off x="6656832" y="4645152"/>
            <a:ext cx="4937760" cy="585216"/>
          </a:xfrm>
          <a:prstGeom prst="rect">
            <a:avLst/>
          </a:prstGeom>
          <a:noFill/>
        </p:spPr>
        <p:txBody>
          <a:bodyPr wrap="square" lIns="0" rIns="0" tIns="0" bIns="0" anchor="t">
            <a:spAutoFit/>
          </a:bodyPr>
          <a:lstStyle/>
          <a:p>
            <a:pPr algn="l"/>
            <a:r>
              <a:rPr sz="1000" b="0" i="0">
                <a:solidFill>
                  <a:srgbClr val="4D4D4D"/>
                </a:solidFill>
                <a:latin typeface="AA Zuehlke"/>
              </a:rPr>
              <a:t>Same atomizer, same gate. But Playwright already parallelises, so you mostly gain the cache. Previous slide has the detail.</a:t>
            </a:r>
          </a:p>
        </p:txBody>
      </p:sp>
      <p:sp>
        <p:nvSpPr>
          <p:cNvPr id="31" name="TextBox 30"/>
          <p:cNvSpPr txBox="1"/>
          <p:nvPr/>
        </p:nvSpPr>
        <p:spPr>
          <a:xfrm>
            <a:off x="6245352" y="5303520"/>
            <a:ext cx="365760" cy="274320"/>
          </a:xfrm>
          <a:prstGeom prst="rect">
            <a:avLst/>
          </a:prstGeom>
          <a:noFill/>
        </p:spPr>
        <p:txBody>
          <a:bodyPr wrap="square" lIns="0" rIns="0" tIns="0" bIns="0" anchor="t">
            <a:spAutoFit/>
          </a:bodyPr>
          <a:lstStyle/>
          <a:p>
            <a:pPr algn="l"/>
            <a:r>
              <a:rPr sz="1000" b="0" i="0">
                <a:solidFill>
                  <a:srgbClr val="B35F00"/>
                </a:solidFill>
                <a:latin typeface="Consolas"/>
              </a:rPr>
              <a:t>10</a:t>
            </a:r>
          </a:p>
        </p:txBody>
      </p:sp>
      <p:sp>
        <p:nvSpPr>
          <p:cNvPr id="32" name="TextBox 31"/>
          <p:cNvSpPr txBox="1"/>
          <p:nvPr/>
        </p:nvSpPr>
        <p:spPr>
          <a:xfrm>
            <a:off x="6656832" y="5303520"/>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How long did this take to set up?</a:t>
            </a:r>
          </a:p>
        </p:txBody>
      </p:sp>
      <p:sp>
        <p:nvSpPr>
          <p:cNvPr id="33" name="TextBox 32"/>
          <p:cNvSpPr txBox="1"/>
          <p:nvPr/>
        </p:nvSpPr>
        <p:spPr>
          <a:xfrm>
            <a:off x="6656832" y="5577840"/>
            <a:ext cx="4937760" cy="585216"/>
          </a:xfrm>
          <a:prstGeom prst="rect">
            <a:avLst/>
          </a:prstGeom>
          <a:noFill/>
        </p:spPr>
        <p:txBody>
          <a:bodyPr wrap="square" lIns="0" rIns="0" tIns="0" bIns="0" anchor="t">
            <a:spAutoFit/>
          </a:bodyPr>
          <a:lstStyle/>
          <a:p>
            <a:pPr algn="l"/>
            <a:r>
              <a:rPr sz="1000" b="0" i="0">
                <a:solidFill>
                  <a:srgbClr val="4D4D4D"/>
                </a:solidFill>
                <a:latin typeface="AA Zuehlke"/>
              </a:rPr>
              <a:t>The config is minutes. Reviewing a thousand tests took months. The tooling was never the hard part.</a:t>
            </a:r>
          </a:p>
        </p:txBody>
      </p:sp>
      <p:sp>
        <p:nvSpPr>
          <p:cNvPr id="34" name="TextBox 33"/>
          <p:cNvSpPr txBox="1"/>
          <p:nvPr/>
        </p:nvSpPr>
        <p:spPr>
          <a:xfrm>
            <a:off x="10881360" y="6345936"/>
            <a:ext cx="685800" cy="201168"/>
          </a:xfrm>
          <a:prstGeom prst="rect">
            <a:avLst/>
          </a:prstGeom>
          <a:noFill/>
        </p:spPr>
        <p:txBody>
          <a:bodyPr wrap="square" lIns="0" rIns="0" tIns="0" bIns="0" anchor="t">
            <a:spAutoFit/>
          </a:bodyPr>
          <a:lstStyle/>
          <a:p>
            <a:pPr algn="r"/>
            <a:fld id="{4ec3ca99-6af5-49de-83c0-eb5cef309fb5}" type="slidenum">
              <a:rPr lang="en-US" sz="800">
                <a:solidFill>
                  <a:srgbClr val="8C8C8C"/>
                </a:solidFill>
                <a:latin typeface="AA Zuehlke"/>
              </a:rPr>
              <a:t>1</a:t>
            </a:fld>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HAPETYPE" val="Copyright"/>
</p:tagLst>
</file>

<file path=ppt/tags/tag2.xml><?xml version="1.0" encoding="utf-8"?>
<p:tagLst xmlns:a="http://schemas.openxmlformats.org/drawingml/2006/main" xmlns:r="http://schemas.openxmlformats.org/officeDocument/2006/relationships" xmlns:p="http://schemas.openxmlformats.org/presentationml/2006/main">
  <p:tag name="SHAPETYPE" val="Date"/>
</p:tagLst>
</file>

<file path=ppt/tags/tag3.xml><?xml version="1.0" encoding="utf-8"?>
<p:tagLst xmlns:a="http://schemas.openxmlformats.org/drawingml/2006/main" xmlns:r="http://schemas.openxmlformats.org/officeDocument/2006/relationships" xmlns:p="http://schemas.openxmlformats.org/presentationml/2006/main">
  <p:tag name="SHAPETYPE" val="Date"/>
</p:tagLst>
</file>

<file path=ppt/tags/tag4.xml><?xml version="1.0" encoding="utf-8"?>
<p:tagLst xmlns:a="http://schemas.openxmlformats.org/drawingml/2006/main" xmlns:r="http://schemas.openxmlformats.org/officeDocument/2006/relationships" xmlns:p="http://schemas.openxmlformats.org/presentationml/2006/main">
  <p:tag name="SHAPETYPE" val="Copyright"/>
</p:tagLst>
</file>

<file path=ppt/tags/tag5.xml><?xml version="1.0" encoding="utf-8"?>
<p:tagLst xmlns:a="http://schemas.openxmlformats.org/drawingml/2006/main" xmlns:r="http://schemas.openxmlformats.org/officeDocument/2006/relationships" xmlns:p="http://schemas.openxmlformats.org/presentationml/2006/main">
  <p:tag name="SHAPETYPE" val="Date"/>
</p:tagLst>
</file>

<file path=ppt/tags/tag6.xml><?xml version="1.0" encoding="utf-8"?>
<p:tagLst xmlns:a="http://schemas.openxmlformats.org/drawingml/2006/main" xmlns:r="http://schemas.openxmlformats.org/officeDocument/2006/relationships" xmlns:p="http://schemas.openxmlformats.org/presentationml/2006/main">
  <p:tag name="SHAPETYPE" val="Copyright"/>
</p:tagLst>
</file>

<file path=ppt/tags/tag7.xml><?xml version="1.0" encoding="utf-8"?>
<p:tagLst xmlns:a="http://schemas.openxmlformats.org/drawingml/2006/main" xmlns:r="http://schemas.openxmlformats.org/officeDocument/2006/relationships" xmlns:p="http://schemas.openxmlformats.org/presentationml/2006/main">
  <p:tag name="SHAPETYPE" val="Date"/>
</p:tagLst>
</file>

<file path=ppt/tags/tag8.xml><?xml version="1.0" encoding="utf-8"?>
<p:tagLst xmlns:a="http://schemas.openxmlformats.org/drawingml/2006/main" xmlns:r="http://schemas.openxmlformats.org/officeDocument/2006/relationships" xmlns:p="http://schemas.openxmlformats.org/presentationml/2006/main">
  <p:tag name="SHAPETYPE" val="Copyright"/>
</p:tagLst>
</file>

<file path=ppt/tags/tag9.xml><?xml version="1.0" encoding="utf-8"?>
<p:tagLst xmlns:a="http://schemas.openxmlformats.org/drawingml/2006/main" xmlns:r="http://schemas.openxmlformats.org/officeDocument/2006/relationships" xmlns:p="http://schemas.openxmlformats.org/presentationml/2006/main">
  <p:tag name="SHAPETYPE" val="Date"/>
</p:tagLst>
</file>

<file path=ppt/tags/tag10.xml><?xml version="1.0" encoding="utf-8"?>
<p:tagLst xmlns:a="http://schemas.openxmlformats.org/drawingml/2006/main" xmlns:r="http://schemas.openxmlformats.org/officeDocument/2006/relationships" xmlns:p="http://schemas.openxmlformats.org/presentationml/2006/main">
  <p:tag name="SHAPETYPE" val="Copyright"/>
</p:tagLst>
</file>

<file path=ppt/tags/tag11.xml><?xml version="1.0" encoding="utf-8"?>
<p:tagLst xmlns:a="http://schemas.openxmlformats.org/drawingml/2006/main" xmlns:r="http://schemas.openxmlformats.org/officeDocument/2006/relationships" xmlns:p="http://schemas.openxmlformats.org/presentationml/2006/main">
  <p:tag name="SHAPETYPE" val="Date"/>
</p:tagLst>
</file>

<file path=ppt/theme/theme1.xml><?xml version="1.0" encoding="utf-8"?>
<a:theme xmlns:a="http://schemas.openxmlformats.org/drawingml/2006/main" name="Zühlke">
  <a:themeElements>
    <a:clrScheme name="Zühlke final">
      <a:dk1>
        <a:srgbClr val="4D4D4D"/>
      </a:dk1>
      <a:lt1>
        <a:sysClr val="window" lastClr="FFFFFF"/>
      </a:lt1>
      <a:dk2>
        <a:srgbClr val="985B9C"/>
      </a:dk2>
      <a:lt2>
        <a:srgbClr val="666666"/>
      </a:lt2>
      <a:accent1>
        <a:srgbClr val="0099CC"/>
      </a:accent1>
      <a:accent2>
        <a:srgbClr val="66CCFF"/>
      </a:accent2>
      <a:accent3>
        <a:srgbClr val="00CC66"/>
      </a:accent3>
      <a:accent4>
        <a:srgbClr val="CCCCCC"/>
      </a:accent4>
      <a:accent5>
        <a:srgbClr val="8C8C8C"/>
      </a:accent5>
      <a:accent6>
        <a:srgbClr val="CCFF00"/>
      </a:accent6>
      <a:hlink>
        <a:srgbClr val="985B9C"/>
      </a:hlink>
      <a:folHlink>
        <a:srgbClr val="4D4D4D"/>
      </a:folHlink>
    </a:clrScheme>
    <a:fontScheme name="Zuehlke TTF">
      <a:majorFont>
        <a:latin typeface="AA Zuehlke Medium"/>
        <a:ea typeface=""/>
        <a:cs typeface=""/>
      </a:majorFont>
      <a:minorFont>
        <a:latin typeface="AA Zuehlk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6350">
          <a:noFill/>
        </a:ln>
      </a:spPr>
      <a:bodyPr lIns="0" tIns="0" rIns="0" bIns="0" rtlCol="0" anchor="ctr"/>
      <a:lstStyle>
        <a:defPPr algn="ctr">
          <a:lnSpc>
            <a:spcPct val="120000"/>
          </a:lnSpc>
          <a:defRPr sz="1600" spc="2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w="9525">
          <a:solidFill>
            <a:schemeClr val="tx2">
              <a:alpha val="50000"/>
            </a:schemeClr>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216000" indent="-216000" algn="l">
          <a:lnSpc>
            <a:spcPct val="120000"/>
          </a:lnSpc>
          <a:spcBef>
            <a:spcPts val="200"/>
          </a:spcBef>
          <a:spcAft>
            <a:spcPts val="300"/>
          </a:spcAft>
          <a:buFont typeface="Wingdings 2" panose="05020102010507070707" pitchFamily="18" charset="2"/>
          <a:buChar char="¡"/>
          <a:defRPr sz="1600" spc="20" dirty="0" err="1" smtClean="0"/>
        </a:defPPr>
      </a:lstStyle>
    </a:txDef>
  </a:objectDefaults>
  <a:extraClrSchemeLst/>
  <a:custClrLst>
    <a:custClr name="Purple 100">
      <a:srgbClr val="985B9C"/>
    </a:custClr>
    <a:custClr name="Blue 100">
      <a:srgbClr val="0099CC"/>
    </a:custClr>
    <a:custClr name="Bright Blue 100">
      <a:srgbClr val="66CCFF"/>
    </a:custClr>
    <a:custClr name="Green 100">
      <a:srgbClr val="00CC66"/>
    </a:custClr>
    <a:custClr name="Bright Green 100">
      <a:srgbClr val="CCFF00"/>
    </a:custClr>
    <a:custClr name="Light Gray 100">
      <a:srgbClr val="CCCCCC"/>
    </a:custClr>
    <a:custClr name="Dark Gray 100">
      <a:srgbClr val="666666"/>
    </a:custClr>
    <a:custClr name="empty">
      <a:srgbClr val="FFFFFF"/>
    </a:custClr>
    <a:custClr name="empty">
      <a:srgbClr val="FFFFFF"/>
    </a:custClr>
    <a:custClr name="Orange 100">
      <a:srgbClr val="FF9900"/>
    </a:custClr>
    <a:custClr name="Purple 75">
      <a:srgbClr val="B284B5"/>
    </a:custClr>
    <a:custClr name="Blue 75">
      <a:srgbClr val="40B3D9"/>
    </a:custClr>
    <a:custClr name="Bright Blue 75">
      <a:srgbClr val="8CD9FF"/>
    </a:custClr>
    <a:custClr name="Green 75">
      <a:srgbClr val="40D98C"/>
    </a:custClr>
    <a:custClr name="Bright Green 75">
      <a:srgbClr val="D9FF40"/>
    </a:custClr>
    <a:custClr name="Light Gray 75">
      <a:srgbClr val="D9D9D9"/>
    </a:custClr>
    <a:custClr name="Dark Gray 75">
      <a:srgbClr val="8C8C8C"/>
    </a:custClr>
    <a:custClr name="empty">
      <a:srgbClr val="FFFFFF"/>
    </a:custClr>
    <a:custClr name="empty">
      <a:srgbClr val="FFFFFF"/>
    </a:custClr>
    <a:custClr name="Orange 75">
      <a:srgbClr val="FFB340"/>
    </a:custClr>
    <a:custClr name="Purple 50">
      <a:srgbClr val="CBADCD"/>
    </a:custClr>
    <a:custClr name="Blue 50">
      <a:srgbClr val="80CCE5"/>
    </a:custClr>
    <a:custClr name="Bright Blue 50">
      <a:srgbClr val="B2E5FF"/>
    </a:custClr>
    <a:custClr name="Green 50">
      <a:srgbClr val="80E5B2"/>
    </a:custClr>
    <a:custClr name="Bright Green 50">
      <a:srgbClr val="E5FF80"/>
    </a:custClr>
    <a:custClr name="Light Gray 50">
      <a:srgbClr val="E5E5E5"/>
    </a:custClr>
    <a:custClr name="Dark Gray 50">
      <a:srgbClr val="B2B2B2"/>
    </a:custClr>
    <a:custClr name="empty">
      <a:srgbClr val="FFFFFF"/>
    </a:custClr>
    <a:custClr name="empty">
      <a:srgbClr val="FFFFFF"/>
    </a:custClr>
    <a:custClr name="Orange 50">
      <a:srgbClr val="FFCC80"/>
    </a:custClr>
    <a:custClr name="Purple 25">
      <a:srgbClr val="E5D6E6"/>
    </a:custClr>
    <a:custClr name="Blue 25">
      <a:srgbClr val="BFE5F2"/>
    </a:custClr>
    <a:custClr name="Bright Blue 25">
      <a:srgbClr val="D9F2FF"/>
    </a:custClr>
    <a:custClr name="Green 25">
      <a:srgbClr val="BFF2D9"/>
    </a:custClr>
    <a:custClr name="Bright Green 25">
      <a:srgbClr val="F2FFBF"/>
    </a:custClr>
    <a:custClr name="Light Gray 25">
      <a:srgbClr val="F2F2F2"/>
    </a:custClr>
    <a:custClr name="Dark Gray 25">
      <a:srgbClr val="D9D9D9"/>
    </a:custClr>
    <a:custClr name="empty">
      <a:srgbClr val="FFFFFF"/>
    </a:custClr>
    <a:custClr name="empty">
      <a:srgbClr val="FFFFFF"/>
    </a:custClr>
    <a:custClr name="Orange 25">
      <a:srgbClr val="FFE5BF"/>
    </a:custClr>
  </a:custClrLst>
  <a:extLst>
    <a:ext uri="{05A4C25C-085E-4340-85A3-A5531E510DB2}">
      <thm15:themeFamily xmlns:thm15="http://schemas.microsoft.com/office/thememl/2012/main" name="K16_Zuehlke_Master_DE_20220503-VIML0374.potx" id="{3A227FDB-4CFA-47FF-B668-4FB7B4F1D6B7}" vid="{18333380-08C3-43D1-B13D-7707F8736D0D}"/>
    </a:ext>
  </a:extLst>
</a:theme>
</file>

<file path=ppt/theme/theme2.xml><?xml version="1.0" encoding="utf-8"?>
<a:theme xmlns:a="http://schemas.openxmlformats.org/drawingml/2006/main" name="Office">
  <a:themeElements>
    <a:clrScheme name="Zühlke final">
      <a:dk1>
        <a:srgbClr val="4D4D4D"/>
      </a:dk1>
      <a:lt1>
        <a:sysClr val="window" lastClr="FFFFFF"/>
      </a:lt1>
      <a:dk2>
        <a:srgbClr val="985B9C"/>
      </a:dk2>
      <a:lt2>
        <a:srgbClr val="666666"/>
      </a:lt2>
      <a:accent1>
        <a:srgbClr val="0099CC"/>
      </a:accent1>
      <a:accent2>
        <a:srgbClr val="66CCFF"/>
      </a:accent2>
      <a:accent3>
        <a:srgbClr val="00CC66"/>
      </a:accent3>
      <a:accent4>
        <a:srgbClr val="CCCCCC"/>
      </a:accent4>
      <a:accent5>
        <a:srgbClr val="8C8C8C"/>
      </a:accent5>
      <a:accent6>
        <a:srgbClr val="CCFF00"/>
      </a:accent6>
      <a:hlink>
        <a:srgbClr val="985B9C"/>
      </a:hlink>
      <a:folHlink>
        <a:srgbClr val="4D4D4D"/>
      </a:folHlink>
    </a:clrScheme>
    <a:fontScheme name="Zuehlke final">
      <a:majorFont>
        <a:latin typeface="AA Zuehlke Med OTPS"/>
        <a:ea typeface=""/>
        <a:cs typeface=""/>
      </a:majorFont>
      <a:minorFont>
        <a:latin typeface="AA Zuehlke OTP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Zühlke final">
      <a:dk1>
        <a:srgbClr val="4D4D4D"/>
      </a:dk1>
      <a:lt1>
        <a:sysClr val="window" lastClr="FFFFFF"/>
      </a:lt1>
      <a:dk2>
        <a:srgbClr val="985B9C"/>
      </a:dk2>
      <a:lt2>
        <a:srgbClr val="666666"/>
      </a:lt2>
      <a:accent1>
        <a:srgbClr val="0099CC"/>
      </a:accent1>
      <a:accent2>
        <a:srgbClr val="66CCFF"/>
      </a:accent2>
      <a:accent3>
        <a:srgbClr val="00CC66"/>
      </a:accent3>
      <a:accent4>
        <a:srgbClr val="CCCCCC"/>
      </a:accent4>
      <a:accent5>
        <a:srgbClr val="8C8C8C"/>
      </a:accent5>
      <a:accent6>
        <a:srgbClr val="CCFF00"/>
      </a:accent6>
      <a:hlink>
        <a:srgbClr val="985B9C"/>
      </a:hlink>
      <a:folHlink>
        <a:srgbClr val="4D4D4D"/>
      </a:folHlink>
    </a:clrScheme>
    <a:fontScheme name="Zuehlke final">
      <a:majorFont>
        <a:latin typeface="AA Zuehlke Med OTPS"/>
        <a:ea typeface=""/>
        <a:cs typeface=""/>
      </a:majorFont>
      <a:minorFont>
        <a:latin typeface="AA Zuehlke OTP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item1.xml><?xml version="1.0" encoding="utf-8"?>
<TemplafyFormConfiguration><![CDATA[{"formFields":[{"distinct":false,"hideIfNoUserInteractionRequired":false,"required":true,"autoSelectFirstOption":false,"shareValue":false,"type":"dropDown","dataSourceName":"PrivacyInformation","dataSourceFieldName":"PrivacyInformation","name":"Privacy_Information","label":"Privacy"}],"formDataEntries":[{"name":"Privacy_Information","value":"SS0W9a7Msxtj74vRSLg5pFGPNg16z3hLckrjz3UFUok="}]}]]></TemplafyFormConfiguration>
</file>

<file path=customXml/item2.xml><?xml version="1.0" encoding="utf-8"?>
<TemplafySlideTemplateConfiguration><![CDATA[{"slideVersion":1,"isValidatorEnabled":false,"isLocked":false,"elementsMetadata":[{"type":"shape","elementConfiguration":{"visibility":"{{IfElse(Equals(Form.Privacy_Information.Name, \"Strictly Confidential\"), VisibilityType.Visible, VisibilityType.Hidden)}}","type":"text","disableUpdates":false}},{"type":"shape","elementConfiguration":{"visibility":"{{IfElse(Equals(Form.Privacy_Information.Name, \"Restricted\"), VisibilityType.Visible, VisibilityType.Hidden)}}","type":"text","disableUpdates":false}},{"type":"shape","elementConfiguration":{"visibility":"{{IfElse(Equals(Form.Privacy_Information.Name, \"Confidential\"), VisibilityType.Visible, VisibilityType.Hidden)}}","type":"text","disableUpdates":false}},{"type":"shape","elementConfiguration":{"visibility":"{{IfElse(Equals(Form.Privacy_Information.Name, \"Public\"), VisibilityType.Visible, VisibilityType.Hidden)}}","type":"text","disableUpdates":false}}],"slideId":"1203479343598403589","enableDocumentContentUpdater":false,"version":"2.0"}]]></TemplafySlideTemplateConfiguration>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TemplafySlideTemplateConfiguration><![CDATA[{"slideVersion":1,"isValidatorEnabled":false,"isLocked":false,"elementsMetadata":[],"slideId":"1203479343598403588","enableDocumentContentUpdater":false,"version":"2.0"}]]></TemplafySlideTemplateConfiguration>
</file>

<file path=customXml/item5.xml><?xml version="1.0" encoding="utf-8"?>
<TemplafySlideFormConfiguration><![CDATA[{"formFields":[{"distinct":false,"hideIfNoUserInteractionRequired":false,"required":true,"autoSelectFirstOption":false,"shareValue":false,"type":"dropDown","dataSourceName":"PrivacyInformation","dataSourceFieldName":"PrivacyInformation","name":"Privacy_Information","label":"Privacy"}],"formDataEntries":[]}]]></TemplafySlideFormConfiguration>
</file>

<file path=customXml/item6.xml><?xml version="1.0" encoding="utf-8"?>
<TemplafySlideFormConfiguration><![CDATA[{"formFields":[],"formDataEntries":[]}]]></TemplafySlideFormConfiguration>
</file>

<file path=customXml/item7.xml><?xml version="1.0" encoding="utf-8"?>
<TemplafySlideFormConfiguration><![CDATA[{"formFields":[],"formDataEntries":[]}]]></TemplafySlideFormConfiguration>
</file>

<file path=customXml/item8.xml><?xml version="1.0" encoding="utf-8"?>
<TemplafyTemplateConfiguration><![CDATA[{"elementsMetadata":[{"type":"shape","id":"f9a2d3fb-29b4-4c08-9b06-1e2b9462c5b9","elementConfiguration":{"type":"text","disableUpdates":false}},{"type":"shape","id":"6e71ee88-ddab-4101-ba1a-fa72ee9abd83","elementConfiguration":{"binding":"{{FormatDateTime(Now(),Translate(\"Format_CustomD\",UserProfile.DocumentLanguage.Language.Language),UserProfile.DocumentLanguage.Language.Language)}}","visibility":"","type":"text","disableUpdates":false}},{"type":"shape","id":"0d930c8d-a4e4-46f0-a2fb-a1ad09b4a173","elementConfiguration":{"visibility":"{{IfElse(Equals(Form.Privacy_Information.Name, \"Strictly Confidential\"), VisibilityType.Visible, VisibilityType.Hidden)}}","type":"text","disableUpdates":false}},{"type":"shape","id":"a316e1cf-372f-4a06-a118-20b1c704e023","elementConfiguration":{"visibility":"{{IfElse(Equals(Form.Privacy_Information.Name, \"Restricted\"), VisibilityType.Visible, VisibilityType.Hidden)}}","type":"text","disableUpdates":false}},{"type":"shape","id":"fbed5710-1bee-488e-9e7d-775108265cf5","elementConfiguration":{"visibility":"{{IfElse(Equals(Form.Privacy_Information.Name, \"Confidential\"), VisibilityType.Visible, VisibilityType.Hidden)}}","type":"text","disableUpdates":false}},{"type":"shape","id":"6014af1b-d4cc-4756-b3c6-2e6b121ff45f","elementConfiguration":{"visibility":"{{IfElse(Equals(Form.Privacy_Information.Name, \"Public\"), VisibilityType.Visible, VisibilityType.Hidden)}}","type":"text","disableUpdates":false}},{"type":"shape","id":"2a48145c-16a0-4da3-8765-3ad6c48fb42a","elementConfiguration":{"binding":"{{UserProfile.Name}}","type":"text","disableUpdates":false}},{"type":"shape","id":"8da2efac-df4b-4bc4-97e9-2e43a7cf8120","elementConfiguration":{"visibility":"{{IfElse(Equals(Form.Privacy_Information.Name, \"Strictly Confidential\"), VisibilityType.Visible, VisibilityType.Hidden)}}","type":"text","disableUpdates":false}},{"type":"shape","id":"2657aa09-e5cc-41f7-89e0-d902c6905f3a","elementConfiguration":{"visibility":"{{IfElse(Equals(Form.Privacy_Information.Name, \"Restricted\"), VisibilityType.Visible, VisibilityType.Hidden)}}","type":"text","disableUpdates":false}},{"type":"shape","id":"b0ec8b90-8ab9-42c1-b7aa-0c426ebeb139","elementConfiguration":{"visibility":"{{IfElse(Equals(Form.Privacy_Information.Name, \"Confidential\"), VisibilityType.Visible, VisibilityType.Hidden)}}","type":"text","disableUpdates":false}},{"type":"shape","id":"43a2a11d-1ad7-4120-b41c-bad828eaef9c","elementConfiguration":{"visibility":"{{IfElse(Equals(Form.Privacy_Information.Name, \"Public\"), VisibilityType.Visible, VisibilityType.Hidden)}}","type":"text","disableUpdates":false}},{"type":"shape","id":"9115427a-ca6d-4b62-b8f2-312a7a01b01d","elementConfiguration":{"visibility":"{{IfElse(Equals(Form.Privacy_Information.Name, \"Strictly Confidential\"), VisibilityType.Visible, VisibilityType.Hidden)}}","type":"text","disableUpdates":false}},{"type":"shape","id":"d9e384c8-8057-44af-9546-17be25aa59fe","elementConfiguration":{"visibility":"{{IfElse(Equals(Form.Privacy_Information.Name, \"Restricted\"), VisibilityType.Visible, VisibilityType.Hidden)}}","type":"text","disableUpdates":false}},{"type":"shape","id":"e1b152e5-53a6-40c1-acf4-34f275cae1c7","elementConfiguration":{"visibility":"{{IfElse(Equals(Form.Privacy_Information.Name, \"Confidential\"), VisibilityType.Visible, VisibilityType.Hidden)}}","type":"text","disableUpdates":false}},{"type":"shape","id":"fbd83bc6-1acb-484a-81e7-4c7f916ce7eb","elementConfiguration":{"visibility":"{{IfElse(Equals(Form.Privacy_Information.Name, \"Public\"), VisibilityType.Visible, VisibilityType.Hidden)}}","type":"text","disableUpdates":false}},{"type":"shape","id":"1a91a5e6-be32-4d0b-a4ff-a295fa0892ce","elementConfiguration":{"binding":"{{FormatDateTime(Now(),Translate(\"Format_CustomD\",UserProfile.DocumentLanguage.Language.Language),UserProfile.DocumentLanguage.Language.Language)}}","visibility":"","type":"text","disableUpdates":false}},{"type":"shape","id":"b0795fd8-6824-448a-b377-658130ed8dd3","elementConfiguration":{"type":"text","disableUpdates":false}},{"type":"shape","id":"fa29821e-0746-44d3-b411-e8c8c740f4ce","elementConfiguration":{"binding":"{{UserProfile.Name}}","type":"text","disableUpdates":false}},{"type":"shape","id":"f8cb18f1-e175-49df-b1a7-7957b8f5e5e4","elementConfiguration":{"binding":"{{FormatDateTime(Now(),Translate(\"Format_CustomD\",UserProfile.DocumentLanguage.Language.Language),UserProfile.DocumentLanguage.Language.Language)}}","visibility":"","type":"text","disableUpdates":false}},{"type":"shape","id":"c804e6b3-aafb-475c-867a-fb25946db483","elementConfiguration":{"type":"text","disableUpdates":false}},{"type":"shape","id":"1b8dc7d3-56b7-48aa-ba55-107e39bb382c","elementConfiguration":{"binding":"{{UserProfile.Name}}","type":"text","disableUpdates":false}},{"type":"shape","id":"919f0938-577d-4b54-a820-79855e69df10","elementConfiguration":{"binding":"{{FormatDateTime(Now(),Translate(\"Format_CustomD\",UserProfile.DocumentLanguage.Language.Language),UserProfile.DocumentLanguage.Language.Language)}}","visibility":"","type":"text","disableUpdates":false}},{"type":"shape","id":"26b7f5da-a6f2-4c6e-8a06-cfd2927cb4f9","elementConfiguration":{"visibility":"{{IfElse(Equals(Form.Privacy_Information.Name, \"Strictly Confidential\"), VisibilityType.Visible, VisibilityType.Hidden)}}","type":"text","disableUpdates":false}},{"type":"shape","id":"924a6879-59c5-4c47-ad82-7df672d8ddde","elementConfiguration":{"visibility":"{{IfElse(Equals(Form.Privacy_Information.Name, \"Restricted\"), VisibilityType.Visible, VisibilityType.Hidden)}}","type":"text","disableUpdates":false}},{"type":"shape","id":"cbc2b048-85e8-45c2-94b4-308560df8911","elementConfiguration":{"visibility":"{{IfElse(Equals(Form.Privacy_Information.Name, \"Confidential\"), VisibilityType.Visible, VisibilityType.Hidden)}}","type":"text","disableUpdates":false}},{"type":"shape","id":"72e680bd-45cf-4917-943e-827c25f9dcff","elementConfiguration":{"visibility":"{{IfElse(Equals(Form.Privacy_Information.Name, \"Public\"), VisibilityType.Visible, VisibilityType.Hidden)}}","type":"text","disableUpdates":false}},{"type":"shape","id":"03542bf9-ff15-4683-9d0d-7fba46ed1e84","elementConfiguration":{"type":"text","disableUpdates":false}},{"type":"shape","id":"da198c31-01ce-49e3-9695-862858920b9a","elementConfiguration":{"binding":"{{UserProfile.Name}}","type":"text","disableUpdates":false}},{"type":"shape","id":"4bbb2971-a795-40b7-abdf-fb9b9a2e1fff","elementConfiguration":{"visibility":"{{IfElse(Equals(Form.Privacy_Information.Name, \"Strictly Confidential\"), VisibilityType.Visible, VisibilityType.Hidden)}}","type":"text","disableUpdates":false}},{"type":"shape","id":"92f569b2-e339-4c03-9312-69c886fb6143","elementConfiguration":{"visibility":"{{IfElse(Equals(Form.Privacy_Information.Name, \"Restricted\"), VisibilityType.Visible, VisibilityType.Hidden)}}","type":"text","disableUpdates":false}},{"type":"shape","id":"e4089d13-fcff-464e-86b5-d908813ef37d","elementConfiguration":{"visibility":"{{IfElse(Equals(Form.Privacy_Information.Name, \"Confidential\"), VisibilityType.Visible, VisibilityType.Hidden)}}","type":"text","disableUpdates":false}},{"type":"shape","id":"b76f8af2-9b68-4d95-b3cf-21363d414963","elementConfiguration":{"visibility":"{{IfElse(Equals(Form.Privacy_Information.Name, \"Public\"), VisibilityType.Visible, VisibilityType.Hidden)}}","type":"text","disableUpdates":false}},{"type":"shape","id":"f9d10145-04ce-4a22-ac57-e3c83150a809","elementConfiguration":{"type":"text","disableUpdates":false}},{"type":"shape","id":"c11c4ee8-81b2-48c7-a6e1-63f088b0e233","elementConfiguration":{"binding":"{{FormatDateTime(Now(),Translate(\"Format_CustomD\",UserProfile.DocumentLanguage.Language.Language),UserProfile.DocumentLanguage.Language.Language)}}","visibility":"","type":"text","disableUpdates":false}},{"type":"shape","id":"da246afd-eafe-484a-a60d-9b43b7324718","elementConfiguration":{"binding":"{{UserProfile.Name}}","type":"text","disableUpdates":false}},{"type":"shape","id":"69e38442-a7f4-4b91-8a93-20b323899f34","elementConfiguration":{"visibility":"{{IfElse(Equals(Form.Privacy_Information.Name, \"Strictly Confidential\"), VisibilityType.Visible, VisibilityType.Hidden)}}","type":"text","disableUpdates":false}},{"type":"shape","id":"df237993-c1b8-4950-9ff4-1f96bd2e05c1","elementConfiguration":{"visibility":"{{IfElse(Equals(Form.Privacy_Information.Name, \"Restricted\"), VisibilityType.Visible, VisibilityType.Hidden)}}","type":"text","disableUpdates":false}},{"type":"shape","id":"addcc641-c720-4805-a044-ad91b9e2141a","elementConfiguration":{"visibility":"{{IfElse(Equals(Form.Privacy_Information.Name, \"Confidential\"), VisibilityType.Visible, VisibilityType.Hidden)}}","type":"text","disableUpdates":false}},{"type":"shape","id":"16405761-2f40-48ab-adbd-9f0b46669282","elementConfiguration":{"visibility":"{{IfElse(Equals(Form.Privacy_Information.Name, \"Public\"), VisibilityType.Visible, VisibilityType.Hidden)}}","type":"text","disableUpdates":false}},{"type":"shape","id":"66c3ba53-4b91-4203-a4d3-cb0cbe6a9915","elementConfiguration":{"type":"text","disableUpdates":false}},{"type":"shape","id":"9c90a46e-c052-412c-a81b-dd51d56196c9","elementConfiguration":{"binding":"{{FormatDateTime(Now(),Translate(\"Format_CustomD\",UserProfile.DocumentLanguage.Language.Language),UserProfile.DocumentLanguage.Language.Language)}}","visibility":"","type":"text","disableUpdates":false}},{"type":"shape","id":"3eddb78a-7e4f-4e89-9eed-f66e9a676648","elementConfiguration":{"binding":"{{UserProfile.Name}}","type":"text","disableUpdates":false}}],"transformationConfigurations":[],"templateName":"Zuehlke Master (English)","templateDescription":"","enableDocumentContentUpdater":true,"version":"2.0"}]]></TemplafyTemplateConfiguration>
</file>

<file path=customXml/item9.xml><?xml version="1.0" encoding="utf-8"?>
<ct:contentTypeSchema xmlns:ct="http://schemas.microsoft.com/office/2006/metadata/contentType" xmlns:ma="http://schemas.microsoft.com/office/2006/metadata/properties/metaAttributes" ct:_="" ma:_="" ma:contentTypeName="Document" ma:contentTypeID="0x010100AED8E6AD952BA74A855EB02C79D83CD1" ma:contentTypeVersion="21" ma:contentTypeDescription="Een nieuw document maken." ma:contentTypeScope="" ma:versionID="70c7e8f7f8dec0797a309982e418a14f">
  <xsd:schema xmlns:xsd="http://www.w3.org/2001/XMLSchema" xmlns:xs="http://www.w3.org/2001/XMLSchema" xmlns:p="http://schemas.microsoft.com/office/2006/metadata/properties" xmlns:ns2="2f7262f3-19e3-4c38-834c-996e2cec5b6c" xmlns:ns3="6b2685c3-cb74-402e-89a3-cd359bd59e48" targetNamespace="http://schemas.microsoft.com/office/2006/metadata/properties" ma:root="true" ma:fieldsID="dcf1b6941baf25605f9a06755b8e3dd4" ns2:_="" ns3:_="">
    <xsd:import namespace="2f7262f3-19e3-4c38-834c-996e2cec5b6c"/>
    <xsd:import namespace="6b2685c3-cb74-402e-89a3-cd359bd59e48"/>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Onderwerp" minOccurs="0"/>
                <xsd:element ref="ns2:Behandelaar"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f7262f3-19e3-4c38-834c-996e2cec5b6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Onderwerp" ma:index="17" nillable="true" ma:displayName="Onderwerp" ma:format="Dropdown" ma:internalName="Onderwerp">
      <xsd:simpleType>
        <xsd:restriction base="dms:Note">
          <xsd:maxLength value="255"/>
        </xsd:restriction>
      </xsd:simpleType>
    </xsd:element>
    <xsd:element name="Behandelaar" ma:index="18" nillable="true" ma:displayName="Behandelaar" ma:format="Dropdown" ma:internalName="Behandelaar">
      <xsd:simpleType>
        <xsd:restriction base="dms:Note">
          <xsd:maxLength value="255"/>
        </xsd:restriction>
      </xsd:simpleType>
    </xsd:element>
    <xsd:element name="MediaLengthInSeconds" ma:index="21"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Afbeeldingtags" ma:readOnly="false" ma:fieldId="{5cf76f15-5ced-4ddc-b409-7134ff3c332f}" ma:taxonomyMulti="true" ma:sspId="abf9d911-60e3-4694-aed6-bc66dbc4cb50" ma:termSetId="09814cd3-568e-fe90-9814-8d621ff8fb84" ma:anchorId="fba54fb3-c3e1-fe81-a776-ca4b69148c4d" ma:open="true" ma:isKeyword="false">
      <xsd:complexType>
        <xsd:sequence>
          <xsd:element ref="pc:Terms" minOccurs="0" maxOccurs="1"/>
        </xsd:sequence>
      </xsd:complexType>
    </xsd:element>
    <xsd:element name="MediaServiceLocation" ma:index="25" nillable="true" ma:displayName="Location" ma:description="" ma:indexed="true" ma:internalName="MediaServiceLocation"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b2685c3-cb74-402e-89a3-cd359bd59e48" elementFormDefault="qualified">
    <xsd:import namespace="http://schemas.microsoft.com/office/2006/documentManagement/types"/>
    <xsd:import namespace="http://schemas.microsoft.com/office/infopath/2007/PartnerControls"/>
    <xsd:element name="SharedWithUsers" ma:index="1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Gedeeld met details" ma:internalName="SharedWithDetails" ma:readOnly="true">
      <xsd:simpleType>
        <xsd:restriction base="dms:Note">
          <xsd:maxLength value="255"/>
        </xsd:restriction>
      </xsd:simpleType>
    </xsd:element>
    <xsd:element name="TaxCatchAll" ma:index="24" nillable="true" ma:displayName="Taxonomy Catch All Column" ma:hidden="true" ma:list="{98d5de34-ad4f-44a5-8d4b-69f89eec7447}" ma:internalName="TaxCatchAll" ma:showField="CatchAllData" ma:web="6b2685c3-cb74-402e-89a3-cd359bd59e4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0.xml><?xml version="1.0" encoding="utf-8"?>
<TemplafySlideFormConfiguration><![CDATA[{"formFields":[],"formDataEntries":[]}]]></TemplafySlideFormConfiguration>
</file>

<file path=customXml/item11.xml><?xml version="1.0" encoding="utf-8"?>
<TemplafySlideFormConfiguration><![CDATA[{"formFields":[{"distinct":false,"hideIfNoUserInteractionRequired":false,"required":true,"autoSelectFirstOption":false,"shareValue":false,"type":"dropDown","dataSourceName":"PrivacyInformation","dataSourceFieldName":"PrivacyInformation","name":"Privacy_Information","label":"Privacy"}],"formDataEntries":[]}]]></TemplafySlideFormConfiguration>
</file>

<file path=customXml/item12.xml><?xml version="1.0" encoding="utf-8"?>
<TemplafySlideFormConfiguration><![CDATA[{"formFields":[],"formDataEntries":[]}]]></TemplafySlideFormConfiguration>
</file>

<file path=customXml/item13.xml><?xml version="1.0" encoding="utf-8"?>
<TemplafySlideTemplateConfiguration><![CDATA[{"slideVersion":1,"isValidatorEnabled":false,"isLocked":false,"elementsMetadata":[],"slideId":"1203479343598403587","enableDocumentContentUpdater":false,"version":"2.0"}]]></TemplafySlideTemplateConfiguration>
</file>

<file path=customXml/item14.xml><?xml version="1.0" encoding="utf-8"?>
<TemplafySlideTemplateConfiguration><![CDATA[{"slideVersion":1,"isValidatorEnabled":false,"isLocked":false,"elementsMetadata":[{"type":"shape","elementConfiguration":{"type":"text","disableUpdates":false}},{"type":"shape","elementConfiguration":{"binding":"{{FormatDateTime(Now(),Translate(\"Format_CustomD\",UserProfile.DocumentLanguage.Language.Language),UserProfile.DocumentLanguage.Language.Language)}}","visibility":"","type":"text","disableUpdates":false}},{"type":"shape","elementConfiguration":{"binding":"{{UserProfile.Name}}","type":"text","disableUpdates":false}}],"slideId":"1203479343598403584","enableDocumentContentUpdater":false,"version":"2.0"}]]></TemplafySlideTemplateConfiguration>
</file>

<file path=customXml/item15.xml><?xml version="1.0" encoding="utf-8"?>
<TemplafySlideFormConfiguration><![CDATA[{"formFields":[],"formDataEntries":[]}]]></TemplafySlideFormConfiguration>
</file>

<file path=customXml/item16.xml><?xml version="1.0" encoding="utf-8"?>
<TemplafySlideTemplateConfiguration><![CDATA[{"slideVersion":1,"isValidatorEnabled":false,"isLocked":false,"elementsMetadata":[],"slideId":"1203479343598403586","enableDocumentContentUpdater":false,"version":"2.0"}]]></TemplafySlideTemplateConfiguration>
</file>

<file path=customXml/item17.xml><?xml version="1.0" encoding="utf-8"?>
<TemplafySlideTemplateConfiguration><![CDATA[{"slideVersion":1,"isValidatorEnabled":false,"isLocked":false,"elementsMetadata":[],"slideId":"1203479343598403590","enableDocumentContentUpdater":false,"version":"2.0"}]]></TemplafySlideTemplateConfiguration>
</file>

<file path=customXml/item18.xml><?xml version="1.0" encoding="utf-8"?>
<TemplafySlideTemplateConfiguration><![CDATA[{"slideVersion":1,"isValidatorEnabled":false,"isLocked":false,"elementsMetadata":[{"type":"shape","elementConfiguration":{"type":"text","disableUpdates":false}},{"type":"shape","elementConfiguration":{"binding":"{{FormatDateTime(Now(),Translate(\"Format_CustomD\",UserProfile.DocumentLanguage.Language.Language),UserProfile.DocumentLanguage.Language.Language)}}","visibility":"","type":"text","disableUpdates":false}},{"type":"shape","elementConfiguration":{"binding":"{{UserProfile.Name}}","type":"text","disableUpdates":false}},{"type":"shape","elementConfiguration":{"visibility":"{{IfElse(Equals(Form.Privacy_Information.Name, \"Strictly Confidential\"), VisibilityType.Visible, VisibilityType.Hidden)}}","type":"text","disableUpdates":false}},{"type":"shape","elementConfiguration":{"visibility":"{{IfElse(Equals(Form.Privacy_Information.Name, \"Restricted\"), VisibilityType.Visible, VisibilityType.Hidden)}}","type":"text","disableUpdates":false}},{"type":"shape","elementConfiguration":{"visibility":"{{IfElse(Equals(Form.Privacy_Information.Name, \"Confidential\"), VisibilityType.Visible, VisibilityType.Hidden)}}","type":"text","disableUpdates":false}},{"type":"shape","elementConfiguration":{"visibility":"{{IfElse(Equals(Form.Privacy_Information.Name, \"Public\"), VisibilityType.Visible, VisibilityType.Hidden)}}","type":"text","disableUpdates":false}}],"slideId":"1203479343598403585","enableDocumentContentUpdater":false,"version":"2.0"}]]></TemplafySlideTemplateConfiguration>
</file>

<file path=customXml/item19.xml><?xml version="1.0" encoding="utf-8"?>
<p:properties xmlns:p="http://schemas.microsoft.com/office/2006/metadata/properties" xmlns:xsi="http://www.w3.org/2001/XMLSchema-instance" xmlns:pc="http://schemas.microsoft.com/office/infopath/2007/PartnerControls">
  <documentManagement>
    <TaxCatchAll xmlns="6b2685c3-cb74-402e-89a3-cd359bd59e48" xsi:nil="true"/>
    <lcf76f155ced4ddcb4097134ff3c332f xmlns="2f7262f3-19e3-4c38-834c-996e2cec5b6c">
      <Terms xmlns="http://schemas.microsoft.com/office/infopath/2007/PartnerControls"/>
    </lcf76f155ced4ddcb4097134ff3c332f>
    <Behandelaar xmlns="2f7262f3-19e3-4c38-834c-996e2cec5b6c" xsi:nil="true"/>
    <Onderwerp xmlns="2f7262f3-19e3-4c38-834c-996e2cec5b6c" xsi:nil="true"/>
  </documentManagement>
</p:properties>
</file>

<file path=customXml/itemProps1.xml><?xml version="1.0" encoding="utf-8"?>
<ds:datastoreItem xmlns:ds="http://schemas.openxmlformats.org/officeDocument/2006/customXml" ds:itemID="{A0CB3283-4520-48D0-9091-1EFB3339413D}">
  <ds:schemaRefs/>
</ds:datastoreItem>
</file>

<file path=customXml/itemProps2.xml><?xml version="1.0" encoding="utf-8"?>
<ds:datastoreItem xmlns:ds="http://schemas.openxmlformats.org/officeDocument/2006/customXml" ds:itemID="{BEA230BA-CF47-4EC1-BDC9-FC78D3CB07E3}">
  <ds:schemaRefs/>
</ds:datastoreItem>
</file>

<file path=customXml/itemProps3.xml><?xml version="1.0" encoding="utf-8"?>
<ds:datastoreItem xmlns:ds="http://schemas.openxmlformats.org/officeDocument/2006/customXml" ds:itemID="{D76696FF-6F99-4BF8-BD28-5EEAF2578D78}">
  <ds:schemaRefs>
    <ds:schemaRef ds:uri="http://schemas.microsoft.com/sharepoint/v3/contenttype/forms"/>
  </ds:schemaRefs>
</ds:datastoreItem>
</file>

<file path=customXml/itemProps4.xml><?xml version="1.0" encoding="utf-8"?>
<ds:datastoreItem xmlns:ds="http://schemas.openxmlformats.org/officeDocument/2006/customXml" ds:itemID="{D867A23E-5795-4DD5-8A99-319190F01A2F}">
  <ds:schemaRefs/>
</ds:datastoreItem>
</file>

<file path=customXml/itemProps5.xml><?xml version="1.0" encoding="utf-8"?>
<ds:datastoreItem xmlns:ds="http://schemas.openxmlformats.org/officeDocument/2006/customXml" ds:itemID="{2F4F5371-32E0-4476-9834-9CD367751799}">
  <ds:schemaRefs/>
</ds:datastoreItem>
</file>

<file path=customXml/itemProps6.xml><?xml version="1.0" encoding="utf-8"?>
<ds:datastoreItem xmlns:ds="http://schemas.openxmlformats.org/officeDocument/2006/customXml" ds:itemID="{F9A18D02-A2C2-4261-A241-3E2CF7F6F7F9}">
  <ds:schemaRefs/>
</ds:datastoreItem>
</file>

<file path=customXml/itemProps7.xml><?xml version="1.0" encoding="utf-8"?>
<ds:datastoreItem xmlns:ds="http://schemas.openxmlformats.org/officeDocument/2006/customXml" ds:itemID="{08B13985-6CF8-4AB0-9768-993D8F90E5F4}">
  <ds:schemaRefs/>
</ds:datastoreItem>
</file>

<file path=customXml/itemProps8.xml><?xml version="1.0" encoding="utf-8"?>
<ds:datastoreItem xmlns:ds="http://schemas.openxmlformats.org/officeDocument/2006/customXml" ds:itemID="{28C85CB8-C4E2-42B6-9E95-8E3EDB1A7CC4}">
  <ds:schemaRefs/>
</ds:datastoreItem>
</file>

<file path=customXml/itemProps9.xml><?xml version="1.0" encoding="utf-8"?>
<ds:datastoreItem xmlns:ds="http://schemas.openxmlformats.org/officeDocument/2006/customXml" ds:itemID="{D23F4B8C-B399-4A98-A80F-6FF5F587E67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f7262f3-19e3-4c38-834c-996e2cec5b6c"/>
    <ds:schemaRef ds:uri="6b2685c3-cb74-402e-89a3-cd359bd59e4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0.xml><?xml version="1.0" encoding="utf-8"?>
<ds:datastoreItem xmlns:ds="http://schemas.openxmlformats.org/officeDocument/2006/customXml" ds:itemID="{1FA2AC4C-890C-4270-8BD8-2E542A02D443}">
  <ds:schemaRefs/>
</ds:datastoreItem>
</file>

<file path=customXml/itemProps11.xml><?xml version="1.0" encoding="utf-8"?>
<ds:datastoreItem xmlns:ds="http://schemas.openxmlformats.org/officeDocument/2006/customXml" ds:itemID="{27782F60-7E3D-49D7-A0B2-62CC028FAADE}">
  <ds:schemaRefs/>
</ds:datastoreItem>
</file>

<file path=customXml/itemProps12.xml><?xml version="1.0" encoding="utf-8"?>
<ds:datastoreItem xmlns:ds="http://schemas.openxmlformats.org/officeDocument/2006/customXml" ds:itemID="{CB6852FD-F9F1-40F4-B086-32DF2654FF3B}">
  <ds:schemaRefs/>
</ds:datastoreItem>
</file>

<file path=customXml/itemProps13.xml><?xml version="1.0" encoding="utf-8"?>
<ds:datastoreItem xmlns:ds="http://schemas.openxmlformats.org/officeDocument/2006/customXml" ds:itemID="{C5549640-A40C-4226-A9A4-234581C6F866}">
  <ds:schemaRefs/>
</ds:datastoreItem>
</file>

<file path=customXml/itemProps14.xml><?xml version="1.0" encoding="utf-8"?>
<ds:datastoreItem xmlns:ds="http://schemas.openxmlformats.org/officeDocument/2006/customXml" ds:itemID="{C65D688C-6FD8-4FAB-997F-2EBF6B1504CC}">
  <ds:schemaRefs/>
</ds:datastoreItem>
</file>

<file path=customXml/itemProps15.xml><?xml version="1.0" encoding="utf-8"?>
<ds:datastoreItem xmlns:ds="http://schemas.openxmlformats.org/officeDocument/2006/customXml" ds:itemID="{509A2AFD-CBB8-4E48-B9A0-095779E78791}">
  <ds:schemaRefs/>
</ds:datastoreItem>
</file>

<file path=customXml/itemProps16.xml><?xml version="1.0" encoding="utf-8"?>
<ds:datastoreItem xmlns:ds="http://schemas.openxmlformats.org/officeDocument/2006/customXml" ds:itemID="{83F0AFE1-6C28-4D84-808A-C819A5CE5F61}">
  <ds:schemaRefs/>
</ds:datastoreItem>
</file>

<file path=customXml/itemProps17.xml><?xml version="1.0" encoding="utf-8"?>
<ds:datastoreItem xmlns:ds="http://schemas.openxmlformats.org/officeDocument/2006/customXml" ds:itemID="{5B858460-49E7-4CB7-ADC1-640DEDD2134A}">
  <ds:schemaRefs/>
</ds:datastoreItem>
</file>

<file path=customXml/itemProps18.xml><?xml version="1.0" encoding="utf-8"?>
<ds:datastoreItem xmlns:ds="http://schemas.openxmlformats.org/officeDocument/2006/customXml" ds:itemID="{1EDC73C4-980C-4903-821E-23EBD184EB84}">
  <ds:schemaRefs/>
</ds:datastoreItem>
</file>

<file path=customXml/itemProps19.xml><?xml version="1.0" encoding="utf-8"?>
<ds:datastoreItem xmlns:ds="http://schemas.openxmlformats.org/officeDocument/2006/customXml" ds:itemID="{D19BEC73-69CB-414A-A7BE-653B795EEE32}">
  <ds:schemaRefs>
    <ds:schemaRef ds:uri="http://schemas.microsoft.com/sharepoint/v3"/>
    <ds:schemaRef ds:uri="http://purl.org/dc/elements/1.1/"/>
    <ds:schemaRef ds:uri="22a3f1e7-1ad8-4567-967d-700183da1d1b"/>
    <ds:schemaRef ds:uri="http://schemas.microsoft.com/office/2006/metadata/properties"/>
    <ds:schemaRef ds:uri="http://schemas.microsoft.com/office/2006/documentManagement/types"/>
    <ds:schemaRef ds:uri="http://purl.org/dc/dcmitype/"/>
    <ds:schemaRef ds:uri="http://schemas.microsoft.com/office/infopath/2007/PartnerControls"/>
    <ds:schemaRef ds:uri="http://schemas.openxmlformats.org/package/2006/metadata/core-properties"/>
    <ds:schemaRef ds:uri="aacb7df8-672f-46f2-977f-893ce5cef86b"/>
    <ds:schemaRef ds:uri="http://www.w3.org/XML/1998/namespace"/>
    <ds:schemaRef ds:uri="http://purl.org/dc/terms/"/>
    <ds:schemaRef ds:uri="6b2685c3-cb74-402e-89a3-cd359bd59e48"/>
    <ds:schemaRef ds:uri="2f7262f3-19e3-4c38-834c-996e2cec5b6c"/>
  </ds:schemaRefs>
</ds:datastoreItem>
</file>

<file path=docProps/app.xml><?xml version="1.0" encoding="utf-8"?>
<Properties xmlns="http://schemas.openxmlformats.org/officeDocument/2006/extended-properties" xmlns:vt="http://schemas.openxmlformats.org/officeDocument/2006/docPropsVTypes">
  <Template>K16_Zuehlke_Master_DE_20220503-VIML0374</Template>
  <TotalTime>0</TotalTime>
  <Words>332</Words>
  <Application>Microsoft Macintosh PowerPoint</Application>
  <PresentationFormat>Widescreen</PresentationFormat>
  <Paragraphs>66</Paragraphs>
  <Slides>7</Slides>
  <Notes>3</Notes>
  <HiddenSlides>4</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7</vt:i4>
      </vt:variant>
    </vt:vector>
  </HeadingPairs>
  <TitlesOfParts>
    <vt:vector size="15" baseType="lpstr">
      <vt:lpstr>AA Zuehlke</vt:lpstr>
      <vt:lpstr>AA Zuehlke Medium</vt:lpstr>
      <vt:lpstr>Arial</vt:lpstr>
      <vt:lpstr>Open Sans Extrabold</vt:lpstr>
      <vt:lpstr>Symbol</vt:lpstr>
      <vt:lpstr>Wingdings 2</vt:lpstr>
      <vt:lpstr>Zühlke</vt:lpstr>
      <vt:lpstr>think-cell Folie</vt:lpstr>
      <vt:lpstr>Presentation quick guide</vt:lpstr>
      <vt:lpstr>Starting a presentation from scratch</vt:lpstr>
      <vt:lpstr>Changing the name of the presenter</vt:lpstr>
      <vt:lpstr>Managing footers in the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Zühlke</dc:creator>
  <dc:description/>
  <cp:lastModifiedBy>Lin, Kevin</cp:lastModifiedBy>
  <cp:revision>18</cp:revision>
  <dcterms:created xsi:type="dcterms:W3CDTF">2026-02-11T01:59:09Z</dcterms:created>
  <dcterms:modified xsi:type="dcterms:W3CDTF">2026-03-28T15:07:01Z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0x010100AED8E6AD952BA74A855EB02C79D83CD1</vt:lpwstr>
  </property>
  <property fmtid="{D5CDD505-2E9C-101B-9397-08002B2CF9AE}" pid="3" name="MediaServiceImageTags">
    <vt:lpwstr/>
  </property>
  <property fmtid="{D5CDD505-2E9C-101B-9397-08002B2CF9AE}" pid="4" name="TemplafyTimeStamp">
    <vt:lpwstr>2025-06-10T13:37:15</vt:lpwstr>
  </property>
  <property fmtid="{D5CDD505-2E9C-101B-9397-08002B2CF9AE}" pid="5" name="TemplafyTenantId">
    <vt:lpwstr>zuehlke</vt:lpwstr>
  </property>
  <property fmtid="{D5CDD505-2E9C-101B-9397-08002B2CF9AE}" pid="6" name="TemplafyTemplateId">
    <vt:lpwstr>637895031070049046</vt:lpwstr>
  </property>
  <property fmtid="{D5CDD505-2E9C-101B-9397-08002B2CF9AE}" pid="7" name="TemplafyUserProfileId">
    <vt:lpwstr>637801768452829317</vt:lpwstr>
  </property>
  <property fmtid="{D5CDD505-2E9C-101B-9397-08002B2CF9AE}" pid="8" name="TemplafyFromBlank">
    <vt:bool>false</vt:bool>
  </property>
</Properties>
</file>