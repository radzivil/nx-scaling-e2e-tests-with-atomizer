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0"/>
  </p:sldMasterIdLst>
  <p:notesMasterIdLst>
    <p:notesMasterId r:id="rId28"/>
  </p:notesMasterIdLst>
  <p:handoutMasterIdLst>
    <p:handoutMasterId r:id="rId29"/>
  </p:handoutMasterIdLst>
  <p:sldIdLst>
    <p:sldId id="256" r:id="rId27"/>
    <p:sldId id="257" r:id="rId26"/>
    <p:sldId id="258" r:id="rId25"/>
    <p:sldId id="259" r:id="rId24"/>
    <p:sldId id="260" r:id="rId23"/>
    <p:sldId id="261" r:id="rId22"/>
    <p:sldId id="262" r:id="rId21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280" r:id="rId5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730CE-05D1-4CB6-A972-622873736A8C}" v="13" dt="2023-09-12T10:12:32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 autoAdjust="0"/>
    <p:restoredTop sz="94694" autoAdjust="0"/>
  </p:normalViewPr>
  <p:slideViewPr>
    <p:cSldViewPr showGuides="1">
      <p:cViewPr varScale="1">
        <p:scale>
          <a:sx n="121" d="100"/>
          <a:sy n="121" d="100"/>
        </p:scale>
        <p:origin x="80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594"/>
    </p:cViewPr>
  </p:sorterViewPr>
  <p:notesViewPr>
    <p:cSldViewPr showGuides="1">
      <p:cViewPr varScale="1">
        <p:scale>
          <a:sx n="61" d="100"/>
          <a:sy n="61" d="100"/>
        </p:scale>
        <p:origin x="3168" y="6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slideMaster" Target="slideMasters/slideMaster1.xml"/><Relationship Id="rId21" Type="http://schemas.openxmlformats.org/officeDocument/2006/relationships/slide" Target="slides/slide7.xml"/><Relationship Id="rId22" Type="http://schemas.openxmlformats.org/officeDocument/2006/relationships/slide" Target="slides/slide6.xml"/><Relationship Id="rId23" Type="http://schemas.openxmlformats.org/officeDocument/2006/relationships/slide" Target="slides/slide5.xml"/><Relationship Id="rId24" Type="http://schemas.openxmlformats.org/officeDocument/2006/relationships/slide" Target="slides/slide4.xml"/><Relationship Id="rId25" Type="http://schemas.openxmlformats.org/officeDocument/2006/relationships/slide" Target="slides/slide3.xml"/><Relationship Id="rId26" Type="http://schemas.openxmlformats.org/officeDocument/2006/relationships/slide" Target="slides/slide2.xml"/><Relationship Id="rId27" Type="http://schemas.openxmlformats.org/officeDocument/2006/relationships/slide" Target="slides/slide1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i de Vogel" userId="5948360e-7b9c-4a22-9ada-df5e8b901c82" providerId="ADAL" clId="{A4F27B0C-4396-43E1-A404-B07EBE7F61B1}"/>
    <pc:docChg chg="undo custSel addSld delSld modSld modMainMaster">
      <pc:chgData name="Remi de Vogel" userId="5948360e-7b9c-4a22-9ada-df5e8b901c82" providerId="ADAL" clId="{A4F27B0C-4396-43E1-A404-B07EBE7F61B1}" dt="2023-08-28T14:38:27.215" v="140"/>
      <pc:docMkLst>
        <pc:docMk/>
      </pc:docMkLst>
      <pc:sldChg chg="addSp delSp modSp mod chgLayout">
        <pc:chgData name="Remi de Vogel" userId="5948360e-7b9c-4a22-9ada-df5e8b901c82" providerId="ADAL" clId="{A4F27B0C-4396-43E1-A404-B07EBE7F61B1}" dt="2023-08-14T12:26:57.281" v="133" actId="6264"/>
        <pc:sldMkLst>
          <pc:docMk/>
          <pc:sldMk cId="186648442" sldId="260"/>
        </pc:sldMkLst>
        <pc:spChg chg="mod ord">
          <ac:chgData name="Remi de Vogel" userId="5948360e-7b9c-4a22-9ada-df5e8b901c82" providerId="ADAL" clId="{A4F27B0C-4396-43E1-A404-B07EBE7F61B1}" dt="2023-08-14T12:26:57.281" v="133" actId="6264"/>
          <ac:spMkLst>
            <pc:docMk/>
            <pc:sldMk cId="186648442" sldId="260"/>
            <ac:spMk id="2" creationId="{E08C1FBA-C8DE-D4F2-EBEE-F484B68F7DAD}"/>
          </ac:spMkLst>
        </pc:spChg>
        <pc:spChg chg="mod ord">
          <ac:chgData name="Remi de Vogel" userId="5948360e-7b9c-4a22-9ada-df5e8b901c82" providerId="ADAL" clId="{A4F27B0C-4396-43E1-A404-B07EBE7F61B1}" dt="2023-08-14T12:26:57.281" v="133" actId="6264"/>
          <ac:spMkLst>
            <pc:docMk/>
            <pc:sldMk cId="186648442" sldId="260"/>
            <ac:spMk id="3" creationId="{88BC6EA0-7F37-6B14-194D-53807CB772CE}"/>
          </ac:spMkLst>
        </pc:spChg>
        <pc:spChg chg="mod ord">
          <ac:chgData name="Remi de Vogel" userId="5948360e-7b9c-4a22-9ada-df5e8b901c82" providerId="ADAL" clId="{A4F27B0C-4396-43E1-A404-B07EBE7F61B1}" dt="2023-08-14T12:26:57.281" v="133" actId="6264"/>
          <ac:spMkLst>
            <pc:docMk/>
            <pc:sldMk cId="186648442" sldId="260"/>
            <ac:spMk id="4" creationId="{F227AA93-5782-B8B7-A5B1-C35A66CDDB9F}"/>
          </ac:spMkLst>
        </pc:spChg>
        <pc:spChg chg="add del mod">
          <ac:chgData name="Remi de Vogel" userId="5948360e-7b9c-4a22-9ada-df5e8b901c82" providerId="ADAL" clId="{A4F27B0C-4396-43E1-A404-B07EBE7F61B1}" dt="2023-08-09T12:54:36.437" v="41" actId="6264"/>
          <ac:spMkLst>
            <pc:docMk/>
            <pc:sldMk cId="186648442" sldId="260"/>
            <ac:spMk id="5" creationId="{0BD2EABB-2D56-9201-5796-78E1D11D3FFD}"/>
          </ac:spMkLst>
        </pc:spChg>
        <pc:spChg chg="add del mod">
          <ac:chgData name="Remi de Vogel" userId="5948360e-7b9c-4a22-9ada-df5e8b901c82" providerId="ADAL" clId="{A4F27B0C-4396-43E1-A404-B07EBE7F61B1}" dt="2023-08-14T12:26:57.154" v="132" actId="6264"/>
          <ac:spMkLst>
            <pc:docMk/>
            <pc:sldMk cId="186648442" sldId="260"/>
            <ac:spMk id="5" creationId="{62E0B7BC-F5F7-1EDE-DC0E-F4C040A3FFCE}"/>
          </ac:spMkLst>
        </pc:spChg>
        <pc:spChg chg="add del mod">
          <ac:chgData name="Remi de Vogel" userId="5948360e-7b9c-4a22-9ada-df5e8b901c82" providerId="ADAL" clId="{A4F27B0C-4396-43E1-A404-B07EBE7F61B1}" dt="2023-08-09T12:54:36.437" v="41" actId="6264"/>
          <ac:spMkLst>
            <pc:docMk/>
            <pc:sldMk cId="186648442" sldId="260"/>
            <ac:spMk id="6" creationId="{B0D51C3A-ADAD-5BDB-8248-174052FCAAEE}"/>
          </ac:spMkLst>
        </pc:spChg>
        <pc:spChg chg="add del mod">
          <ac:chgData name="Remi de Vogel" userId="5948360e-7b9c-4a22-9ada-df5e8b901c82" providerId="ADAL" clId="{A4F27B0C-4396-43E1-A404-B07EBE7F61B1}" dt="2023-08-14T12:26:57.154" v="132" actId="6264"/>
          <ac:spMkLst>
            <pc:docMk/>
            <pc:sldMk cId="186648442" sldId="260"/>
            <ac:spMk id="6" creationId="{DFC77F4E-FED5-5CCB-8652-E0BCBAC87523}"/>
          </ac:spMkLst>
        </pc:spChg>
        <pc:spChg chg="add del mod">
          <ac:chgData name="Remi de Vogel" userId="5948360e-7b9c-4a22-9ada-df5e8b901c82" providerId="ADAL" clId="{A4F27B0C-4396-43E1-A404-B07EBE7F61B1}" dt="2023-08-09T12:54:36.437" v="41" actId="6264"/>
          <ac:spMkLst>
            <pc:docMk/>
            <pc:sldMk cId="186648442" sldId="260"/>
            <ac:spMk id="7" creationId="{227043E3-ECED-D927-B035-654786FB296E}"/>
          </ac:spMkLst>
        </pc:spChg>
        <pc:spChg chg="add del mod">
          <ac:chgData name="Remi de Vogel" userId="5948360e-7b9c-4a22-9ada-df5e8b901c82" providerId="ADAL" clId="{A4F27B0C-4396-43E1-A404-B07EBE7F61B1}" dt="2023-08-14T12:26:57.154" v="132" actId="6264"/>
          <ac:spMkLst>
            <pc:docMk/>
            <pc:sldMk cId="186648442" sldId="260"/>
            <ac:spMk id="7" creationId="{5D25C13E-3D2E-2AFA-33F7-B2959CBEF6DB}"/>
          </ac:spMkLst>
        </pc:spChg>
        <pc:spChg chg="add del mod">
          <ac:chgData name="Remi de Vogel" userId="5948360e-7b9c-4a22-9ada-df5e8b901c82" providerId="ADAL" clId="{A4F27B0C-4396-43E1-A404-B07EBE7F61B1}" dt="2023-08-09T12:55:15.184" v="62" actId="6264"/>
          <ac:spMkLst>
            <pc:docMk/>
            <pc:sldMk cId="186648442" sldId="260"/>
            <ac:spMk id="8" creationId="{5553E46A-6BD4-2655-207B-97BD7B733731}"/>
          </ac:spMkLst>
        </pc:spChg>
        <pc:spChg chg="add del mod">
          <ac:chgData name="Remi de Vogel" userId="5948360e-7b9c-4a22-9ada-df5e8b901c82" providerId="ADAL" clId="{A4F27B0C-4396-43E1-A404-B07EBE7F61B1}" dt="2023-08-14T12:26:57.281" v="133" actId="6264"/>
          <ac:spMkLst>
            <pc:docMk/>
            <pc:sldMk cId="186648442" sldId="260"/>
            <ac:spMk id="8" creationId="{7C749219-71D4-6B99-2812-8C51323943C3}"/>
          </ac:spMkLst>
        </pc:spChg>
        <pc:spChg chg="add del mod">
          <ac:chgData name="Remi de Vogel" userId="5948360e-7b9c-4a22-9ada-df5e8b901c82" providerId="ADAL" clId="{A4F27B0C-4396-43E1-A404-B07EBE7F61B1}" dt="2023-08-09T12:55:15.184" v="62" actId="6264"/>
          <ac:spMkLst>
            <pc:docMk/>
            <pc:sldMk cId="186648442" sldId="260"/>
            <ac:spMk id="9" creationId="{43409A3F-5B8B-9CCE-19EA-E75E9A0A4720}"/>
          </ac:spMkLst>
        </pc:spChg>
        <pc:spChg chg="add del mod">
          <ac:chgData name="Remi de Vogel" userId="5948360e-7b9c-4a22-9ada-df5e8b901c82" providerId="ADAL" clId="{A4F27B0C-4396-43E1-A404-B07EBE7F61B1}" dt="2023-08-14T12:26:57.281" v="133" actId="6264"/>
          <ac:spMkLst>
            <pc:docMk/>
            <pc:sldMk cId="186648442" sldId="260"/>
            <ac:spMk id="9" creationId="{5F3663A1-2F2E-B898-3EEC-C91DAFC5661F}"/>
          </ac:spMkLst>
        </pc:spChg>
        <pc:spChg chg="add del mod">
          <ac:chgData name="Remi de Vogel" userId="5948360e-7b9c-4a22-9ada-df5e8b901c82" providerId="ADAL" clId="{A4F27B0C-4396-43E1-A404-B07EBE7F61B1}" dt="2023-08-09T12:55:15.184" v="62" actId="6264"/>
          <ac:spMkLst>
            <pc:docMk/>
            <pc:sldMk cId="186648442" sldId="260"/>
            <ac:spMk id="10" creationId="{691161DE-9DD5-7070-6F29-82971C36F32A}"/>
          </ac:spMkLst>
        </pc:spChg>
        <pc:spChg chg="add del mod">
          <ac:chgData name="Remi de Vogel" userId="5948360e-7b9c-4a22-9ada-df5e8b901c82" providerId="ADAL" clId="{A4F27B0C-4396-43E1-A404-B07EBE7F61B1}" dt="2023-08-14T12:26:57.281" v="133" actId="6264"/>
          <ac:spMkLst>
            <pc:docMk/>
            <pc:sldMk cId="186648442" sldId="260"/>
            <ac:spMk id="10" creationId="{DFFCAFA3-F11D-CBDB-5BC5-F29D2A29F38F}"/>
          </ac:spMkLst>
        </pc:spChg>
      </pc:sldChg>
      <pc:sldChg chg="addSp delSp modSp mod chgLayout">
        <pc:chgData name="Remi de Vogel" userId="5948360e-7b9c-4a22-9ada-df5e8b901c82" providerId="ADAL" clId="{A4F27B0C-4396-43E1-A404-B07EBE7F61B1}" dt="2023-08-14T12:27:01.096" v="134" actId="6264"/>
        <pc:sldMkLst>
          <pc:docMk/>
          <pc:sldMk cId="2164116393" sldId="261"/>
        </pc:sldMkLst>
        <pc:spChg chg="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2" creationId="{C49F69A4-6799-8DB2-C61B-0B491AC708E0}"/>
          </ac:spMkLst>
        </pc:spChg>
        <pc:spChg chg="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3" creationId="{9D156CFD-0B0E-7FCF-FBE4-D7DA35F536CB}"/>
          </ac:spMkLst>
        </pc:spChg>
        <pc:spChg chg="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4" creationId="{3C651C12-B765-0F2F-3531-10591E8664EA}"/>
          </ac:spMkLst>
        </pc:spChg>
        <pc:spChg chg="add del mod">
          <ac:chgData name="Remi de Vogel" userId="5948360e-7b9c-4a22-9ada-df5e8b901c82" providerId="ADAL" clId="{A4F27B0C-4396-43E1-A404-B07EBE7F61B1}" dt="2023-08-09T12:55:19.402" v="63" actId="6264"/>
          <ac:spMkLst>
            <pc:docMk/>
            <pc:sldMk cId="2164116393" sldId="261"/>
            <ac:spMk id="5" creationId="{32A26147-8EA2-5B4C-435C-41496F0A2002}"/>
          </ac:spMkLst>
        </pc:spChg>
        <pc:spChg chg="add del mo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5" creationId="{7FF068AA-61B9-99B3-3D23-7015DD66BDD3}"/>
          </ac:spMkLst>
        </pc:spChg>
        <pc:spChg chg="add del mo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6" creationId="{93A95BC5-8CBD-BEDC-9580-D6F382E6D74E}"/>
          </ac:spMkLst>
        </pc:spChg>
        <pc:spChg chg="del">
          <ac:chgData name="Remi de Vogel" userId="5948360e-7b9c-4a22-9ada-df5e8b901c82" providerId="ADAL" clId="{A4F27B0C-4396-43E1-A404-B07EBE7F61B1}" dt="2023-08-09T12:55:19.402" v="63" actId="6264"/>
          <ac:spMkLst>
            <pc:docMk/>
            <pc:sldMk cId="2164116393" sldId="261"/>
            <ac:spMk id="6" creationId="{B0551305-24D2-DAC1-01AC-B89A128F2A97}"/>
          </ac:spMkLst>
        </pc:spChg>
        <pc:spChg chg="add del mo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7" creationId="{3FAA6F08-6E4A-54F5-A1A0-71FA2716478A}"/>
          </ac:spMkLst>
        </pc:spChg>
        <pc:spChg chg="del">
          <ac:chgData name="Remi de Vogel" userId="5948360e-7b9c-4a22-9ada-df5e8b901c82" providerId="ADAL" clId="{A4F27B0C-4396-43E1-A404-B07EBE7F61B1}" dt="2023-08-09T12:55:19.402" v="63" actId="6264"/>
          <ac:spMkLst>
            <pc:docMk/>
            <pc:sldMk cId="2164116393" sldId="261"/>
            <ac:spMk id="7" creationId="{62DCF3EF-DD9C-6345-B159-AFB31F89B9E5}"/>
          </ac:spMkLst>
        </pc:spChg>
        <pc:spChg chg="del">
          <ac:chgData name="Remi de Vogel" userId="5948360e-7b9c-4a22-9ada-df5e8b901c82" providerId="ADAL" clId="{A4F27B0C-4396-43E1-A404-B07EBE7F61B1}" dt="2023-08-09T12:55:19.402" v="63" actId="6264"/>
          <ac:spMkLst>
            <pc:docMk/>
            <pc:sldMk cId="2164116393" sldId="261"/>
            <ac:spMk id="8" creationId="{9F9BD2F9-2D3B-B64E-7CE1-ED15B6316FDC}"/>
          </ac:spMkLst>
        </pc:spChg>
        <pc:spChg chg="add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8" creationId="{F44F8108-1779-0648-DFF4-4EE67DBE87AF}"/>
          </ac:spMkLst>
        </pc:spChg>
        <pc:spChg chg="add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9" creationId="{5ED2F08E-536D-6ED9-3F74-E57A1DB30EBB}"/>
          </ac:spMkLst>
        </pc:spChg>
        <pc:spChg chg="del">
          <ac:chgData name="Remi de Vogel" userId="5948360e-7b9c-4a22-9ada-df5e8b901c82" providerId="ADAL" clId="{A4F27B0C-4396-43E1-A404-B07EBE7F61B1}" dt="2023-08-09T12:55:19.402" v="63" actId="6264"/>
          <ac:spMkLst>
            <pc:docMk/>
            <pc:sldMk cId="2164116393" sldId="261"/>
            <ac:spMk id="9" creationId="{9245DE44-DEF4-F898-340A-ABB2FB6FD98C}"/>
          </ac:spMkLst>
        </pc:spChg>
        <pc:spChg chg="add del mod">
          <ac:chgData name="Remi de Vogel" userId="5948360e-7b9c-4a22-9ada-df5e8b901c82" providerId="ADAL" clId="{A4F27B0C-4396-43E1-A404-B07EBE7F61B1}" dt="2023-08-09T12:55:19.402" v="63" actId="6264"/>
          <ac:spMkLst>
            <pc:docMk/>
            <pc:sldMk cId="2164116393" sldId="261"/>
            <ac:spMk id="10" creationId="{75385B77-1393-D1D7-B28B-4B1ECC75968B}"/>
          </ac:spMkLst>
        </pc:spChg>
        <pc:spChg chg="add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10" creationId="{F5DB6AA2-FA9E-61AD-1E03-D531005FCAFF}"/>
          </ac:spMkLst>
        </pc:spChg>
        <pc:spChg chg="add del mod">
          <ac:chgData name="Remi de Vogel" userId="5948360e-7b9c-4a22-9ada-df5e8b901c82" providerId="ADAL" clId="{A4F27B0C-4396-43E1-A404-B07EBE7F61B1}" dt="2023-08-09T12:55:19.402" v="63" actId="6264"/>
          <ac:spMkLst>
            <pc:docMk/>
            <pc:sldMk cId="2164116393" sldId="261"/>
            <ac:spMk id="11" creationId="{73E5EBBE-54A6-7EC3-FB91-69CA9C2DFBA7}"/>
          </ac:spMkLst>
        </pc:spChg>
        <pc:spChg chg="add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11" creationId="{797662CB-25BB-0143-FA43-26FEBF38285D}"/>
          </ac:spMkLst>
        </pc:spChg>
        <pc:spChg chg="add del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12" creationId="{EBEBC9EA-F36A-53F6-7EEE-9BC026B52B67}"/>
          </ac:spMkLst>
        </pc:spChg>
        <pc:spChg chg="add del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13" creationId="{F5A66823-32AB-1EFE-20F1-49666AAAC669}"/>
          </ac:spMkLst>
        </pc:spChg>
        <pc:spChg chg="add del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14" creationId="{A086A1A3-59C3-F9F4-FAF1-67DDEEE96895}"/>
          </ac:spMkLst>
        </pc:spChg>
        <pc:spChg chg="add del mod ord">
          <ac:chgData name="Remi de Vogel" userId="5948360e-7b9c-4a22-9ada-df5e8b901c82" providerId="ADAL" clId="{A4F27B0C-4396-43E1-A404-B07EBE7F61B1}" dt="2023-08-14T12:27:01.096" v="134" actId="6264"/>
          <ac:spMkLst>
            <pc:docMk/>
            <pc:sldMk cId="2164116393" sldId="261"/>
            <ac:spMk id="15" creationId="{821E55C9-F6AA-78DE-6094-DC6561323D6F}"/>
          </ac:spMkLst>
        </pc:spChg>
      </pc:sldChg>
      <pc:sldChg chg="addSp delSp modSp mod chgLayout">
        <pc:chgData name="Remi de Vogel" userId="5948360e-7b9c-4a22-9ada-df5e8b901c82" providerId="ADAL" clId="{A4F27B0C-4396-43E1-A404-B07EBE7F61B1}" dt="2023-08-14T12:27:22.476" v="137" actId="20577"/>
        <pc:sldMkLst>
          <pc:docMk/>
          <pc:sldMk cId="984917374" sldId="262"/>
        </pc:sldMkLst>
        <pc:spChg chg="add del mod">
          <ac:chgData name="Remi de Vogel" userId="5948360e-7b9c-4a22-9ada-df5e8b901c82" providerId="ADAL" clId="{A4F27B0C-4396-43E1-A404-B07EBE7F61B1}" dt="2023-08-09T12:55:20.957" v="64" actId="6264"/>
          <ac:spMkLst>
            <pc:docMk/>
            <pc:sldMk cId="984917374" sldId="262"/>
            <ac:spMk id="2" creationId="{5A257383-72D7-A0C9-30AA-DDD6CFD9FF8A}"/>
          </ac:spMkLst>
        </pc:spChg>
        <pc:spChg chg="add del mo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2" creationId="{6A7EBB72-0DB1-42B1-AF2E-FCDC7B638BAF}"/>
          </ac:spMkLst>
        </pc:spChg>
        <pc:spChg chg="add del mod">
          <ac:chgData name="Remi de Vogel" userId="5948360e-7b9c-4a22-9ada-df5e8b901c82" providerId="ADAL" clId="{A4F27B0C-4396-43E1-A404-B07EBE7F61B1}" dt="2023-08-09T12:55:20.957" v="64" actId="6264"/>
          <ac:spMkLst>
            <pc:docMk/>
            <pc:sldMk cId="984917374" sldId="262"/>
            <ac:spMk id="3" creationId="{099AB5D0-69BB-5DB4-EE3C-15726C0720AA}"/>
          </ac:spMkLst>
        </pc:spChg>
        <pc:spChg chg="add del mo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3" creationId="{B06CB9CF-0964-4B5D-25D6-3A3FC4A62FDD}"/>
          </ac:spMkLst>
        </pc:spChg>
        <pc:spChg chg="add del mo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4" creationId="{45538D83-D7B1-7E97-DA36-78244715F6E0}"/>
          </ac:spMkLst>
        </pc:spChg>
        <pc:spChg chg="add del mod">
          <ac:chgData name="Remi de Vogel" userId="5948360e-7b9c-4a22-9ada-df5e8b901c82" providerId="ADAL" clId="{A4F27B0C-4396-43E1-A404-B07EBE7F61B1}" dt="2023-08-09T12:55:20.957" v="64" actId="6264"/>
          <ac:spMkLst>
            <pc:docMk/>
            <pc:sldMk cId="984917374" sldId="262"/>
            <ac:spMk id="4" creationId="{AAE7288F-09FA-1A57-F999-26A91DD86600}"/>
          </ac:spMkLst>
        </pc:spChg>
        <pc:spChg chg="add del 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5" creationId="{D7A17A92-D6FA-75BC-AE1A-6EB214E18A39}"/>
          </ac:spMkLst>
        </pc:spChg>
        <pc:spChg chg="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6" creationId="{22B3927C-1215-CBE7-63F4-197A6FEDEC57}"/>
          </ac:spMkLst>
        </pc:spChg>
        <pc:spChg chg="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7" creationId="{8F8C2AFC-5BF8-951E-F258-1D96F4A1BC39}"/>
          </ac:spMkLst>
        </pc:spChg>
        <pc:spChg chg="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8" creationId="{63D8A443-C158-6ED8-3D65-03E0E8980F70}"/>
          </ac:spMkLst>
        </pc:spChg>
        <pc:spChg chg="add del 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9" creationId="{3A3BA314-5762-51FC-F6E6-D275A6FF2535}"/>
          </ac:spMkLst>
        </pc:spChg>
        <pc:spChg chg="add del 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10" creationId="{EB455F38-08D1-2957-4A6A-C5DC16F5A9A4}"/>
          </ac:spMkLst>
        </pc:spChg>
        <pc:spChg chg="add del 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11" creationId="{2BB1301C-A046-AE16-8FAC-FEF0F26DD9AD}"/>
          </ac:spMkLst>
        </pc:spChg>
        <pc:spChg chg="add 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12" creationId="{B6314E53-DC7D-50C1-623C-C954D65F834E}"/>
          </ac:spMkLst>
        </pc:spChg>
        <pc:spChg chg="add mod ord">
          <ac:chgData name="Remi de Vogel" userId="5948360e-7b9c-4a22-9ada-df5e8b901c82" providerId="ADAL" clId="{A4F27B0C-4396-43E1-A404-B07EBE7F61B1}" dt="2023-08-14T12:27:22.476" v="137" actId="20577"/>
          <ac:spMkLst>
            <pc:docMk/>
            <pc:sldMk cId="984917374" sldId="262"/>
            <ac:spMk id="13" creationId="{59053AB2-DB3D-ACB5-E204-DAA605260EF9}"/>
          </ac:spMkLst>
        </pc:spChg>
        <pc:spChg chg="add 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14" creationId="{BB187CDB-FDF1-F0EC-C560-BB3746926AE9}"/>
          </ac:spMkLst>
        </pc:spChg>
        <pc:spChg chg="add mod ord">
          <ac:chgData name="Remi de Vogel" userId="5948360e-7b9c-4a22-9ada-df5e8b901c82" providerId="ADAL" clId="{A4F27B0C-4396-43E1-A404-B07EBE7F61B1}" dt="2023-08-14T12:27:02.488" v="135" actId="6264"/>
          <ac:spMkLst>
            <pc:docMk/>
            <pc:sldMk cId="984917374" sldId="262"/>
            <ac:spMk id="15" creationId="{B3CF5A60-FB98-111B-831F-E6841AA24554}"/>
          </ac:spMkLst>
        </pc:spChg>
        <pc:spChg chg="del">
          <ac:chgData name="Remi de Vogel" userId="5948360e-7b9c-4a22-9ada-df5e8b901c82" providerId="ADAL" clId="{A4F27B0C-4396-43E1-A404-B07EBE7F61B1}" dt="2023-08-09T12:55:20.957" v="64" actId="6264"/>
          <ac:spMkLst>
            <pc:docMk/>
            <pc:sldMk cId="984917374" sldId="262"/>
            <ac:spMk id="33" creationId="{879B5052-E1B9-036A-CB26-66E08361DB18}"/>
          </ac:spMkLst>
        </pc:spChg>
        <pc:spChg chg="del">
          <ac:chgData name="Remi de Vogel" userId="5948360e-7b9c-4a22-9ada-df5e8b901c82" providerId="ADAL" clId="{A4F27B0C-4396-43E1-A404-B07EBE7F61B1}" dt="2023-08-09T12:55:20.957" v="64" actId="6264"/>
          <ac:spMkLst>
            <pc:docMk/>
            <pc:sldMk cId="984917374" sldId="262"/>
            <ac:spMk id="34" creationId="{2AF8A848-A1E8-4C60-A62B-BAF20F4DFC07}"/>
          </ac:spMkLst>
        </pc:spChg>
        <pc:spChg chg="del">
          <ac:chgData name="Remi de Vogel" userId="5948360e-7b9c-4a22-9ada-df5e8b901c82" providerId="ADAL" clId="{A4F27B0C-4396-43E1-A404-B07EBE7F61B1}" dt="2023-08-09T12:55:20.957" v="64" actId="6264"/>
          <ac:spMkLst>
            <pc:docMk/>
            <pc:sldMk cId="984917374" sldId="262"/>
            <ac:spMk id="35" creationId="{3C1250BC-687A-B2B3-994A-A640512AEA7F}"/>
          </ac:spMkLst>
        </pc:spChg>
        <pc:spChg chg="del">
          <ac:chgData name="Remi de Vogel" userId="5948360e-7b9c-4a22-9ada-df5e8b901c82" providerId="ADAL" clId="{A4F27B0C-4396-43E1-A404-B07EBE7F61B1}" dt="2023-08-09T12:55:20.957" v="64" actId="6264"/>
          <ac:spMkLst>
            <pc:docMk/>
            <pc:sldMk cId="984917374" sldId="262"/>
            <ac:spMk id="36" creationId="{0B88EAE5-993D-BC09-6C12-FFA1119F8D1E}"/>
          </ac:spMkLst>
        </pc:spChg>
      </pc:sldChg>
      <pc:sldChg chg="add del">
        <pc:chgData name="Remi de Vogel" userId="5948360e-7b9c-4a22-9ada-df5e8b901c82" providerId="ADAL" clId="{A4F27B0C-4396-43E1-A404-B07EBE7F61B1}" dt="2023-08-28T14:38:27.215" v="140"/>
        <pc:sldMkLst>
          <pc:docMk/>
          <pc:sldMk cId="3144054254" sldId="2145707256"/>
        </pc:sldMkLst>
      </pc:sldChg>
      <pc:sldChg chg="add del">
        <pc:chgData name="Remi de Vogel" userId="5948360e-7b9c-4a22-9ada-df5e8b901c82" providerId="ADAL" clId="{A4F27B0C-4396-43E1-A404-B07EBE7F61B1}" dt="2023-08-28T14:38:27.215" v="140"/>
        <pc:sldMkLst>
          <pc:docMk/>
          <pc:sldMk cId="2506249882" sldId="2145707257"/>
        </pc:sldMkLst>
      </pc:sldChg>
      <pc:sldChg chg="add del">
        <pc:chgData name="Remi de Vogel" userId="5948360e-7b9c-4a22-9ada-df5e8b901c82" providerId="ADAL" clId="{A4F27B0C-4396-43E1-A404-B07EBE7F61B1}" dt="2023-08-28T14:38:27.215" v="140"/>
        <pc:sldMkLst>
          <pc:docMk/>
          <pc:sldMk cId="1213052669" sldId="2145707258"/>
        </pc:sldMkLst>
      </pc:sldChg>
      <pc:sldChg chg="add del">
        <pc:chgData name="Remi de Vogel" userId="5948360e-7b9c-4a22-9ada-df5e8b901c82" providerId="ADAL" clId="{A4F27B0C-4396-43E1-A404-B07EBE7F61B1}" dt="2023-08-28T14:38:27.215" v="140"/>
        <pc:sldMkLst>
          <pc:docMk/>
          <pc:sldMk cId="3165483609" sldId="2145707260"/>
        </pc:sldMkLst>
      </pc:sldChg>
      <pc:sldMasterChg chg="delSp modSp mod modSldLayout">
        <pc:chgData name="Remi de Vogel" userId="5948360e-7b9c-4a22-9ada-df5e8b901c82" providerId="ADAL" clId="{A4F27B0C-4396-43E1-A404-B07EBE7F61B1}" dt="2023-08-14T12:26:53.575" v="131" actId="167"/>
        <pc:sldMasterMkLst>
          <pc:docMk/>
          <pc:sldMasterMk cId="259861064" sldId="2147483648"/>
        </pc:sldMasterMkLst>
        <pc:spChg chg="mod">
          <ac:chgData name="Remi de Vogel" userId="5948360e-7b9c-4a22-9ada-df5e8b901c82" providerId="ADAL" clId="{A4F27B0C-4396-43E1-A404-B07EBE7F61B1}" dt="2023-08-09T12:55:08.700" v="61" actId="3064"/>
          <ac:spMkLst>
            <pc:docMk/>
            <pc:sldMasterMk cId="259861064" sldId="2147483648"/>
            <ac:spMk id="2" creationId="{911FA289-D5D9-85F4-FFF7-4677C2CF5BF8}"/>
          </ac:spMkLst>
        </pc:spChg>
        <pc:spChg chg="del">
          <ac:chgData name="Remi de Vogel" userId="5948360e-7b9c-4a22-9ada-df5e8b901c82" providerId="ADAL" clId="{A4F27B0C-4396-43E1-A404-B07EBE7F61B1}" dt="2023-08-09T12:54:47.019" v="42" actId="478"/>
          <ac:spMkLst>
            <pc:docMk/>
            <pc:sldMasterMk cId="259861064" sldId="2147483648"/>
            <ac:spMk id="4" creationId="{DB57928F-0394-A641-8E3E-2D180F0BE042}"/>
          </ac:spMkLst>
        </pc:spChg>
        <pc:spChg chg="mod">
          <ac:chgData name="Remi de Vogel" userId="5948360e-7b9c-4a22-9ada-df5e8b901c82" providerId="ADAL" clId="{A4F27B0C-4396-43E1-A404-B07EBE7F61B1}" dt="2023-07-31T17:03:07.452" v="1" actId="139"/>
          <ac:spMkLst>
            <pc:docMk/>
            <pc:sldMasterMk cId="259861064" sldId="2147483648"/>
            <ac:spMk id="7" creationId="{D6A5A859-4CE8-2837-746E-F8B2E0E6F21F}"/>
          </ac:spMkLst>
        </pc:spChg>
        <pc:spChg chg="mod">
          <ac:chgData name="Remi de Vogel" userId="5948360e-7b9c-4a22-9ada-df5e8b901c82" providerId="ADAL" clId="{A4F27B0C-4396-43E1-A404-B07EBE7F61B1}" dt="2023-08-14T12:25:15.287" v="67" actId="20577"/>
          <ac:spMkLst>
            <pc:docMk/>
            <pc:sldMasterMk cId="259861064" sldId="2147483648"/>
            <ac:spMk id="8" creationId="{59DD17BF-08FE-3C56-E88C-20C01D9C620B}"/>
          </ac:spMkLst>
        </pc:spChg>
        <pc:spChg chg="mod">
          <ac:chgData name="Remi de Vogel" userId="5948360e-7b9c-4a22-9ada-df5e8b901c82" providerId="ADAL" clId="{A4F27B0C-4396-43E1-A404-B07EBE7F61B1}" dt="2023-07-31T17:03:07.458" v="3" actId="139"/>
          <ac:spMkLst>
            <pc:docMk/>
            <pc:sldMasterMk cId="259861064" sldId="2147483648"/>
            <ac:spMk id="68" creationId="{61C71873-52D3-45F7-59C2-98B44A61CBDD}"/>
          </ac:spMkLst>
        </pc:spChg>
        <pc:spChg chg="mod">
          <ac:chgData name="Remi de Vogel" userId="5948360e-7b9c-4a22-9ada-df5e8b901c82" providerId="ADAL" clId="{A4F27B0C-4396-43E1-A404-B07EBE7F61B1}" dt="2023-07-31T17:03:07.461" v="5" actId="139"/>
          <ac:spMkLst>
            <pc:docMk/>
            <pc:sldMasterMk cId="259861064" sldId="2147483648"/>
            <ac:spMk id="72" creationId="{D0CCF352-5FE7-85C8-603C-8D9FD1E2CB4D}"/>
          </ac:spMkLst>
        </pc:spChg>
        <pc:spChg chg="mod">
          <ac:chgData name="Remi de Vogel" userId="5948360e-7b9c-4a22-9ada-df5e8b901c82" providerId="ADAL" clId="{A4F27B0C-4396-43E1-A404-B07EBE7F61B1}" dt="2023-07-31T17:03:07.463" v="7" actId="139"/>
          <ac:spMkLst>
            <pc:docMk/>
            <pc:sldMasterMk cId="259861064" sldId="2147483648"/>
            <ac:spMk id="73" creationId="{DDC0E9FF-D178-AF74-F5DF-8B06BE4DAB13}"/>
          </ac:spMkLst>
        </pc:spChg>
        <pc:sldLayoutChg chg="addSp delSp modSp mod">
          <pc:chgData name="Remi de Vogel" userId="5948360e-7b9c-4a22-9ada-df5e8b901c82" providerId="ADAL" clId="{A4F27B0C-4396-43E1-A404-B07EBE7F61B1}" dt="2023-08-14T12:25:34.320" v="73" actId="1076"/>
          <pc:sldLayoutMkLst>
            <pc:docMk/>
            <pc:sldMasterMk cId="259861064" sldId="2147483648"/>
            <pc:sldLayoutMk cId="3031695121" sldId="2147483649"/>
          </pc:sldLayoutMkLst>
          <pc:spChg chg="del">
            <ac:chgData name="Remi de Vogel" userId="5948360e-7b9c-4a22-9ada-df5e8b901c82" providerId="ADAL" clId="{A4F27B0C-4396-43E1-A404-B07EBE7F61B1}" dt="2023-08-14T12:25:30.120" v="71"/>
            <ac:spMkLst>
              <pc:docMk/>
              <pc:sldMasterMk cId="259861064" sldId="2147483648"/>
              <pc:sldLayoutMk cId="3031695121" sldId="2147483649"/>
              <ac:spMk id="2" creationId="{63043356-50D3-592D-34F3-52F8DC47517B}"/>
            </ac:spMkLst>
          </pc:spChg>
          <pc:spChg chg="del">
            <ac:chgData name="Remi de Vogel" userId="5948360e-7b9c-4a22-9ada-df5e8b901c82" providerId="ADAL" clId="{A4F27B0C-4396-43E1-A404-B07EBE7F61B1}" dt="2023-08-14T12:25:30.120" v="71"/>
            <ac:spMkLst>
              <pc:docMk/>
              <pc:sldMasterMk cId="259861064" sldId="2147483648"/>
              <pc:sldLayoutMk cId="3031695121" sldId="2147483649"/>
              <ac:spMk id="4" creationId="{83E8B293-C428-0428-25CF-C795EC5F5711}"/>
            </ac:spMkLst>
          </pc:spChg>
          <pc:spChg chg="del">
            <ac:chgData name="Remi de Vogel" userId="5948360e-7b9c-4a22-9ada-df5e8b901c82" providerId="ADAL" clId="{A4F27B0C-4396-43E1-A404-B07EBE7F61B1}" dt="2023-08-14T12:25:30.120" v="71"/>
            <ac:spMkLst>
              <pc:docMk/>
              <pc:sldMasterMk cId="259861064" sldId="2147483648"/>
              <pc:sldLayoutMk cId="3031695121" sldId="2147483649"/>
              <ac:spMk id="5" creationId="{5686E34D-AF61-4405-20B2-99C0E2931D6D}"/>
            </ac:spMkLst>
          </pc:spChg>
          <pc:spChg chg="add mod">
            <ac:chgData name="Remi de Vogel" userId="5948360e-7b9c-4a22-9ada-df5e8b901c82" providerId="ADAL" clId="{A4F27B0C-4396-43E1-A404-B07EBE7F61B1}" dt="2023-08-14T12:25:34.320" v="73" actId="1076"/>
            <ac:spMkLst>
              <pc:docMk/>
              <pc:sldMasterMk cId="259861064" sldId="2147483648"/>
              <pc:sldLayoutMk cId="3031695121" sldId="2147483649"/>
              <ac:spMk id="6" creationId="{1C52422D-0E2D-1EA9-7F00-A5F4238CF4A8}"/>
            </ac:spMkLst>
          </pc:spChg>
          <pc:spChg chg="add mod">
            <ac:chgData name="Remi de Vogel" userId="5948360e-7b9c-4a22-9ada-df5e8b901c82" providerId="ADAL" clId="{A4F27B0C-4396-43E1-A404-B07EBE7F61B1}" dt="2023-08-14T12:25:34.320" v="73" actId="1076"/>
            <ac:spMkLst>
              <pc:docMk/>
              <pc:sldMasterMk cId="259861064" sldId="2147483648"/>
              <pc:sldLayoutMk cId="3031695121" sldId="2147483649"/>
              <ac:spMk id="10" creationId="{FE556992-3409-8100-07D7-6BFB7010D751}"/>
            </ac:spMkLst>
          </pc:spChg>
          <pc:spChg chg="add mod">
            <ac:chgData name="Remi de Vogel" userId="5948360e-7b9c-4a22-9ada-df5e8b901c82" providerId="ADAL" clId="{A4F27B0C-4396-43E1-A404-B07EBE7F61B1}" dt="2023-08-14T12:25:34.320" v="73" actId="1076"/>
            <ac:spMkLst>
              <pc:docMk/>
              <pc:sldMasterMk cId="259861064" sldId="2147483648"/>
              <pc:sldLayoutMk cId="3031695121" sldId="2147483649"/>
              <ac:spMk id="12" creationId="{AB9AFC0A-8A3A-A238-4C29-C9839B86D74B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49.722" v="83"/>
          <pc:sldLayoutMkLst>
            <pc:docMk/>
            <pc:sldMasterMk cId="259861064" sldId="2147483648"/>
            <pc:sldLayoutMk cId="276490111" sldId="2147483650"/>
          </pc:sldLayoutMkLst>
          <pc:spChg chg="del">
            <ac:chgData name="Remi de Vogel" userId="5948360e-7b9c-4a22-9ada-df5e8b901c82" providerId="ADAL" clId="{A4F27B0C-4396-43E1-A404-B07EBE7F61B1}" dt="2023-08-14T12:25:49.600" v="82"/>
            <ac:spMkLst>
              <pc:docMk/>
              <pc:sldMasterMk cId="259861064" sldId="2147483648"/>
              <pc:sldLayoutMk cId="276490111" sldId="2147483650"/>
              <ac:spMk id="2" creationId="{45A56239-EABF-F190-F1D8-A6E329C2A58A}"/>
            </ac:spMkLst>
          </pc:spChg>
          <pc:spChg chg="del">
            <ac:chgData name="Remi de Vogel" userId="5948360e-7b9c-4a22-9ada-df5e8b901c82" providerId="ADAL" clId="{A4F27B0C-4396-43E1-A404-B07EBE7F61B1}" dt="2023-08-14T12:25:49.600" v="82"/>
            <ac:spMkLst>
              <pc:docMk/>
              <pc:sldMasterMk cId="259861064" sldId="2147483648"/>
              <pc:sldLayoutMk cId="276490111" sldId="2147483650"/>
              <ac:spMk id="3" creationId="{5EB82D06-EF91-932D-7620-2B4110665F95}"/>
            </ac:spMkLst>
          </pc:spChg>
          <pc:spChg chg="del">
            <ac:chgData name="Remi de Vogel" userId="5948360e-7b9c-4a22-9ada-df5e8b901c82" providerId="ADAL" clId="{A4F27B0C-4396-43E1-A404-B07EBE7F61B1}" dt="2023-08-14T12:25:49.600" v="82"/>
            <ac:spMkLst>
              <pc:docMk/>
              <pc:sldMasterMk cId="259861064" sldId="2147483648"/>
              <pc:sldLayoutMk cId="276490111" sldId="2147483650"/>
              <ac:spMk id="4" creationId="{6DA08F9F-1F9D-002D-EFF8-3198E474E318}"/>
            </ac:spMkLst>
          </pc:spChg>
          <pc:spChg chg="add mod">
            <ac:chgData name="Remi de Vogel" userId="5948360e-7b9c-4a22-9ada-df5e8b901c82" providerId="ADAL" clId="{A4F27B0C-4396-43E1-A404-B07EBE7F61B1}" dt="2023-08-14T12:25:49.722" v="83"/>
            <ac:spMkLst>
              <pc:docMk/>
              <pc:sldMasterMk cId="259861064" sldId="2147483648"/>
              <pc:sldLayoutMk cId="276490111" sldId="2147483650"/>
              <ac:spMk id="5" creationId="{FC9877AD-E8BD-5759-91DD-F4E084F20880}"/>
            </ac:spMkLst>
          </pc:spChg>
          <pc:spChg chg="add mod">
            <ac:chgData name="Remi de Vogel" userId="5948360e-7b9c-4a22-9ada-df5e8b901c82" providerId="ADAL" clId="{A4F27B0C-4396-43E1-A404-B07EBE7F61B1}" dt="2023-08-14T12:25:49.722" v="83"/>
            <ac:spMkLst>
              <pc:docMk/>
              <pc:sldMasterMk cId="259861064" sldId="2147483648"/>
              <pc:sldLayoutMk cId="276490111" sldId="2147483650"/>
              <ac:spMk id="6" creationId="{6D156F4C-F081-E9D9-AAB4-6017E1F9D0FC}"/>
            </ac:spMkLst>
          </pc:spChg>
          <pc:spChg chg="add mod">
            <ac:chgData name="Remi de Vogel" userId="5948360e-7b9c-4a22-9ada-df5e8b901c82" providerId="ADAL" clId="{A4F27B0C-4396-43E1-A404-B07EBE7F61B1}" dt="2023-08-14T12:25:49.722" v="83"/>
            <ac:spMkLst>
              <pc:docMk/>
              <pc:sldMasterMk cId="259861064" sldId="2147483648"/>
              <pc:sldLayoutMk cId="276490111" sldId="2147483650"/>
              <ac:spMk id="11" creationId="{C196221B-0202-0B08-D314-2FA5EAA472CE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51.281" v="85"/>
          <pc:sldLayoutMkLst>
            <pc:docMk/>
            <pc:sldMasterMk cId="259861064" sldId="2147483648"/>
            <pc:sldLayoutMk cId="3831577900" sldId="2147483652"/>
          </pc:sldLayoutMkLst>
          <pc:spChg chg="del">
            <ac:chgData name="Remi de Vogel" userId="5948360e-7b9c-4a22-9ada-df5e8b901c82" providerId="ADAL" clId="{A4F27B0C-4396-43E1-A404-B07EBE7F61B1}" dt="2023-08-14T12:25:51.142" v="84"/>
            <ac:spMkLst>
              <pc:docMk/>
              <pc:sldMasterMk cId="259861064" sldId="2147483648"/>
              <pc:sldLayoutMk cId="3831577900" sldId="2147483652"/>
              <ac:spMk id="2" creationId="{4430DBB3-14FB-F94C-C436-FE59A3CCCE18}"/>
            </ac:spMkLst>
          </pc:spChg>
          <pc:spChg chg="del">
            <ac:chgData name="Remi de Vogel" userId="5948360e-7b9c-4a22-9ada-df5e8b901c82" providerId="ADAL" clId="{A4F27B0C-4396-43E1-A404-B07EBE7F61B1}" dt="2023-08-14T12:25:51.142" v="84"/>
            <ac:spMkLst>
              <pc:docMk/>
              <pc:sldMasterMk cId="259861064" sldId="2147483648"/>
              <pc:sldLayoutMk cId="3831577900" sldId="2147483652"/>
              <ac:spMk id="3" creationId="{056CD741-B27A-C28C-8CF8-2B9AE6DE341A}"/>
            </ac:spMkLst>
          </pc:spChg>
          <pc:spChg chg="del">
            <ac:chgData name="Remi de Vogel" userId="5948360e-7b9c-4a22-9ada-df5e8b901c82" providerId="ADAL" clId="{A4F27B0C-4396-43E1-A404-B07EBE7F61B1}" dt="2023-08-14T12:25:51.142" v="84"/>
            <ac:spMkLst>
              <pc:docMk/>
              <pc:sldMasterMk cId="259861064" sldId="2147483648"/>
              <pc:sldLayoutMk cId="3831577900" sldId="2147483652"/>
              <ac:spMk id="4" creationId="{1D05DE62-CFCC-01F6-3633-7286534F1946}"/>
            </ac:spMkLst>
          </pc:spChg>
          <pc:spChg chg="add mod">
            <ac:chgData name="Remi de Vogel" userId="5948360e-7b9c-4a22-9ada-df5e8b901c82" providerId="ADAL" clId="{A4F27B0C-4396-43E1-A404-B07EBE7F61B1}" dt="2023-08-14T12:25:51.281" v="85"/>
            <ac:spMkLst>
              <pc:docMk/>
              <pc:sldMasterMk cId="259861064" sldId="2147483648"/>
              <pc:sldLayoutMk cId="3831577900" sldId="2147483652"/>
              <ac:spMk id="5" creationId="{269D2B38-A9A0-FF3E-CDBA-813F7CD64566}"/>
            </ac:spMkLst>
          </pc:spChg>
          <pc:spChg chg="add mod">
            <ac:chgData name="Remi de Vogel" userId="5948360e-7b9c-4a22-9ada-df5e8b901c82" providerId="ADAL" clId="{A4F27B0C-4396-43E1-A404-B07EBE7F61B1}" dt="2023-08-14T12:25:51.281" v="85"/>
            <ac:spMkLst>
              <pc:docMk/>
              <pc:sldMasterMk cId="259861064" sldId="2147483648"/>
              <pc:sldLayoutMk cId="3831577900" sldId="2147483652"/>
              <ac:spMk id="6" creationId="{EE7E445B-412B-E741-8E28-28A5480733B1}"/>
            </ac:spMkLst>
          </pc:spChg>
          <pc:spChg chg="add mod">
            <ac:chgData name="Remi de Vogel" userId="5948360e-7b9c-4a22-9ada-df5e8b901c82" providerId="ADAL" clId="{A4F27B0C-4396-43E1-A404-B07EBE7F61B1}" dt="2023-08-14T12:25:51.281" v="85"/>
            <ac:spMkLst>
              <pc:docMk/>
              <pc:sldMasterMk cId="259861064" sldId="2147483648"/>
              <pc:sldLayoutMk cId="3831577900" sldId="2147483652"/>
              <ac:spMk id="7" creationId="{58889D58-F54E-ED29-A5C2-2DC8671F0C4F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24.122" v="115"/>
          <pc:sldLayoutMkLst>
            <pc:docMk/>
            <pc:sldMasterMk cId="259861064" sldId="2147483648"/>
            <pc:sldLayoutMk cId="2538990565" sldId="2147483654"/>
          </pc:sldLayoutMkLst>
          <pc:spChg chg="add mod">
            <ac:chgData name="Remi de Vogel" userId="5948360e-7b9c-4a22-9ada-df5e8b901c82" providerId="ADAL" clId="{A4F27B0C-4396-43E1-A404-B07EBE7F61B1}" dt="2023-08-14T12:26:24.122" v="115"/>
            <ac:spMkLst>
              <pc:docMk/>
              <pc:sldMasterMk cId="259861064" sldId="2147483648"/>
              <pc:sldLayoutMk cId="2538990565" sldId="2147483654"/>
              <ac:spMk id="2" creationId="{039F136B-94D5-8CF5-3BAA-C7557EB70948}"/>
            </ac:spMkLst>
          </pc:spChg>
          <pc:spChg chg="add mod">
            <ac:chgData name="Remi de Vogel" userId="5948360e-7b9c-4a22-9ada-df5e8b901c82" providerId="ADAL" clId="{A4F27B0C-4396-43E1-A404-B07EBE7F61B1}" dt="2023-08-14T12:26:24.122" v="115"/>
            <ac:spMkLst>
              <pc:docMk/>
              <pc:sldMasterMk cId="259861064" sldId="2147483648"/>
              <pc:sldLayoutMk cId="2538990565" sldId="2147483654"/>
              <ac:spMk id="3" creationId="{61237811-4AF4-5C17-8011-DB4D7793DE33}"/>
            </ac:spMkLst>
          </pc:spChg>
          <pc:spChg chg="add mod">
            <ac:chgData name="Remi de Vogel" userId="5948360e-7b9c-4a22-9ada-df5e8b901c82" providerId="ADAL" clId="{A4F27B0C-4396-43E1-A404-B07EBE7F61B1}" dt="2023-08-14T12:26:24.122" v="115"/>
            <ac:spMkLst>
              <pc:docMk/>
              <pc:sldMasterMk cId="259861064" sldId="2147483648"/>
              <pc:sldLayoutMk cId="2538990565" sldId="2147483654"/>
              <ac:spMk id="4" creationId="{D0530390-F0C6-3257-5686-5F8947032758}"/>
            </ac:spMkLst>
          </pc:spChg>
          <pc:spChg chg="del">
            <ac:chgData name="Remi de Vogel" userId="5948360e-7b9c-4a22-9ada-df5e8b901c82" providerId="ADAL" clId="{A4F27B0C-4396-43E1-A404-B07EBE7F61B1}" dt="2023-08-14T12:26:23.998" v="114"/>
            <ac:spMkLst>
              <pc:docMk/>
              <pc:sldMasterMk cId="259861064" sldId="2147483648"/>
              <pc:sldLayoutMk cId="2538990565" sldId="2147483654"/>
              <ac:spMk id="11" creationId="{4DF6ADD4-CCC2-19BF-8989-765B61C14882}"/>
            </ac:spMkLst>
          </pc:spChg>
          <pc:spChg chg="del">
            <ac:chgData name="Remi de Vogel" userId="5948360e-7b9c-4a22-9ada-df5e8b901c82" providerId="ADAL" clId="{A4F27B0C-4396-43E1-A404-B07EBE7F61B1}" dt="2023-08-14T12:26:23.998" v="114"/>
            <ac:spMkLst>
              <pc:docMk/>
              <pc:sldMasterMk cId="259861064" sldId="2147483648"/>
              <pc:sldLayoutMk cId="2538990565" sldId="2147483654"/>
              <ac:spMk id="12" creationId="{C8EDF942-4CEC-3A38-6F89-C32E708A4F4C}"/>
            </ac:spMkLst>
          </pc:spChg>
          <pc:spChg chg="del">
            <ac:chgData name="Remi de Vogel" userId="5948360e-7b9c-4a22-9ada-df5e8b901c82" providerId="ADAL" clId="{A4F27B0C-4396-43E1-A404-B07EBE7F61B1}" dt="2023-08-14T12:26:23.998" v="114"/>
            <ac:spMkLst>
              <pc:docMk/>
              <pc:sldMasterMk cId="259861064" sldId="2147483648"/>
              <pc:sldLayoutMk cId="2538990565" sldId="2147483654"/>
              <ac:spMk id="13" creationId="{76E90A2F-8A5C-F19B-DC08-BB89E8ABEF03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25.679" v="117"/>
          <pc:sldLayoutMkLst>
            <pc:docMk/>
            <pc:sldMasterMk cId="259861064" sldId="2147483648"/>
            <pc:sldLayoutMk cId="4164875606" sldId="2147483655"/>
          </pc:sldLayoutMkLst>
          <pc:spChg chg="del">
            <ac:chgData name="Remi de Vogel" userId="5948360e-7b9c-4a22-9ada-df5e8b901c82" providerId="ADAL" clId="{A4F27B0C-4396-43E1-A404-B07EBE7F61B1}" dt="2023-08-14T12:26:25.568" v="116"/>
            <ac:spMkLst>
              <pc:docMk/>
              <pc:sldMasterMk cId="259861064" sldId="2147483648"/>
              <pc:sldLayoutMk cId="4164875606" sldId="2147483655"/>
              <ac:spMk id="2" creationId="{D265B789-151F-395D-61FF-287D6909A940}"/>
            </ac:spMkLst>
          </pc:spChg>
          <pc:spChg chg="del">
            <ac:chgData name="Remi de Vogel" userId="5948360e-7b9c-4a22-9ada-df5e8b901c82" providerId="ADAL" clId="{A4F27B0C-4396-43E1-A404-B07EBE7F61B1}" dt="2023-08-14T12:26:25.568" v="116"/>
            <ac:spMkLst>
              <pc:docMk/>
              <pc:sldMasterMk cId="259861064" sldId="2147483648"/>
              <pc:sldLayoutMk cId="4164875606" sldId="2147483655"/>
              <ac:spMk id="3" creationId="{C6E291F2-A08C-B5A9-95F3-B4E1D20314FC}"/>
            </ac:spMkLst>
          </pc:spChg>
          <pc:spChg chg="del">
            <ac:chgData name="Remi de Vogel" userId="5948360e-7b9c-4a22-9ada-df5e8b901c82" providerId="ADAL" clId="{A4F27B0C-4396-43E1-A404-B07EBE7F61B1}" dt="2023-08-14T12:26:25.568" v="116"/>
            <ac:spMkLst>
              <pc:docMk/>
              <pc:sldMasterMk cId="259861064" sldId="2147483648"/>
              <pc:sldLayoutMk cId="4164875606" sldId="2147483655"/>
              <ac:spMk id="4" creationId="{48A71DA2-DFC7-13B9-CDB8-300D50DE10F7}"/>
            </ac:spMkLst>
          </pc:spChg>
          <pc:spChg chg="add mod">
            <ac:chgData name="Remi de Vogel" userId="5948360e-7b9c-4a22-9ada-df5e8b901c82" providerId="ADAL" clId="{A4F27B0C-4396-43E1-A404-B07EBE7F61B1}" dt="2023-08-14T12:26:25.679" v="117"/>
            <ac:spMkLst>
              <pc:docMk/>
              <pc:sldMasterMk cId="259861064" sldId="2147483648"/>
              <pc:sldLayoutMk cId="4164875606" sldId="2147483655"/>
              <ac:spMk id="5" creationId="{5B794FE4-9791-16A3-82A0-1876C087CAFD}"/>
            </ac:spMkLst>
          </pc:spChg>
          <pc:spChg chg="add mod">
            <ac:chgData name="Remi de Vogel" userId="5948360e-7b9c-4a22-9ada-df5e8b901c82" providerId="ADAL" clId="{A4F27B0C-4396-43E1-A404-B07EBE7F61B1}" dt="2023-08-14T12:26:25.679" v="117"/>
            <ac:spMkLst>
              <pc:docMk/>
              <pc:sldMasterMk cId="259861064" sldId="2147483648"/>
              <pc:sldLayoutMk cId="4164875606" sldId="2147483655"/>
              <ac:spMk id="6" creationId="{AE4BCDBE-0A8D-2558-F4DC-D3974B8ED087}"/>
            </ac:spMkLst>
          </pc:spChg>
          <pc:spChg chg="add mod">
            <ac:chgData name="Remi de Vogel" userId="5948360e-7b9c-4a22-9ada-df5e8b901c82" providerId="ADAL" clId="{A4F27B0C-4396-43E1-A404-B07EBE7F61B1}" dt="2023-08-14T12:26:25.679" v="117"/>
            <ac:spMkLst>
              <pc:docMk/>
              <pc:sldMasterMk cId="259861064" sldId="2147483648"/>
              <pc:sldLayoutMk cId="4164875606" sldId="2147483655"/>
              <ac:spMk id="7" creationId="{AF9072D2-2C76-276B-551B-7A23DF7B9A86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57.135" v="93"/>
          <pc:sldLayoutMkLst>
            <pc:docMk/>
            <pc:sldMasterMk cId="259861064" sldId="2147483648"/>
            <pc:sldLayoutMk cId="36604280" sldId="2147483656"/>
          </pc:sldLayoutMkLst>
          <pc:spChg chg="add mod">
            <ac:chgData name="Remi de Vogel" userId="5948360e-7b9c-4a22-9ada-df5e8b901c82" providerId="ADAL" clId="{A4F27B0C-4396-43E1-A404-B07EBE7F61B1}" dt="2023-08-14T12:25:57.135" v="93"/>
            <ac:spMkLst>
              <pc:docMk/>
              <pc:sldMasterMk cId="259861064" sldId="2147483648"/>
              <pc:sldLayoutMk cId="36604280" sldId="2147483656"/>
              <ac:spMk id="2" creationId="{9DC02D1B-157E-9C2C-933C-ABAF0073913F}"/>
            </ac:spMkLst>
          </pc:spChg>
          <pc:spChg chg="add mod">
            <ac:chgData name="Remi de Vogel" userId="5948360e-7b9c-4a22-9ada-df5e8b901c82" providerId="ADAL" clId="{A4F27B0C-4396-43E1-A404-B07EBE7F61B1}" dt="2023-08-14T12:25:57.135" v="93"/>
            <ac:spMkLst>
              <pc:docMk/>
              <pc:sldMasterMk cId="259861064" sldId="2147483648"/>
              <pc:sldLayoutMk cId="36604280" sldId="2147483656"/>
              <ac:spMk id="3" creationId="{1A8833D8-DEEF-E22B-B10C-A705D4B896F4}"/>
            </ac:spMkLst>
          </pc:spChg>
          <pc:spChg chg="del">
            <ac:chgData name="Remi de Vogel" userId="5948360e-7b9c-4a22-9ada-df5e8b901c82" providerId="ADAL" clId="{A4F27B0C-4396-43E1-A404-B07EBE7F61B1}" dt="2023-08-14T12:25:57.010" v="92"/>
            <ac:spMkLst>
              <pc:docMk/>
              <pc:sldMasterMk cId="259861064" sldId="2147483648"/>
              <pc:sldLayoutMk cId="36604280" sldId="2147483656"/>
              <ac:spMk id="4" creationId="{76ED0B91-1F1D-843F-275F-99DB596394A5}"/>
            </ac:spMkLst>
          </pc:spChg>
          <pc:spChg chg="add mod">
            <ac:chgData name="Remi de Vogel" userId="5948360e-7b9c-4a22-9ada-df5e8b901c82" providerId="ADAL" clId="{A4F27B0C-4396-43E1-A404-B07EBE7F61B1}" dt="2023-08-14T12:25:57.135" v="93"/>
            <ac:spMkLst>
              <pc:docMk/>
              <pc:sldMasterMk cId="259861064" sldId="2147483648"/>
              <pc:sldLayoutMk cId="36604280" sldId="2147483656"/>
              <ac:spMk id="5" creationId="{CF31E6DC-CE54-FF11-8EDE-578A0BC814B7}"/>
            </ac:spMkLst>
          </pc:spChg>
          <pc:spChg chg="del">
            <ac:chgData name="Remi de Vogel" userId="5948360e-7b9c-4a22-9ada-df5e8b901c82" providerId="ADAL" clId="{A4F27B0C-4396-43E1-A404-B07EBE7F61B1}" dt="2023-08-14T12:25:57.010" v="92"/>
            <ac:spMkLst>
              <pc:docMk/>
              <pc:sldMasterMk cId="259861064" sldId="2147483648"/>
              <pc:sldLayoutMk cId="36604280" sldId="2147483656"/>
              <ac:spMk id="6" creationId="{2D03171B-64B9-B5AF-FF8C-981032E1B4CB}"/>
            </ac:spMkLst>
          </pc:spChg>
          <pc:spChg chg="del">
            <ac:chgData name="Remi de Vogel" userId="5948360e-7b9c-4a22-9ada-df5e8b901c82" providerId="ADAL" clId="{A4F27B0C-4396-43E1-A404-B07EBE7F61B1}" dt="2023-08-14T12:25:57.010" v="92"/>
            <ac:spMkLst>
              <pc:docMk/>
              <pc:sldMasterMk cId="259861064" sldId="2147483648"/>
              <pc:sldLayoutMk cId="36604280" sldId="2147483656"/>
              <ac:spMk id="7" creationId="{0AC5BD1B-4A6F-35B4-3B9E-18B5A0C593B6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09.822" v="104" actId="207"/>
          <pc:sldLayoutMkLst>
            <pc:docMk/>
            <pc:sldMasterMk cId="259861064" sldId="2147483648"/>
            <pc:sldLayoutMk cId="1622635753" sldId="2147483658"/>
          </pc:sldLayoutMkLst>
          <pc:spChg chg="del">
            <ac:chgData name="Remi de Vogel" userId="5948360e-7b9c-4a22-9ada-df5e8b901c82" providerId="ADAL" clId="{A4F27B0C-4396-43E1-A404-B07EBE7F61B1}" dt="2023-08-14T12:26:05.759" v="102"/>
            <ac:spMkLst>
              <pc:docMk/>
              <pc:sldMasterMk cId="259861064" sldId="2147483648"/>
              <pc:sldLayoutMk cId="1622635753" sldId="2147483658"/>
              <ac:spMk id="2" creationId="{2942BE73-4AA1-D37E-0D06-A0E883B1599B}"/>
            </ac:spMkLst>
          </pc:spChg>
          <pc:spChg chg="add mod">
            <ac:chgData name="Remi de Vogel" userId="5948360e-7b9c-4a22-9ada-df5e8b901c82" providerId="ADAL" clId="{A4F27B0C-4396-43E1-A404-B07EBE7F61B1}" dt="2023-08-14T12:26:09.822" v="104" actId="207"/>
            <ac:spMkLst>
              <pc:docMk/>
              <pc:sldMasterMk cId="259861064" sldId="2147483648"/>
              <pc:sldLayoutMk cId="1622635753" sldId="2147483658"/>
              <ac:spMk id="3" creationId="{CE17F094-5C30-48A9-421A-FE6807FB5E42}"/>
            </ac:spMkLst>
          </pc:spChg>
          <pc:spChg chg="add mod">
            <ac:chgData name="Remi de Vogel" userId="5948360e-7b9c-4a22-9ada-df5e8b901c82" providerId="ADAL" clId="{A4F27B0C-4396-43E1-A404-B07EBE7F61B1}" dt="2023-08-14T12:26:09.822" v="104" actId="207"/>
            <ac:spMkLst>
              <pc:docMk/>
              <pc:sldMasterMk cId="259861064" sldId="2147483648"/>
              <pc:sldLayoutMk cId="1622635753" sldId="2147483658"/>
              <ac:spMk id="4" creationId="{16DB7DF7-FCAC-D317-55B9-B4C894AE9590}"/>
            </ac:spMkLst>
          </pc:spChg>
          <pc:spChg chg="add mod">
            <ac:chgData name="Remi de Vogel" userId="5948360e-7b9c-4a22-9ada-df5e8b901c82" providerId="ADAL" clId="{A4F27B0C-4396-43E1-A404-B07EBE7F61B1}" dt="2023-08-14T12:26:09.822" v="104" actId="207"/>
            <ac:spMkLst>
              <pc:docMk/>
              <pc:sldMasterMk cId="259861064" sldId="2147483648"/>
              <pc:sldLayoutMk cId="1622635753" sldId="2147483658"/>
              <ac:spMk id="7" creationId="{4037FE4A-10D5-5089-6D84-E34D3610348D}"/>
            </ac:spMkLst>
          </pc:spChg>
          <pc:spChg chg="del">
            <ac:chgData name="Remi de Vogel" userId="5948360e-7b9c-4a22-9ada-df5e8b901c82" providerId="ADAL" clId="{A4F27B0C-4396-43E1-A404-B07EBE7F61B1}" dt="2023-08-14T12:26:05.759" v="102"/>
            <ac:spMkLst>
              <pc:docMk/>
              <pc:sldMasterMk cId="259861064" sldId="2147483648"/>
              <pc:sldLayoutMk cId="1622635753" sldId="2147483658"/>
              <ac:spMk id="9" creationId="{A78C6B79-AA30-D6FD-ABB6-F0ACC5D60968}"/>
            </ac:spMkLst>
          </pc:spChg>
          <pc:spChg chg="mod">
            <ac:chgData name="Remi de Vogel" userId="5948360e-7b9c-4a22-9ada-df5e8b901c82" providerId="ADAL" clId="{A4F27B0C-4396-43E1-A404-B07EBE7F61B1}" dt="2023-08-14T12:26:09.822" v="104" actId="207"/>
            <ac:spMkLst>
              <pc:docMk/>
              <pc:sldMasterMk cId="259861064" sldId="2147483648"/>
              <pc:sldLayoutMk cId="1622635753" sldId="2147483658"/>
              <ac:spMk id="12" creationId="{D242E176-F4AE-BD2B-63BE-D00C9691D546}"/>
            </ac:spMkLst>
          </pc:spChg>
          <pc:spChg chg="del">
            <ac:chgData name="Remi de Vogel" userId="5948360e-7b9c-4a22-9ada-df5e8b901c82" providerId="ADAL" clId="{A4F27B0C-4396-43E1-A404-B07EBE7F61B1}" dt="2023-08-14T12:26:05.759" v="102"/>
            <ac:spMkLst>
              <pc:docMk/>
              <pc:sldMasterMk cId="259861064" sldId="2147483648"/>
              <pc:sldLayoutMk cId="1622635753" sldId="2147483658"/>
              <ac:spMk id="13" creationId="{F9AAE541-2FFE-F00D-2A09-5A73D72904DD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02.273" v="99"/>
          <pc:sldLayoutMkLst>
            <pc:docMk/>
            <pc:sldMasterMk cId="259861064" sldId="2147483648"/>
            <pc:sldLayoutMk cId="1181860749" sldId="2147483660"/>
          </pc:sldLayoutMkLst>
          <pc:spChg chg="add mod">
            <ac:chgData name="Remi de Vogel" userId="5948360e-7b9c-4a22-9ada-df5e8b901c82" providerId="ADAL" clId="{A4F27B0C-4396-43E1-A404-B07EBE7F61B1}" dt="2023-08-14T12:26:02.273" v="99"/>
            <ac:spMkLst>
              <pc:docMk/>
              <pc:sldMasterMk cId="259861064" sldId="2147483648"/>
              <pc:sldLayoutMk cId="1181860749" sldId="2147483660"/>
              <ac:spMk id="2" creationId="{9433FCBF-1E03-71F7-B9B3-00A499B18E75}"/>
            </ac:spMkLst>
          </pc:spChg>
          <pc:spChg chg="add mod">
            <ac:chgData name="Remi de Vogel" userId="5948360e-7b9c-4a22-9ada-df5e8b901c82" providerId="ADAL" clId="{A4F27B0C-4396-43E1-A404-B07EBE7F61B1}" dt="2023-08-14T12:26:02.273" v="99"/>
            <ac:spMkLst>
              <pc:docMk/>
              <pc:sldMasterMk cId="259861064" sldId="2147483648"/>
              <pc:sldLayoutMk cId="1181860749" sldId="2147483660"/>
              <ac:spMk id="3" creationId="{2CFD7555-AFB6-2919-E3A3-C93C649AF4E1}"/>
            </ac:spMkLst>
          </pc:spChg>
          <pc:spChg chg="del">
            <ac:chgData name="Remi de Vogel" userId="5948360e-7b9c-4a22-9ada-df5e8b901c82" providerId="ADAL" clId="{A4F27B0C-4396-43E1-A404-B07EBE7F61B1}" dt="2023-08-14T12:26:02.135" v="98"/>
            <ac:spMkLst>
              <pc:docMk/>
              <pc:sldMasterMk cId="259861064" sldId="2147483648"/>
              <pc:sldLayoutMk cId="1181860749" sldId="2147483660"/>
              <ac:spMk id="4" creationId="{070E979D-9454-FB8C-B199-5F6876AB5F5E}"/>
            </ac:spMkLst>
          </pc:spChg>
          <pc:spChg chg="add mod">
            <ac:chgData name="Remi de Vogel" userId="5948360e-7b9c-4a22-9ada-df5e8b901c82" providerId="ADAL" clId="{A4F27B0C-4396-43E1-A404-B07EBE7F61B1}" dt="2023-08-14T12:26:02.273" v="99"/>
            <ac:spMkLst>
              <pc:docMk/>
              <pc:sldMasterMk cId="259861064" sldId="2147483648"/>
              <pc:sldLayoutMk cId="1181860749" sldId="2147483660"/>
              <ac:spMk id="5" creationId="{8C47FEA5-B8A2-79A6-B85D-3C005621E389}"/>
            </ac:spMkLst>
          </pc:spChg>
          <pc:spChg chg="del">
            <ac:chgData name="Remi de Vogel" userId="5948360e-7b9c-4a22-9ada-df5e8b901c82" providerId="ADAL" clId="{A4F27B0C-4396-43E1-A404-B07EBE7F61B1}" dt="2023-08-14T12:26:02.135" v="98"/>
            <ac:spMkLst>
              <pc:docMk/>
              <pc:sldMasterMk cId="259861064" sldId="2147483648"/>
              <pc:sldLayoutMk cId="1181860749" sldId="2147483660"/>
              <ac:spMk id="6" creationId="{75A0E174-4A07-5336-604B-2853774A23CA}"/>
            </ac:spMkLst>
          </pc:spChg>
          <pc:spChg chg="del">
            <ac:chgData name="Remi de Vogel" userId="5948360e-7b9c-4a22-9ada-df5e8b901c82" providerId="ADAL" clId="{A4F27B0C-4396-43E1-A404-B07EBE7F61B1}" dt="2023-08-14T12:26:02.135" v="98"/>
            <ac:spMkLst>
              <pc:docMk/>
              <pc:sldMasterMk cId="259861064" sldId="2147483648"/>
              <pc:sldLayoutMk cId="1181860749" sldId="2147483660"/>
              <ac:spMk id="7" creationId="{853D9C14-FA0C-1C44-A7BA-BD06D521ED67}"/>
            </ac:spMkLst>
          </pc:spChg>
        </pc:sldLayoutChg>
        <pc:sldLayoutChg chg="addSp delSp modSp mod">
          <pc:chgData name="Remi de Vogel" userId="5948360e-7b9c-4a22-9ada-df5e8b901c82" providerId="ADAL" clId="{A4F27B0C-4396-43E1-A404-B07EBE7F61B1}" dt="2023-08-14T12:26:53.575" v="131" actId="167"/>
          <pc:sldLayoutMkLst>
            <pc:docMk/>
            <pc:sldMasterMk cId="259861064" sldId="2147483648"/>
            <pc:sldLayoutMk cId="1494416066" sldId="2147483662"/>
          </pc:sldLayoutMkLst>
          <pc:spChg chg="del">
            <ac:chgData name="Remi de Vogel" userId="5948360e-7b9c-4a22-9ada-df5e8b901c82" providerId="ADAL" clId="{A4F27B0C-4396-43E1-A404-B07EBE7F61B1}" dt="2023-08-14T12:26:46.055" v="127"/>
            <ac:spMkLst>
              <pc:docMk/>
              <pc:sldMasterMk cId="259861064" sldId="2147483648"/>
              <pc:sldLayoutMk cId="1494416066" sldId="2147483662"/>
              <ac:spMk id="3" creationId="{D7353F65-3946-7781-2E0B-18672FB94A9E}"/>
            </ac:spMkLst>
          </pc:spChg>
          <pc:spChg chg="add mod">
            <ac:chgData name="Remi de Vogel" userId="5948360e-7b9c-4a22-9ada-df5e8b901c82" providerId="ADAL" clId="{A4F27B0C-4396-43E1-A404-B07EBE7F61B1}" dt="2023-08-14T12:26:46.209" v="128"/>
            <ac:spMkLst>
              <pc:docMk/>
              <pc:sldMasterMk cId="259861064" sldId="2147483648"/>
              <pc:sldLayoutMk cId="1494416066" sldId="2147483662"/>
              <ac:spMk id="6" creationId="{E7A148CB-8588-2785-1B18-E7E4C7F31894}"/>
            </ac:spMkLst>
          </pc:spChg>
          <pc:spChg chg="del">
            <ac:chgData name="Remi de Vogel" userId="5948360e-7b9c-4a22-9ada-df5e8b901c82" providerId="ADAL" clId="{A4F27B0C-4396-43E1-A404-B07EBE7F61B1}" dt="2023-08-14T12:26:46.055" v="127"/>
            <ac:spMkLst>
              <pc:docMk/>
              <pc:sldMasterMk cId="259861064" sldId="2147483648"/>
              <pc:sldLayoutMk cId="1494416066" sldId="2147483662"/>
              <ac:spMk id="7" creationId="{73456ACD-D5BB-332F-FF74-F941FB11412B}"/>
            </ac:spMkLst>
          </pc:spChg>
          <pc:spChg chg="del">
            <ac:chgData name="Remi de Vogel" userId="5948360e-7b9c-4a22-9ada-df5e8b901c82" providerId="ADAL" clId="{A4F27B0C-4396-43E1-A404-B07EBE7F61B1}" dt="2023-08-14T12:26:46.055" v="127"/>
            <ac:spMkLst>
              <pc:docMk/>
              <pc:sldMasterMk cId="259861064" sldId="2147483648"/>
              <pc:sldLayoutMk cId="1494416066" sldId="2147483662"/>
              <ac:spMk id="8" creationId="{04543654-9211-E830-2516-CEDD6FDF5046}"/>
            </ac:spMkLst>
          </pc:spChg>
          <pc:spChg chg="add mod">
            <ac:chgData name="Remi de Vogel" userId="5948360e-7b9c-4a22-9ada-df5e8b901c82" providerId="ADAL" clId="{A4F27B0C-4396-43E1-A404-B07EBE7F61B1}" dt="2023-08-14T12:26:46.209" v="128"/>
            <ac:spMkLst>
              <pc:docMk/>
              <pc:sldMasterMk cId="259861064" sldId="2147483648"/>
              <pc:sldLayoutMk cId="1494416066" sldId="2147483662"/>
              <ac:spMk id="9" creationId="{88EC6A69-8491-E902-7462-D90FBF455D02}"/>
            </ac:spMkLst>
          </pc:spChg>
          <pc:spChg chg="add mod">
            <ac:chgData name="Remi de Vogel" userId="5948360e-7b9c-4a22-9ada-df5e8b901c82" providerId="ADAL" clId="{A4F27B0C-4396-43E1-A404-B07EBE7F61B1}" dt="2023-08-14T12:26:46.209" v="128"/>
            <ac:spMkLst>
              <pc:docMk/>
              <pc:sldMasterMk cId="259861064" sldId="2147483648"/>
              <pc:sldLayoutMk cId="1494416066" sldId="2147483662"/>
              <ac:spMk id="11" creationId="{0B71FA19-F9F4-C37F-D2B1-C0F60B1FA0D1}"/>
            </ac:spMkLst>
          </pc:spChg>
          <pc:spChg chg="ord">
            <ac:chgData name="Remi de Vogel" userId="5948360e-7b9c-4a22-9ada-df5e8b901c82" providerId="ADAL" clId="{A4F27B0C-4396-43E1-A404-B07EBE7F61B1}" dt="2023-08-14T12:26:51.188" v="129" actId="167"/>
            <ac:spMkLst>
              <pc:docMk/>
              <pc:sldMasterMk cId="259861064" sldId="2147483648"/>
              <pc:sldLayoutMk cId="1494416066" sldId="2147483662"/>
              <ac:spMk id="20" creationId="{7A96BF38-8BDA-4477-9756-C39FDBE22C5B}"/>
            </ac:spMkLst>
          </pc:spChg>
          <pc:grpChg chg="ord">
            <ac:chgData name="Remi de Vogel" userId="5948360e-7b9c-4a22-9ada-df5e8b901c82" providerId="ADAL" clId="{A4F27B0C-4396-43E1-A404-B07EBE7F61B1}" dt="2023-08-14T12:26:53.575" v="131" actId="167"/>
            <ac:grpSpMkLst>
              <pc:docMk/>
              <pc:sldMasterMk cId="259861064" sldId="2147483648"/>
              <pc:sldLayoutMk cId="1494416066" sldId="2147483662"/>
              <ac:grpSpMk id="17" creationId="{283B865A-706D-4ED4-B320-4B8778015BED}"/>
            </ac:grpSpMkLst>
          </pc:grpChg>
        </pc:sldLayoutChg>
        <pc:sldLayoutChg chg="addSp delSp modSp mod">
          <pc:chgData name="Remi de Vogel" userId="5948360e-7b9c-4a22-9ada-df5e8b901c82" providerId="ADAL" clId="{A4F27B0C-4396-43E1-A404-B07EBE7F61B1}" dt="2023-08-14T12:26:30.199" v="120" actId="207"/>
          <pc:sldLayoutMkLst>
            <pc:docMk/>
            <pc:sldMasterMk cId="259861064" sldId="2147483648"/>
            <pc:sldLayoutMk cId="2755087783" sldId="2147483663"/>
          </pc:sldLayoutMkLst>
          <pc:spChg chg="add mod">
            <ac:chgData name="Remi de Vogel" userId="5948360e-7b9c-4a22-9ada-df5e8b901c82" providerId="ADAL" clId="{A4F27B0C-4396-43E1-A404-B07EBE7F61B1}" dt="2023-08-14T12:26:30.199" v="120" actId="207"/>
            <ac:spMkLst>
              <pc:docMk/>
              <pc:sldMasterMk cId="259861064" sldId="2147483648"/>
              <pc:sldLayoutMk cId="2755087783" sldId="2147483663"/>
              <ac:spMk id="3" creationId="{1358119D-7A17-5517-0073-239049E43EFB}"/>
            </ac:spMkLst>
          </pc:spChg>
          <pc:spChg chg="add mod">
            <ac:chgData name="Remi de Vogel" userId="5948360e-7b9c-4a22-9ada-df5e8b901c82" providerId="ADAL" clId="{A4F27B0C-4396-43E1-A404-B07EBE7F61B1}" dt="2023-08-14T12:26:26.991" v="119"/>
            <ac:spMkLst>
              <pc:docMk/>
              <pc:sldMasterMk cId="259861064" sldId="2147483648"/>
              <pc:sldLayoutMk cId="2755087783" sldId="2147483663"/>
              <ac:spMk id="4" creationId="{BA21554A-1024-A728-D13F-E51DC0C8F135}"/>
            </ac:spMkLst>
          </pc:spChg>
          <pc:spChg chg="del">
            <ac:chgData name="Remi de Vogel" userId="5948360e-7b9c-4a22-9ada-df5e8b901c82" providerId="ADAL" clId="{A4F27B0C-4396-43E1-A404-B07EBE7F61B1}" dt="2023-08-14T12:26:26.868" v="118"/>
            <ac:spMkLst>
              <pc:docMk/>
              <pc:sldMasterMk cId="259861064" sldId="2147483648"/>
              <pc:sldLayoutMk cId="2755087783" sldId="2147483663"/>
              <ac:spMk id="5" creationId="{4546502A-302D-4673-92F6-29C085740BA9}"/>
            </ac:spMkLst>
          </pc:spChg>
          <pc:spChg chg="del">
            <ac:chgData name="Remi de Vogel" userId="5948360e-7b9c-4a22-9ada-df5e8b901c82" providerId="ADAL" clId="{A4F27B0C-4396-43E1-A404-B07EBE7F61B1}" dt="2023-08-14T12:26:26.868" v="118"/>
            <ac:spMkLst>
              <pc:docMk/>
              <pc:sldMasterMk cId="259861064" sldId="2147483648"/>
              <pc:sldLayoutMk cId="2755087783" sldId="2147483663"/>
              <ac:spMk id="6" creationId="{9085399D-CA65-890F-872D-EA18F3F0FFDC}"/>
            </ac:spMkLst>
          </pc:spChg>
          <pc:spChg chg="del">
            <ac:chgData name="Remi de Vogel" userId="5948360e-7b9c-4a22-9ada-df5e8b901c82" providerId="ADAL" clId="{A4F27B0C-4396-43E1-A404-B07EBE7F61B1}" dt="2023-08-14T12:26:26.868" v="118"/>
            <ac:spMkLst>
              <pc:docMk/>
              <pc:sldMasterMk cId="259861064" sldId="2147483648"/>
              <pc:sldLayoutMk cId="2755087783" sldId="2147483663"/>
              <ac:spMk id="7" creationId="{42791B60-E6DA-08D5-D7C8-B456AEA7CC54}"/>
            </ac:spMkLst>
          </pc:spChg>
          <pc:spChg chg="mod">
            <ac:chgData name="Remi de Vogel" userId="5948360e-7b9c-4a22-9ada-df5e8b901c82" providerId="ADAL" clId="{A4F27B0C-4396-43E1-A404-B07EBE7F61B1}" dt="2023-07-31T17:03:07.545" v="25" actId="139"/>
            <ac:spMkLst>
              <pc:docMk/>
              <pc:sldMasterMk cId="259861064" sldId="2147483648"/>
              <pc:sldLayoutMk cId="2755087783" sldId="2147483663"/>
              <ac:spMk id="8" creationId="{E02A060C-053E-D862-35FF-299067B3407D}"/>
            </ac:spMkLst>
          </pc:spChg>
          <pc:spChg chg="mod">
            <ac:chgData name="Remi de Vogel" userId="5948360e-7b9c-4a22-9ada-df5e8b901c82" providerId="ADAL" clId="{A4F27B0C-4396-43E1-A404-B07EBE7F61B1}" dt="2023-07-31T17:03:07.547" v="27" actId="139"/>
            <ac:spMkLst>
              <pc:docMk/>
              <pc:sldMasterMk cId="259861064" sldId="2147483648"/>
              <pc:sldLayoutMk cId="2755087783" sldId="2147483663"/>
              <ac:spMk id="9" creationId="{A98BE92A-9755-AE15-B4A4-1FDC0DBC7C86}"/>
            </ac:spMkLst>
          </pc:spChg>
          <pc:spChg chg="mod">
            <ac:chgData name="Remi de Vogel" userId="5948360e-7b9c-4a22-9ada-df5e8b901c82" providerId="ADAL" clId="{A4F27B0C-4396-43E1-A404-B07EBE7F61B1}" dt="2023-07-31T17:03:07.549" v="29" actId="139"/>
            <ac:spMkLst>
              <pc:docMk/>
              <pc:sldMasterMk cId="259861064" sldId="2147483648"/>
              <pc:sldLayoutMk cId="2755087783" sldId="2147483663"/>
              <ac:spMk id="10" creationId="{81990056-6B89-CFA7-4E7C-45F24B4D7E7B}"/>
            </ac:spMkLst>
          </pc:spChg>
          <pc:spChg chg="add mod">
            <ac:chgData name="Remi de Vogel" userId="5948360e-7b9c-4a22-9ada-df5e8b901c82" providerId="ADAL" clId="{A4F27B0C-4396-43E1-A404-B07EBE7F61B1}" dt="2023-08-14T12:26:30.199" v="120" actId="207"/>
            <ac:spMkLst>
              <pc:docMk/>
              <pc:sldMasterMk cId="259861064" sldId="2147483648"/>
              <pc:sldLayoutMk cId="2755087783" sldId="2147483663"/>
              <ac:spMk id="11" creationId="{37A787C9-45D1-1338-82BE-E9BC15175F39}"/>
            </ac:spMkLst>
          </pc:spChg>
          <pc:spChg chg="mod">
            <ac:chgData name="Remi de Vogel" userId="5948360e-7b9c-4a22-9ada-df5e8b901c82" providerId="ADAL" clId="{A4F27B0C-4396-43E1-A404-B07EBE7F61B1}" dt="2023-07-31T17:03:07.552" v="31" actId="139"/>
            <ac:spMkLst>
              <pc:docMk/>
              <pc:sldMasterMk cId="259861064" sldId="2147483648"/>
              <pc:sldLayoutMk cId="2755087783" sldId="2147483663"/>
              <ac:spMk id="13" creationId="{51583ABD-977D-1686-D80C-B218197E49E9}"/>
            </ac:spMkLst>
          </pc:spChg>
        </pc:sldLayoutChg>
        <pc:sldLayoutChg chg="addSp delSp modSp mod">
          <pc:chgData name="Remi de Vogel" userId="5948360e-7b9c-4a22-9ada-df5e8b901c82" providerId="ADAL" clId="{A4F27B0C-4396-43E1-A404-B07EBE7F61B1}" dt="2023-08-14T12:25:26.390" v="70" actId="1076"/>
          <pc:sldLayoutMkLst>
            <pc:docMk/>
            <pc:sldMasterMk cId="259861064" sldId="2147483648"/>
            <pc:sldLayoutMk cId="2882847530" sldId="2147483728"/>
          </pc:sldLayoutMkLst>
          <pc:spChg chg="del">
            <ac:chgData name="Remi de Vogel" userId="5948360e-7b9c-4a22-9ada-df5e8b901c82" providerId="ADAL" clId="{A4F27B0C-4396-43E1-A404-B07EBE7F61B1}" dt="2023-08-14T12:25:20.343" v="68"/>
            <ac:spMkLst>
              <pc:docMk/>
              <pc:sldMasterMk cId="259861064" sldId="2147483648"/>
              <pc:sldLayoutMk cId="2882847530" sldId="2147483728"/>
              <ac:spMk id="2" creationId="{C40C9144-5E88-8B96-973E-F9B2D5B4C8A5}"/>
            </ac:spMkLst>
          </pc:spChg>
          <pc:spChg chg="del">
            <ac:chgData name="Remi de Vogel" userId="5948360e-7b9c-4a22-9ada-df5e8b901c82" providerId="ADAL" clId="{A4F27B0C-4396-43E1-A404-B07EBE7F61B1}" dt="2023-08-14T12:25:20.343" v="68"/>
            <ac:spMkLst>
              <pc:docMk/>
              <pc:sldMasterMk cId="259861064" sldId="2147483648"/>
              <pc:sldLayoutMk cId="2882847530" sldId="2147483728"/>
              <ac:spMk id="3" creationId="{D9EED0D6-7073-915E-77AB-8366ED6CB299}"/>
            </ac:spMkLst>
          </pc:spChg>
          <pc:spChg chg="del">
            <ac:chgData name="Remi de Vogel" userId="5948360e-7b9c-4a22-9ada-df5e8b901c82" providerId="ADAL" clId="{A4F27B0C-4396-43E1-A404-B07EBE7F61B1}" dt="2023-08-14T12:25:20.343" v="68"/>
            <ac:spMkLst>
              <pc:docMk/>
              <pc:sldMasterMk cId="259861064" sldId="2147483648"/>
              <pc:sldLayoutMk cId="2882847530" sldId="2147483728"/>
              <ac:spMk id="4" creationId="{7725D061-4A1C-46EC-69AA-FD5F7209B289}"/>
            </ac:spMkLst>
          </pc:spChg>
          <pc:spChg chg="add mod">
            <ac:chgData name="Remi de Vogel" userId="5948360e-7b9c-4a22-9ada-df5e8b901c82" providerId="ADAL" clId="{A4F27B0C-4396-43E1-A404-B07EBE7F61B1}" dt="2023-08-14T12:25:26.390" v="70" actId="1076"/>
            <ac:spMkLst>
              <pc:docMk/>
              <pc:sldMasterMk cId="259861064" sldId="2147483648"/>
              <pc:sldLayoutMk cId="2882847530" sldId="2147483728"/>
              <ac:spMk id="5" creationId="{DD69D43F-93EB-6479-0F52-798E6E7F9A3C}"/>
            </ac:spMkLst>
          </pc:spChg>
          <pc:spChg chg="add mod">
            <ac:chgData name="Remi de Vogel" userId="5948360e-7b9c-4a22-9ada-df5e8b901c82" providerId="ADAL" clId="{A4F27B0C-4396-43E1-A404-B07EBE7F61B1}" dt="2023-08-14T12:25:26.390" v="70" actId="1076"/>
            <ac:spMkLst>
              <pc:docMk/>
              <pc:sldMasterMk cId="259861064" sldId="2147483648"/>
              <pc:sldLayoutMk cId="2882847530" sldId="2147483728"/>
              <ac:spMk id="6" creationId="{A1DD3ABC-5F5C-E0AB-D85D-2C3E0E24B15D}"/>
            </ac:spMkLst>
          </pc:spChg>
          <pc:spChg chg="add mod">
            <ac:chgData name="Remi de Vogel" userId="5948360e-7b9c-4a22-9ada-df5e8b901c82" providerId="ADAL" clId="{A4F27B0C-4396-43E1-A404-B07EBE7F61B1}" dt="2023-08-14T12:25:26.390" v="70" actId="1076"/>
            <ac:spMkLst>
              <pc:docMk/>
              <pc:sldMasterMk cId="259861064" sldId="2147483648"/>
              <pc:sldLayoutMk cId="2882847530" sldId="2147483728"/>
              <ac:spMk id="7" creationId="{09A88976-04ED-30DD-1296-E18526ABCAD4}"/>
            </ac:spMkLst>
          </pc:spChg>
        </pc:sldLayoutChg>
        <pc:sldLayoutChg chg="addSp delSp modSp mod">
          <pc:chgData name="Remi de Vogel" userId="5948360e-7b9c-4a22-9ada-df5e8b901c82" providerId="ADAL" clId="{A4F27B0C-4396-43E1-A404-B07EBE7F61B1}" dt="2023-08-14T12:25:40.023" v="76" actId="1076"/>
          <pc:sldLayoutMkLst>
            <pc:docMk/>
            <pc:sldMasterMk cId="259861064" sldId="2147483648"/>
            <pc:sldLayoutMk cId="2387091362" sldId="2147483730"/>
          </pc:sldLayoutMkLst>
          <pc:spChg chg="del">
            <ac:chgData name="Remi de Vogel" userId="5948360e-7b9c-4a22-9ada-df5e8b901c82" providerId="ADAL" clId="{A4F27B0C-4396-43E1-A404-B07EBE7F61B1}" dt="2023-08-14T12:25:36.446" v="74"/>
            <ac:spMkLst>
              <pc:docMk/>
              <pc:sldMasterMk cId="259861064" sldId="2147483648"/>
              <pc:sldLayoutMk cId="2387091362" sldId="2147483730"/>
              <ac:spMk id="2" creationId="{7272AE2B-B269-B726-A41C-13045DA612BF}"/>
            </ac:spMkLst>
          </pc:spChg>
          <pc:spChg chg="del">
            <ac:chgData name="Remi de Vogel" userId="5948360e-7b9c-4a22-9ada-df5e8b901c82" providerId="ADAL" clId="{A4F27B0C-4396-43E1-A404-B07EBE7F61B1}" dt="2023-08-14T12:25:36.446" v="74"/>
            <ac:spMkLst>
              <pc:docMk/>
              <pc:sldMasterMk cId="259861064" sldId="2147483648"/>
              <pc:sldLayoutMk cId="2387091362" sldId="2147483730"/>
              <ac:spMk id="3" creationId="{798943EE-4C55-33FB-6F23-084B4653E5D2}"/>
            </ac:spMkLst>
          </pc:spChg>
          <pc:spChg chg="del">
            <ac:chgData name="Remi de Vogel" userId="5948360e-7b9c-4a22-9ada-df5e8b901c82" providerId="ADAL" clId="{A4F27B0C-4396-43E1-A404-B07EBE7F61B1}" dt="2023-08-14T12:25:36.446" v="74"/>
            <ac:spMkLst>
              <pc:docMk/>
              <pc:sldMasterMk cId="259861064" sldId="2147483648"/>
              <pc:sldLayoutMk cId="2387091362" sldId="2147483730"/>
              <ac:spMk id="5" creationId="{C68B9EF1-FCCA-7A34-0BC0-AA8509E37991}"/>
            </ac:spMkLst>
          </pc:spChg>
          <pc:spChg chg="add mod">
            <ac:chgData name="Remi de Vogel" userId="5948360e-7b9c-4a22-9ada-df5e8b901c82" providerId="ADAL" clId="{A4F27B0C-4396-43E1-A404-B07EBE7F61B1}" dt="2023-08-14T12:25:40.023" v="76" actId="1076"/>
            <ac:spMkLst>
              <pc:docMk/>
              <pc:sldMasterMk cId="259861064" sldId="2147483648"/>
              <pc:sldLayoutMk cId="2387091362" sldId="2147483730"/>
              <ac:spMk id="6" creationId="{579B7FD4-9CE0-6818-FCDE-9CC1CF68CA8D}"/>
            </ac:spMkLst>
          </pc:spChg>
          <pc:spChg chg="add mod">
            <ac:chgData name="Remi de Vogel" userId="5948360e-7b9c-4a22-9ada-df5e8b901c82" providerId="ADAL" clId="{A4F27B0C-4396-43E1-A404-B07EBE7F61B1}" dt="2023-08-14T12:25:40.023" v="76" actId="1076"/>
            <ac:spMkLst>
              <pc:docMk/>
              <pc:sldMasterMk cId="259861064" sldId="2147483648"/>
              <pc:sldLayoutMk cId="2387091362" sldId="2147483730"/>
              <ac:spMk id="7" creationId="{5D7C5B78-94EA-578E-15D0-DB33F75E5C80}"/>
            </ac:spMkLst>
          </pc:spChg>
          <pc:spChg chg="add mod">
            <ac:chgData name="Remi de Vogel" userId="5948360e-7b9c-4a22-9ada-df5e8b901c82" providerId="ADAL" clId="{A4F27B0C-4396-43E1-A404-B07EBE7F61B1}" dt="2023-08-14T12:25:40.023" v="76" actId="1076"/>
            <ac:spMkLst>
              <pc:docMk/>
              <pc:sldMasterMk cId="259861064" sldId="2147483648"/>
              <pc:sldLayoutMk cId="2387091362" sldId="2147483730"/>
              <ac:spMk id="8" creationId="{2D4ED67A-2B06-C3C9-B32A-D052C3CA0D52}"/>
            </ac:spMkLst>
          </pc:spChg>
          <pc:spChg chg="mod">
            <ac:chgData name="Remi de Vogel" userId="5948360e-7b9c-4a22-9ada-df5e8b901c82" providerId="ADAL" clId="{A4F27B0C-4396-43E1-A404-B07EBE7F61B1}" dt="2023-07-31T17:03:07.474" v="9" actId="139"/>
            <ac:spMkLst>
              <pc:docMk/>
              <pc:sldMasterMk cId="259861064" sldId="2147483648"/>
              <pc:sldLayoutMk cId="2387091362" sldId="2147483730"/>
              <ac:spMk id="15" creationId="{C6606F6C-3DBD-CA47-F135-B3D39D613F5C}"/>
            </ac:spMkLst>
          </pc:spChg>
          <pc:spChg chg="mod">
            <ac:chgData name="Remi de Vogel" userId="5948360e-7b9c-4a22-9ada-df5e8b901c82" providerId="ADAL" clId="{A4F27B0C-4396-43E1-A404-B07EBE7F61B1}" dt="2023-07-31T17:03:07.477" v="11" actId="139"/>
            <ac:spMkLst>
              <pc:docMk/>
              <pc:sldMasterMk cId="259861064" sldId="2147483648"/>
              <pc:sldLayoutMk cId="2387091362" sldId="2147483730"/>
              <ac:spMk id="16" creationId="{47855D95-75E2-B652-4C23-1E40E9EBC676}"/>
            </ac:spMkLst>
          </pc:spChg>
          <pc:spChg chg="mod">
            <ac:chgData name="Remi de Vogel" userId="5948360e-7b9c-4a22-9ada-df5e8b901c82" providerId="ADAL" clId="{A4F27B0C-4396-43E1-A404-B07EBE7F61B1}" dt="2023-07-31T17:03:07.483" v="13" actId="139"/>
            <ac:spMkLst>
              <pc:docMk/>
              <pc:sldMasterMk cId="259861064" sldId="2147483648"/>
              <pc:sldLayoutMk cId="2387091362" sldId="2147483730"/>
              <ac:spMk id="17" creationId="{A2AEBE57-64BB-7F9A-2474-6F715A4BE2D0}"/>
            </ac:spMkLst>
          </pc:spChg>
          <pc:spChg chg="mod">
            <ac:chgData name="Remi de Vogel" userId="5948360e-7b9c-4a22-9ada-df5e8b901c82" providerId="ADAL" clId="{A4F27B0C-4396-43E1-A404-B07EBE7F61B1}" dt="2023-07-31T17:03:07.485" v="15" actId="139"/>
            <ac:spMkLst>
              <pc:docMk/>
              <pc:sldMasterMk cId="259861064" sldId="2147483648"/>
              <pc:sldLayoutMk cId="2387091362" sldId="2147483730"/>
              <ac:spMk id="18" creationId="{05AE037A-D980-59A9-69B8-1E18685AC95F}"/>
            </ac:spMkLst>
          </pc:spChg>
        </pc:sldLayoutChg>
        <pc:sldLayoutChg chg="addSp delSp modSp mod">
          <pc:chgData name="Remi de Vogel" userId="5948360e-7b9c-4a22-9ada-df5e8b901c82" providerId="ADAL" clId="{A4F27B0C-4396-43E1-A404-B07EBE7F61B1}" dt="2023-08-14T12:25:45.990" v="79" actId="1076"/>
          <pc:sldLayoutMkLst>
            <pc:docMk/>
            <pc:sldMasterMk cId="259861064" sldId="2147483648"/>
            <pc:sldLayoutMk cId="3811794794" sldId="2147483731"/>
          </pc:sldLayoutMkLst>
          <pc:spChg chg="del">
            <ac:chgData name="Remi de Vogel" userId="5948360e-7b9c-4a22-9ada-df5e8b901c82" providerId="ADAL" clId="{A4F27B0C-4396-43E1-A404-B07EBE7F61B1}" dt="2023-08-14T12:25:41.817" v="77"/>
            <ac:spMkLst>
              <pc:docMk/>
              <pc:sldMasterMk cId="259861064" sldId="2147483648"/>
              <pc:sldLayoutMk cId="3811794794" sldId="2147483731"/>
              <ac:spMk id="2" creationId="{AE43D200-2137-93CF-74AD-698CFEDC929B}"/>
            </ac:spMkLst>
          </pc:spChg>
          <pc:spChg chg="del">
            <ac:chgData name="Remi de Vogel" userId="5948360e-7b9c-4a22-9ada-df5e8b901c82" providerId="ADAL" clId="{A4F27B0C-4396-43E1-A404-B07EBE7F61B1}" dt="2023-08-14T12:25:41.817" v="77"/>
            <ac:spMkLst>
              <pc:docMk/>
              <pc:sldMasterMk cId="259861064" sldId="2147483648"/>
              <pc:sldLayoutMk cId="3811794794" sldId="2147483731"/>
              <ac:spMk id="3" creationId="{76BD5AFC-471D-629A-9A2A-4601BCADC7D1}"/>
            </ac:spMkLst>
          </pc:spChg>
          <pc:spChg chg="del">
            <ac:chgData name="Remi de Vogel" userId="5948360e-7b9c-4a22-9ada-df5e8b901c82" providerId="ADAL" clId="{A4F27B0C-4396-43E1-A404-B07EBE7F61B1}" dt="2023-08-14T12:25:41.817" v="77"/>
            <ac:spMkLst>
              <pc:docMk/>
              <pc:sldMasterMk cId="259861064" sldId="2147483648"/>
              <pc:sldLayoutMk cId="3811794794" sldId="2147483731"/>
              <ac:spMk id="4" creationId="{66373F47-B535-364F-6C19-99CDA3FAEE52}"/>
            </ac:spMkLst>
          </pc:spChg>
          <pc:spChg chg="add mod">
            <ac:chgData name="Remi de Vogel" userId="5948360e-7b9c-4a22-9ada-df5e8b901c82" providerId="ADAL" clId="{A4F27B0C-4396-43E1-A404-B07EBE7F61B1}" dt="2023-08-14T12:25:45.990" v="79" actId="1076"/>
            <ac:spMkLst>
              <pc:docMk/>
              <pc:sldMasterMk cId="259861064" sldId="2147483648"/>
              <pc:sldLayoutMk cId="3811794794" sldId="2147483731"/>
              <ac:spMk id="5" creationId="{C8B14FCF-7A24-0775-5720-6E2885BFC04A}"/>
            </ac:spMkLst>
          </pc:spChg>
          <pc:spChg chg="add mod">
            <ac:chgData name="Remi de Vogel" userId="5948360e-7b9c-4a22-9ada-df5e8b901c82" providerId="ADAL" clId="{A4F27B0C-4396-43E1-A404-B07EBE7F61B1}" dt="2023-08-14T12:25:45.990" v="79" actId="1076"/>
            <ac:spMkLst>
              <pc:docMk/>
              <pc:sldMasterMk cId="259861064" sldId="2147483648"/>
              <pc:sldLayoutMk cId="3811794794" sldId="2147483731"/>
              <ac:spMk id="6" creationId="{522FE90E-1F7F-EF8C-ED2E-E0AE0C540DCB}"/>
            </ac:spMkLst>
          </pc:spChg>
          <pc:spChg chg="add mod">
            <ac:chgData name="Remi de Vogel" userId="5948360e-7b9c-4a22-9ada-df5e8b901c82" providerId="ADAL" clId="{A4F27B0C-4396-43E1-A404-B07EBE7F61B1}" dt="2023-08-14T12:25:45.990" v="79" actId="1076"/>
            <ac:spMkLst>
              <pc:docMk/>
              <pc:sldMasterMk cId="259861064" sldId="2147483648"/>
              <pc:sldLayoutMk cId="3811794794" sldId="2147483731"/>
              <ac:spMk id="7" creationId="{6CE849AB-1986-335F-42AA-7018843C5AF7}"/>
            </ac:spMkLst>
          </pc:spChg>
          <pc:spChg chg="mod">
            <ac:chgData name="Remi de Vogel" userId="5948360e-7b9c-4a22-9ada-df5e8b901c82" providerId="ADAL" clId="{A4F27B0C-4396-43E1-A404-B07EBE7F61B1}" dt="2023-07-31T17:03:07.491" v="17" actId="139"/>
            <ac:spMkLst>
              <pc:docMk/>
              <pc:sldMasterMk cId="259861064" sldId="2147483648"/>
              <pc:sldLayoutMk cId="3811794794" sldId="2147483731"/>
              <ac:spMk id="19" creationId="{0A1D6E7A-A09E-2C6A-5B99-74A97CC81479}"/>
            </ac:spMkLst>
          </pc:spChg>
          <pc:spChg chg="mod">
            <ac:chgData name="Remi de Vogel" userId="5948360e-7b9c-4a22-9ada-df5e8b901c82" providerId="ADAL" clId="{A4F27B0C-4396-43E1-A404-B07EBE7F61B1}" dt="2023-07-31T17:03:07.494" v="19" actId="139"/>
            <ac:spMkLst>
              <pc:docMk/>
              <pc:sldMasterMk cId="259861064" sldId="2147483648"/>
              <pc:sldLayoutMk cId="3811794794" sldId="2147483731"/>
              <ac:spMk id="20" creationId="{5A783CE9-BCB9-F844-AB8D-7B7A763CC446}"/>
            </ac:spMkLst>
          </pc:spChg>
          <pc:spChg chg="mod">
            <ac:chgData name="Remi de Vogel" userId="5948360e-7b9c-4a22-9ada-df5e8b901c82" providerId="ADAL" clId="{A4F27B0C-4396-43E1-A404-B07EBE7F61B1}" dt="2023-07-31T17:03:07.498" v="21" actId="139"/>
            <ac:spMkLst>
              <pc:docMk/>
              <pc:sldMasterMk cId="259861064" sldId="2147483648"/>
              <pc:sldLayoutMk cId="3811794794" sldId="2147483731"/>
              <ac:spMk id="21" creationId="{61D7DB85-DC0E-911C-AFC0-A00FE9FB4218}"/>
            </ac:spMkLst>
          </pc:spChg>
          <pc:spChg chg="mod">
            <ac:chgData name="Remi de Vogel" userId="5948360e-7b9c-4a22-9ada-df5e8b901c82" providerId="ADAL" clId="{A4F27B0C-4396-43E1-A404-B07EBE7F61B1}" dt="2023-07-31T17:03:07.501" v="23" actId="139"/>
            <ac:spMkLst>
              <pc:docMk/>
              <pc:sldMasterMk cId="259861064" sldId="2147483648"/>
              <pc:sldLayoutMk cId="3811794794" sldId="2147483731"/>
              <ac:spMk id="22" creationId="{FBC4D1F0-0B8C-F5F7-35AE-8CBBE25F01E4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47.807" v="81"/>
          <pc:sldLayoutMkLst>
            <pc:docMk/>
            <pc:sldMasterMk cId="259861064" sldId="2147483648"/>
            <pc:sldLayoutMk cId="2864453859" sldId="2147483732"/>
          </pc:sldLayoutMkLst>
          <pc:spChg chg="del">
            <ac:chgData name="Remi de Vogel" userId="5948360e-7b9c-4a22-9ada-df5e8b901c82" providerId="ADAL" clId="{A4F27B0C-4396-43E1-A404-B07EBE7F61B1}" dt="2023-08-14T12:25:47.703" v="80"/>
            <ac:spMkLst>
              <pc:docMk/>
              <pc:sldMasterMk cId="259861064" sldId="2147483648"/>
              <pc:sldLayoutMk cId="2864453859" sldId="2147483732"/>
              <ac:spMk id="2" creationId="{7D3232C5-6D8B-4F49-9338-9EEE93D08DFF}"/>
            </ac:spMkLst>
          </pc:spChg>
          <pc:spChg chg="del">
            <ac:chgData name="Remi de Vogel" userId="5948360e-7b9c-4a22-9ada-df5e8b901c82" providerId="ADAL" clId="{A4F27B0C-4396-43E1-A404-B07EBE7F61B1}" dt="2023-08-14T12:25:47.703" v="80"/>
            <ac:spMkLst>
              <pc:docMk/>
              <pc:sldMasterMk cId="259861064" sldId="2147483648"/>
              <pc:sldLayoutMk cId="2864453859" sldId="2147483732"/>
              <ac:spMk id="3" creationId="{28A36857-DD03-69F3-C903-8D430627342A}"/>
            </ac:spMkLst>
          </pc:spChg>
          <pc:spChg chg="del">
            <ac:chgData name="Remi de Vogel" userId="5948360e-7b9c-4a22-9ada-df5e8b901c82" providerId="ADAL" clId="{A4F27B0C-4396-43E1-A404-B07EBE7F61B1}" dt="2023-08-14T12:25:47.703" v="80"/>
            <ac:spMkLst>
              <pc:docMk/>
              <pc:sldMasterMk cId="259861064" sldId="2147483648"/>
              <pc:sldLayoutMk cId="2864453859" sldId="2147483732"/>
              <ac:spMk id="4" creationId="{20C6C845-A033-CD4B-0F11-8FDD1B3B2E70}"/>
            </ac:spMkLst>
          </pc:spChg>
          <pc:spChg chg="add mod">
            <ac:chgData name="Remi de Vogel" userId="5948360e-7b9c-4a22-9ada-df5e8b901c82" providerId="ADAL" clId="{A4F27B0C-4396-43E1-A404-B07EBE7F61B1}" dt="2023-08-14T12:25:47.807" v="81"/>
            <ac:spMkLst>
              <pc:docMk/>
              <pc:sldMasterMk cId="259861064" sldId="2147483648"/>
              <pc:sldLayoutMk cId="2864453859" sldId="2147483732"/>
              <ac:spMk id="5" creationId="{8E66FE70-59B6-AC87-507C-CEB424D60120}"/>
            </ac:spMkLst>
          </pc:spChg>
          <pc:spChg chg="add mod">
            <ac:chgData name="Remi de Vogel" userId="5948360e-7b9c-4a22-9ada-df5e8b901c82" providerId="ADAL" clId="{A4F27B0C-4396-43E1-A404-B07EBE7F61B1}" dt="2023-08-14T12:25:47.807" v="81"/>
            <ac:spMkLst>
              <pc:docMk/>
              <pc:sldMasterMk cId="259861064" sldId="2147483648"/>
              <pc:sldLayoutMk cId="2864453859" sldId="2147483732"/>
              <ac:spMk id="6" creationId="{E0F84F3F-CCA7-1138-E397-F036F4D56251}"/>
            </ac:spMkLst>
          </pc:spChg>
          <pc:spChg chg="add mod">
            <ac:chgData name="Remi de Vogel" userId="5948360e-7b9c-4a22-9ada-df5e8b901c82" providerId="ADAL" clId="{A4F27B0C-4396-43E1-A404-B07EBE7F61B1}" dt="2023-08-14T12:25:47.807" v="81"/>
            <ac:spMkLst>
              <pc:docMk/>
              <pc:sldMasterMk cId="259861064" sldId="2147483648"/>
              <pc:sldLayoutMk cId="2864453859" sldId="2147483732"/>
              <ac:spMk id="7" creationId="{68B62FC2-7106-0197-2DB6-50E3466396B1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54.057" v="89"/>
          <pc:sldLayoutMkLst>
            <pc:docMk/>
            <pc:sldMasterMk cId="259861064" sldId="2147483648"/>
            <pc:sldLayoutMk cId="3376375726" sldId="2147483733"/>
          </pc:sldLayoutMkLst>
          <pc:spChg chg="del">
            <ac:chgData name="Remi de Vogel" userId="5948360e-7b9c-4a22-9ada-df5e8b901c82" providerId="ADAL" clId="{A4F27B0C-4396-43E1-A404-B07EBE7F61B1}" dt="2023-08-14T12:25:53.919" v="88"/>
            <ac:spMkLst>
              <pc:docMk/>
              <pc:sldMasterMk cId="259861064" sldId="2147483648"/>
              <pc:sldLayoutMk cId="3376375726" sldId="2147483733"/>
              <ac:spMk id="2" creationId="{EAD9E24B-71D8-7156-2298-1A0AF0B30657}"/>
            </ac:spMkLst>
          </pc:spChg>
          <pc:spChg chg="add mod">
            <ac:chgData name="Remi de Vogel" userId="5948360e-7b9c-4a22-9ada-df5e8b901c82" providerId="ADAL" clId="{A4F27B0C-4396-43E1-A404-B07EBE7F61B1}" dt="2023-08-14T12:25:54.057" v="89"/>
            <ac:spMkLst>
              <pc:docMk/>
              <pc:sldMasterMk cId="259861064" sldId="2147483648"/>
              <pc:sldLayoutMk cId="3376375726" sldId="2147483733"/>
              <ac:spMk id="3" creationId="{9187F02C-1151-E990-B9C4-4EA153141C33}"/>
            </ac:spMkLst>
          </pc:spChg>
          <pc:spChg chg="add mod">
            <ac:chgData name="Remi de Vogel" userId="5948360e-7b9c-4a22-9ada-df5e8b901c82" providerId="ADAL" clId="{A4F27B0C-4396-43E1-A404-B07EBE7F61B1}" dt="2023-08-14T12:25:54.057" v="89"/>
            <ac:spMkLst>
              <pc:docMk/>
              <pc:sldMasterMk cId="259861064" sldId="2147483648"/>
              <pc:sldLayoutMk cId="3376375726" sldId="2147483733"/>
              <ac:spMk id="4" creationId="{B6DF15ED-849F-B716-A403-1E2FA625C132}"/>
            </ac:spMkLst>
          </pc:spChg>
          <pc:spChg chg="add mod">
            <ac:chgData name="Remi de Vogel" userId="5948360e-7b9c-4a22-9ada-df5e8b901c82" providerId="ADAL" clId="{A4F27B0C-4396-43E1-A404-B07EBE7F61B1}" dt="2023-08-14T12:25:54.057" v="89"/>
            <ac:spMkLst>
              <pc:docMk/>
              <pc:sldMasterMk cId="259861064" sldId="2147483648"/>
              <pc:sldLayoutMk cId="3376375726" sldId="2147483733"/>
              <ac:spMk id="5" creationId="{2F3594E8-82F3-A1F8-0A21-B4FF8283B87E}"/>
            </ac:spMkLst>
          </pc:spChg>
          <pc:spChg chg="del">
            <ac:chgData name="Remi de Vogel" userId="5948360e-7b9c-4a22-9ada-df5e8b901c82" providerId="ADAL" clId="{A4F27B0C-4396-43E1-A404-B07EBE7F61B1}" dt="2023-08-14T12:25:53.919" v="88"/>
            <ac:spMkLst>
              <pc:docMk/>
              <pc:sldMasterMk cId="259861064" sldId="2147483648"/>
              <pc:sldLayoutMk cId="3376375726" sldId="2147483733"/>
              <ac:spMk id="6" creationId="{F3EFC3F8-E326-9397-9699-EC18B2E07BC3}"/>
            </ac:spMkLst>
          </pc:spChg>
          <pc:spChg chg="del">
            <ac:chgData name="Remi de Vogel" userId="5948360e-7b9c-4a22-9ada-df5e8b901c82" providerId="ADAL" clId="{A4F27B0C-4396-43E1-A404-B07EBE7F61B1}" dt="2023-08-14T12:25:53.919" v="88"/>
            <ac:spMkLst>
              <pc:docMk/>
              <pc:sldMasterMk cId="259861064" sldId="2147483648"/>
              <pc:sldLayoutMk cId="3376375726" sldId="2147483733"/>
              <ac:spMk id="7" creationId="{F8AFBA8A-ADA3-BB5A-C2AB-A0A149B84417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55.562" v="91"/>
          <pc:sldLayoutMkLst>
            <pc:docMk/>
            <pc:sldMasterMk cId="259861064" sldId="2147483648"/>
            <pc:sldLayoutMk cId="2079071838" sldId="2147483734"/>
          </pc:sldLayoutMkLst>
          <pc:spChg chg="del">
            <ac:chgData name="Remi de Vogel" userId="5948360e-7b9c-4a22-9ada-df5e8b901c82" providerId="ADAL" clId="{A4F27B0C-4396-43E1-A404-B07EBE7F61B1}" dt="2023-08-14T12:25:55.422" v="90"/>
            <ac:spMkLst>
              <pc:docMk/>
              <pc:sldMasterMk cId="259861064" sldId="2147483648"/>
              <pc:sldLayoutMk cId="2079071838" sldId="2147483734"/>
              <ac:spMk id="2" creationId="{F9FE426F-16BC-0B48-6533-9FA719C62AE6}"/>
            </ac:spMkLst>
          </pc:spChg>
          <pc:spChg chg="add mod">
            <ac:chgData name="Remi de Vogel" userId="5948360e-7b9c-4a22-9ada-df5e8b901c82" providerId="ADAL" clId="{A4F27B0C-4396-43E1-A404-B07EBE7F61B1}" dt="2023-08-14T12:25:55.562" v="91"/>
            <ac:spMkLst>
              <pc:docMk/>
              <pc:sldMasterMk cId="259861064" sldId="2147483648"/>
              <pc:sldLayoutMk cId="2079071838" sldId="2147483734"/>
              <ac:spMk id="3" creationId="{6B3173BD-018A-4BE0-C0E9-2BC3BC1F54A3}"/>
            </ac:spMkLst>
          </pc:spChg>
          <pc:spChg chg="add mod">
            <ac:chgData name="Remi de Vogel" userId="5948360e-7b9c-4a22-9ada-df5e8b901c82" providerId="ADAL" clId="{A4F27B0C-4396-43E1-A404-B07EBE7F61B1}" dt="2023-08-14T12:25:55.562" v="91"/>
            <ac:spMkLst>
              <pc:docMk/>
              <pc:sldMasterMk cId="259861064" sldId="2147483648"/>
              <pc:sldLayoutMk cId="2079071838" sldId="2147483734"/>
              <ac:spMk id="4" creationId="{BB750122-E984-AD2C-C998-F8BE876FAD09}"/>
            </ac:spMkLst>
          </pc:spChg>
          <pc:spChg chg="add mod">
            <ac:chgData name="Remi de Vogel" userId="5948360e-7b9c-4a22-9ada-df5e8b901c82" providerId="ADAL" clId="{A4F27B0C-4396-43E1-A404-B07EBE7F61B1}" dt="2023-08-14T12:25:55.562" v="91"/>
            <ac:spMkLst>
              <pc:docMk/>
              <pc:sldMasterMk cId="259861064" sldId="2147483648"/>
              <pc:sldLayoutMk cId="2079071838" sldId="2147483734"/>
              <ac:spMk id="5" creationId="{1B0D4237-6D16-E873-C696-B8ACF07ECE2F}"/>
            </ac:spMkLst>
          </pc:spChg>
          <pc:spChg chg="del">
            <ac:chgData name="Remi de Vogel" userId="5948360e-7b9c-4a22-9ada-df5e8b901c82" providerId="ADAL" clId="{A4F27B0C-4396-43E1-A404-B07EBE7F61B1}" dt="2023-08-14T12:25:55.422" v="90"/>
            <ac:spMkLst>
              <pc:docMk/>
              <pc:sldMasterMk cId="259861064" sldId="2147483648"/>
              <pc:sldLayoutMk cId="2079071838" sldId="2147483734"/>
              <ac:spMk id="6" creationId="{E2A7850A-B39D-8CE1-177C-A24A47507B47}"/>
            </ac:spMkLst>
          </pc:spChg>
          <pc:spChg chg="del">
            <ac:chgData name="Remi de Vogel" userId="5948360e-7b9c-4a22-9ada-df5e8b901c82" providerId="ADAL" clId="{A4F27B0C-4396-43E1-A404-B07EBE7F61B1}" dt="2023-08-14T12:25:55.422" v="90"/>
            <ac:spMkLst>
              <pc:docMk/>
              <pc:sldMasterMk cId="259861064" sldId="2147483648"/>
              <pc:sldLayoutMk cId="2079071838" sldId="2147483734"/>
              <ac:spMk id="7" creationId="{2D0E3974-B6A4-FFBD-57BA-74E946E974C7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58.723" v="95"/>
          <pc:sldLayoutMkLst>
            <pc:docMk/>
            <pc:sldMasterMk cId="259861064" sldId="2147483648"/>
            <pc:sldLayoutMk cId="2400735421" sldId="2147483735"/>
          </pc:sldLayoutMkLst>
          <pc:spChg chg="add mod">
            <ac:chgData name="Remi de Vogel" userId="5948360e-7b9c-4a22-9ada-df5e8b901c82" providerId="ADAL" clId="{A4F27B0C-4396-43E1-A404-B07EBE7F61B1}" dt="2023-08-14T12:25:58.723" v="95"/>
            <ac:spMkLst>
              <pc:docMk/>
              <pc:sldMasterMk cId="259861064" sldId="2147483648"/>
              <pc:sldLayoutMk cId="2400735421" sldId="2147483735"/>
              <ac:spMk id="2" creationId="{83D668B2-A803-86CC-3C9E-3B7803473C30}"/>
            </ac:spMkLst>
          </pc:spChg>
          <pc:spChg chg="add mod">
            <ac:chgData name="Remi de Vogel" userId="5948360e-7b9c-4a22-9ada-df5e8b901c82" providerId="ADAL" clId="{A4F27B0C-4396-43E1-A404-B07EBE7F61B1}" dt="2023-08-14T12:25:58.723" v="95"/>
            <ac:spMkLst>
              <pc:docMk/>
              <pc:sldMasterMk cId="259861064" sldId="2147483648"/>
              <pc:sldLayoutMk cId="2400735421" sldId="2147483735"/>
              <ac:spMk id="3" creationId="{65172173-91AF-FBF6-64D7-55294463A156}"/>
            </ac:spMkLst>
          </pc:spChg>
          <pc:spChg chg="del">
            <ac:chgData name="Remi de Vogel" userId="5948360e-7b9c-4a22-9ada-df5e8b901c82" providerId="ADAL" clId="{A4F27B0C-4396-43E1-A404-B07EBE7F61B1}" dt="2023-08-14T12:25:58.583" v="94"/>
            <ac:spMkLst>
              <pc:docMk/>
              <pc:sldMasterMk cId="259861064" sldId="2147483648"/>
              <pc:sldLayoutMk cId="2400735421" sldId="2147483735"/>
              <ac:spMk id="4" creationId="{EDCE6B12-2F68-69AA-4BDE-06821A5FA9A4}"/>
            </ac:spMkLst>
          </pc:spChg>
          <pc:spChg chg="add mod">
            <ac:chgData name="Remi de Vogel" userId="5948360e-7b9c-4a22-9ada-df5e8b901c82" providerId="ADAL" clId="{A4F27B0C-4396-43E1-A404-B07EBE7F61B1}" dt="2023-08-14T12:25:58.723" v="95"/>
            <ac:spMkLst>
              <pc:docMk/>
              <pc:sldMasterMk cId="259861064" sldId="2147483648"/>
              <pc:sldLayoutMk cId="2400735421" sldId="2147483735"/>
              <ac:spMk id="5" creationId="{657217E3-AE2E-1250-962D-2CCDDAC1B317}"/>
            </ac:spMkLst>
          </pc:spChg>
          <pc:spChg chg="del">
            <ac:chgData name="Remi de Vogel" userId="5948360e-7b9c-4a22-9ada-df5e8b901c82" providerId="ADAL" clId="{A4F27B0C-4396-43E1-A404-B07EBE7F61B1}" dt="2023-08-14T12:25:58.583" v="94"/>
            <ac:spMkLst>
              <pc:docMk/>
              <pc:sldMasterMk cId="259861064" sldId="2147483648"/>
              <pc:sldLayoutMk cId="2400735421" sldId="2147483735"/>
              <ac:spMk id="6" creationId="{BC4297CB-0B71-F645-7D64-5275A718054C}"/>
            </ac:spMkLst>
          </pc:spChg>
          <pc:spChg chg="del">
            <ac:chgData name="Remi de Vogel" userId="5948360e-7b9c-4a22-9ada-df5e8b901c82" providerId="ADAL" clId="{A4F27B0C-4396-43E1-A404-B07EBE7F61B1}" dt="2023-08-14T12:25:58.583" v="94"/>
            <ac:spMkLst>
              <pc:docMk/>
              <pc:sldMasterMk cId="259861064" sldId="2147483648"/>
              <pc:sldLayoutMk cId="2400735421" sldId="2147483735"/>
              <ac:spMk id="7" creationId="{DB63E056-F69D-C7CD-403E-8BE6622C5B98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5:52.711" v="87"/>
          <pc:sldLayoutMkLst>
            <pc:docMk/>
            <pc:sldMasterMk cId="259861064" sldId="2147483648"/>
            <pc:sldLayoutMk cId="101923619" sldId="2147483736"/>
          </pc:sldLayoutMkLst>
          <pc:spChg chg="add mod">
            <ac:chgData name="Remi de Vogel" userId="5948360e-7b9c-4a22-9ada-df5e8b901c82" providerId="ADAL" clId="{A4F27B0C-4396-43E1-A404-B07EBE7F61B1}" dt="2023-08-14T12:25:52.711" v="87"/>
            <ac:spMkLst>
              <pc:docMk/>
              <pc:sldMasterMk cId="259861064" sldId="2147483648"/>
              <pc:sldLayoutMk cId="101923619" sldId="2147483736"/>
              <ac:spMk id="2" creationId="{67FCE014-120C-02B2-F15D-BBC44E3BBC20}"/>
            </ac:spMkLst>
          </pc:spChg>
          <pc:spChg chg="add mod">
            <ac:chgData name="Remi de Vogel" userId="5948360e-7b9c-4a22-9ada-df5e8b901c82" providerId="ADAL" clId="{A4F27B0C-4396-43E1-A404-B07EBE7F61B1}" dt="2023-08-14T12:25:52.711" v="87"/>
            <ac:spMkLst>
              <pc:docMk/>
              <pc:sldMasterMk cId="259861064" sldId="2147483648"/>
              <pc:sldLayoutMk cId="101923619" sldId="2147483736"/>
              <ac:spMk id="3" creationId="{299275FF-0FAE-0927-FE90-1CAB60CF1573}"/>
            </ac:spMkLst>
          </pc:spChg>
          <pc:spChg chg="add mod">
            <ac:chgData name="Remi de Vogel" userId="5948360e-7b9c-4a22-9ada-df5e8b901c82" providerId="ADAL" clId="{A4F27B0C-4396-43E1-A404-B07EBE7F61B1}" dt="2023-08-14T12:25:52.711" v="87"/>
            <ac:spMkLst>
              <pc:docMk/>
              <pc:sldMasterMk cId="259861064" sldId="2147483648"/>
              <pc:sldLayoutMk cId="101923619" sldId="2147483736"/>
              <ac:spMk id="4" creationId="{DA6E3B28-F2EF-2670-1D61-90BDA6A3B11A}"/>
            </ac:spMkLst>
          </pc:spChg>
          <pc:spChg chg="del">
            <ac:chgData name="Remi de Vogel" userId="5948360e-7b9c-4a22-9ada-df5e8b901c82" providerId="ADAL" clId="{A4F27B0C-4396-43E1-A404-B07EBE7F61B1}" dt="2023-08-14T12:25:52.583" v="86"/>
            <ac:spMkLst>
              <pc:docMk/>
              <pc:sldMasterMk cId="259861064" sldId="2147483648"/>
              <pc:sldLayoutMk cId="101923619" sldId="2147483736"/>
              <ac:spMk id="5" creationId="{CF3DD555-C0C0-8C82-66A2-9D13FB020A8E}"/>
            </ac:spMkLst>
          </pc:spChg>
          <pc:spChg chg="del">
            <ac:chgData name="Remi de Vogel" userId="5948360e-7b9c-4a22-9ada-df5e8b901c82" providerId="ADAL" clId="{A4F27B0C-4396-43E1-A404-B07EBE7F61B1}" dt="2023-08-14T12:25:52.583" v="86"/>
            <ac:spMkLst>
              <pc:docMk/>
              <pc:sldMasterMk cId="259861064" sldId="2147483648"/>
              <pc:sldLayoutMk cId="101923619" sldId="2147483736"/>
              <ac:spMk id="6" creationId="{E5B862BC-A204-E819-9D8B-58F90052FF57}"/>
            </ac:spMkLst>
          </pc:spChg>
          <pc:spChg chg="del">
            <ac:chgData name="Remi de Vogel" userId="5948360e-7b9c-4a22-9ada-df5e8b901c82" providerId="ADAL" clId="{A4F27B0C-4396-43E1-A404-B07EBE7F61B1}" dt="2023-08-14T12:25:52.583" v="86"/>
            <ac:spMkLst>
              <pc:docMk/>
              <pc:sldMasterMk cId="259861064" sldId="2147483648"/>
              <pc:sldLayoutMk cId="101923619" sldId="2147483736"/>
              <ac:spMk id="7" creationId="{1C785522-9014-FE5A-8A7E-BFC6F76E5643}"/>
            </ac:spMkLst>
          </pc:spChg>
        </pc:sldLayoutChg>
        <pc:sldLayoutChg chg="addSp delSp modSp mod">
          <pc:chgData name="Remi de Vogel" userId="5948360e-7b9c-4a22-9ada-df5e8b901c82" providerId="ADAL" clId="{A4F27B0C-4396-43E1-A404-B07EBE7F61B1}" dt="2023-08-14T12:26:36.467" v="123" actId="207"/>
          <pc:sldLayoutMkLst>
            <pc:docMk/>
            <pc:sldMasterMk cId="259861064" sldId="2147483648"/>
            <pc:sldLayoutMk cId="3277208104" sldId="2147483737"/>
          </pc:sldLayoutMkLst>
          <pc:spChg chg="add mod">
            <ac:chgData name="Remi de Vogel" userId="5948360e-7b9c-4a22-9ada-df5e8b901c82" providerId="ADAL" clId="{A4F27B0C-4396-43E1-A404-B07EBE7F61B1}" dt="2023-08-14T12:26:36.467" v="123" actId="207"/>
            <ac:spMkLst>
              <pc:docMk/>
              <pc:sldMasterMk cId="259861064" sldId="2147483648"/>
              <pc:sldLayoutMk cId="3277208104" sldId="2147483737"/>
              <ac:spMk id="4" creationId="{3FF22158-7520-52E1-1586-868A5D1D4318}"/>
            </ac:spMkLst>
          </pc:spChg>
          <pc:spChg chg="del">
            <ac:chgData name="Remi de Vogel" userId="5948360e-7b9c-4a22-9ada-df5e8b901c82" providerId="ADAL" clId="{A4F27B0C-4396-43E1-A404-B07EBE7F61B1}" dt="2023-08-14T12:26:32.997" v="121"/>
            <ac:spMkLst>
              <pc:docMk/>
              <pc:sldMasterMk cId="259861064" sldId="2147483648"/>
              <pc:sldLayoutMk cId="3277208104" sldId="2147483737"/>
              <ac:spMk id="5" creationId="{1DF19C37-F2AC-F897-8812-3E8B0C85EC90}"/>
            </ac:spMkLst>
          </pc:spChg>
          <pc:spChg chg="del">
            <ac:chgData name="Remi de Vogel" userId="5948360e-7b9c-4a22-9ada-df5e8b901c82" providerId="ADAL" clId="{A4F27B0C-4396-43E1-A404-B07EBE7F61B1}" dt="2023-08-14T12:26:32.997" v="121"/>
            <ac:spMkLst>
              <pc:docMk/>
              <pc:sldMasterMk cId="259861064" sldId="2147483648"/>
              <pc:sldLayoutMk cId="3277208104" sldId="2147483737"/>
              <ac:spMk id="6" creationId="{D99588E7-DB3D-84A0-FAD4-46E9BED3C4D3}"/>
            </ac:spMkLst>
          </pc:spChg>
          <pc:spChg chg="del">
            <ac:chgData name="Remi de Vogel" userId="5948360e-7b9c-4a22-9ada-df5e8b901c82" providerId="ADAL" clId="{A4F27B0C-4396-43E1-A404-B07EBE7F61B1}" dt="2023-08-14T12:26:32.997" v="121"/>
            <ac:spMkLst>
              <pc:docMk/>
              <pc:sldMasterMk cId="259861064" sldId="2147483648"/>
              <pc:sldLayoutMk cId="3277208104" sldId="2147483737"/>
              <ac:spMk id="7" creationId="{CBC53028-A7BF-14D5-8EBE-365700BC7A73}"/>
            </ac:spMkLst>
          </pc:spChg>
          <pc:spChg chg="add mod">
            <ac:chgData name="Remi de Vogel" userId="5948360e-7b9c-4a22-9ada-df5e8b901c82" providerId="ADAL" clId="{A4F27B0C-4396-43E1-A404-B07EBE7F61B1}" dt="2023-08-14T12:26:36.467" v="123" actId="207"/>
            <ac:spMkLst>
              <pc:docMk/>
              <pc:sldMasterMk cId="259861064" sldId="2147483648"/>
              <pc:sldLayoutMk cId="3277208104" sldId="2147483737"/>
              <ac:spMk id="8" creationId="{6967189B-5ACB-0010-FFC3-F8AF2A9EE2CE}"/>
            </ac:spMkLst>
          </pc:spChg>
          <pc:spChg chg="add mod">
            <ac:chgData name="Remi de Vogel" userId="5948360e-7b9c-4a22-9ada-df5e8b901c82" providerId="ADAL" clId="{A4F27B0C-4396-43E1-A404-B07EBE7F61B1}" dt="2023-08-14T12:26:36.467" v="123" actId="207"/>
            <ac:spMkLst>
              <pc:docMk/>
              <pc:sldMasterMk cId="259861064" sldId="2147483648"/>
              <pc:sldLayoutMk cId="3277208104" sldId="2147483737"/>
              <ac:spMk id="9" creationId="{C40E0521-D0A4-B066-E2B1-7E18175D24B7}"/>
            </ac:spMkLst>
          </pc:spChg>
          <pc:spChg chg="mod">
            <ac:chgData name="Remi de Vogel" userId="5948360e-7b9c-4a22-9ada-df5e8b901c82" providerId="ADAL" clId="{A4F27B0C-4396-43E1-A404-B07EBE7F61B1}" dt="2023-08-14T12:26:36.467" v="123" actId="207"/>
            <ac:spMkLst>
              <pc:docMk/>
              <pc:sldMasterMk cId="259861064" sldId="2147483648"/>
              <pc:sldLayoutMk cId="3277208104" sldId="2147483737"/>
              <ac:spMk id="12" creationId="{923F0AE6-64A0-48D3-2F58-26CEF71B34E0}"/>
            </ac:spMkLst>
          </pc:spChg>
          <pc:spChg chg="mod">
            <ac:chgData name="Remi de Vogel" userId="5948360e-7b9c-4a22-9ada-df5e8b901c82" providerId="ADAL" clId="{A4F27B0C-4396-43E1-A404-B07EBE7F61B1}" dt="2023-08-14T12:26:36.467" v="123" actId="207"/>
            <ac:spMkLst>
              <pc:docMk/>
              <pc:sldMasterMk cId="259861064" sldId="2147483648"/>
              <pc:sldLayoutMk cId="3277208104" sldId="2147483737"/>
              <ac:spMk id="13" creationId="{0B297783-3573-2902-4B98-10768A4D38EF}"/>
            </ac:spMkLst>
          </pc:spChg>
          <pc:spChg chg="mod">
            <ac:chgData name="Remi de Vogel" userId="5948360e-7b9c-4a22-9ada-df5e8b901c82" providerId="ADAL" clId="{A4F27B0C-4396-43E1-A404-B07EBE7F61B1}" dt="2023-07-31T17:03:07.558" v="33" actId="139"/>
            <ac:spMkLst>
              <pc:docMk/>
              <pc:sldMasterMk cId="259861064" sldId="2147483648"/>
              <pc:sldLayoutMk cId="3277208104" sldId="2147483737"/>
              <ac:spMk id="14" creationId="{EB7A1E92-C009-56EC-F987-1EBB6B064052}"/>
            </ac:spMkLst>
          </pc:spChg>
          <pc:spChg chg="mod">
            <ac:chgData name="Remi de Vogel" userId="5948360e-7b9c-4a22-9ada-df5e8b901c82" providerId="ADAL" clId="{A4F27B0C-4396-43E1-A404-B07EBE7F61B1}" dt="2023-08-14T12:26:36.467" v="123" actId="207"/>
            <ac:spMkLst>
              <pc:docMk/>
              <pc:sldMasterMk cId="259861064" sldId="2147483648"/>
              <pc:sldLayoutMk cId="3277208104" sldId="2147483737"/>
              <ac:spMk id="15" creationId="{5953DC72-C0F5-D909-0950-92A3A6FBCB07}"/>
            </ac:spMkLst>
          </pc:spChg>
          <pc:spChg chg="mod">
            <ac:chgData name="Remi de Vogel" userId="5948360e-7b9c-4a22-9ada-df5e8b901c82" providerId="ADAL" clId="{A4F27B0C-4396-43E1-A404-B07EBE7F61B1}" dt="2023-07-31T17:03:07.560" v="35" actId="139"/>
            <ac:spMkLst>
              <pc:docMk/>
              <pc:sldMasterMk cId="259861064" sldId="2147483648"/>
              <pc:sldLayoutMk cId="3277208104" sldId="2147483737"/>
              <ac:spMk id="16" creationId="{78304E2C-D76F-2456-8633-314BD726A32B}"/>
            </ac:spMkLst>
          </pc:spChg>
          <pc:spChg chg="mod">
            <ac:chgData name="Remi de Vogel" userId="5948360e-7b9c-4a22-9ada-df5e8b901c82" providerId="ADAL" clId="{A4F27B0C-4396-43E1-A404-B07EBE7F61B1}" dt="2023-07-31T17:03:07.563" v="37" actId="139"/>
            <ac:spMkLst>
              <pc:docMk/>
              <pc:sldMasterMk cId="259861064" sldId="2147483648"/>
              <pc:sldLayoutMk cId="3277208104" sldId="2147483737"/>
              <ac:spMk id="17" creationId="{591C8154-62BF-6BE3-97D9-C7E7789158C8}"/>
            </ac:spMkLst>
          </pc:spChg>
          <pc:spChg chg="mod">
            <ac:chgData name="Remi de Vogel" userId="5948360e-7b9c-4a22-9ada-df5e8b901c82" providerId="ADAL" clId="{A4F27B0C-4396-43E1-A404-B07EBE7F61B1}" dt="2023-07-31T17:03:07.565" v="39" actId="139"/>
            <ac:spMkLst>
              <pc:docMk/>
              <pc:sldMasterMk cId="259861064" sldId="2147483648"/>
              <pc:sldLayoutMk cId="3277208104" sldId="2147483737"/>
              <ac:spMk id="18" creationId="{120D845B-9A3F-D30F-FE80-F4F4A749CB5E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03.764" v="101"/>
          <pc:sldLayoutMkLst>
            <pc:docMk/>
            <pc:sldMasterMk cId="259861064" sldId="2147483648"/>
            <pc:sldLayoutMk cId="353535495" sldId="2147483738"/>
          </pc:sldLayoutMkLst>
          <pc:spChg chg="del">
            <ac:chgData name="Remi de Vogel" userId="5948360e-7b9c-4a22-9ada-df5e8b901c82" providerId="ADAL" clId="{A4F27B0C-4396-43E1-A404-B07EBE7F61B1}" dt="2023-08-14T12:26:03.640" v="100"/>
            <ac:spMkLst>
              <pc:docMk/>
              <pc:sldMasterMk cId="259861064" sldId="2147483648"/>
              <pc:sldLayoutMk cId="353535495" sldId="2147483738"/>
              <ac:spMk id="2" creationId="{61D76F7F-9BC8-1DF3-705F-813DA533D843}"/>
            </ac:spMkLst>
          </pc:spChg>
          <pc:spChg chg="add mod">
            <ac:chgData name="Remi de Vogel" userId="5948360e-7b9c-4a22-9ada-df5e8b901c82" providerId="ADAL" clId="{A4F27B0C-4396-43E1-A404-B07EBE7F61B1}" dt="2023-08-14T12:26:03.764" v="101"/>
            <ac:spMkLst>
              <pc:docMk/>
              <pc:sldMasterMk cId="259861064" sldId="2147483648"/>
              <pc:sldLayoutMk cId="353535495" sldId="2147483738"/>
              <ac:spMk id="3" creationId="{42FE5789-8885-CE06-4EB9-47212A486A5A}"/>
            </ac:spMkLst>
          </pc:spChg>
          <pc:spChg chg="add mod">
            <ac:chgData name="Remi de Vogel" userId="5948360e-7b9c-4a22-9ada-df5e8b901c82" providerId="ADAL" clId="{A4F27B0C-4396-43E1-A404-B07EBE7F61B1}" dt="2023-08-14T12:26:03.764" v="101"/>
            <ac:spMkLst>
              <pc:docMk/>
              <pc:sldMasterMk cId="259861064" sldId="2147483648"/>
              <pc:sldLayoutMk cId="353535495" sldId="2147483738"/>
              <ac:spMk id="4" creationId="{4E63C795-89F2-6F19-B9C8-D429BF2DCAC7}"/>
            </ac:spMkLst>
          </pc:spChg>
          <pc:spChg chg="add mod">
            <ac:chgData name="Remi de Vogel" userId="5948360e-7b9c-4a22-9ada-df5e8b901c82" providerId="ADAL" clId="{A4F27B0C-4396-43E1-A404-B07EBE7F61B1}" dt="2023-08-14T12:26:03.764" v="101"/>
            <ac:spMkLst>
              <pc:docMk/>
              <pc:sldMasterMk cId="259861064" sldId="2147483648"/>
              <pc:sldLayoutMk cId="353535495" sldId="2147483738"/>
              <ac:spMk id="5" creationId="{07056621-E929-413E-1950-0D5F9A567AFF}"/>
            </ac:spMkLst>
          </pc:spChg>
          <pc:spChg chg="del">
            <ac:chgData name="Remi de Vogel" userId="5948360e-7b9c-4a22-9ada-df5e8b901c82" providerId="ADAL" clId="{A4F27B0C-4396-43E1-A404-B07EBE7F61B1}" dt="2023-08-14T12:26:03.640" v="100"/>
            <ac:spMkLst>
              <pc:docMk/>
              <pc:sldMasterMk cId="259861064" sldId="2147483648"/>
              <pc:sldLayoutMk cId="353535495" sldId="2147483738"/>
              <ac:spMk id="6" creationId="{754CA73F-F4DB-C69D-3692-87CAF354B3E9}"/>
            </ac:spMkLst>
          </pc:spChg>
          <pc:spChg chg="del">
            <ac:chgData name="Remi de Vogel" userId="5948360e-7b9c-4a22-9ada-df5e8b901c82" providerId="ADAL" clId="{A4F27B0C-4396-43E1-A404-B07EBE7F61B1}" dt="2023-08-14T12:26:03.640" v="100"/>
            <ac:spMkLst>
              <pc:docMk/>
              <pc:sldMasterMk cId="259861064" sldId="2147483648"/>
              <pc:sldLayoutMk cId="353535495" sldId="2147483738"/>
              <ac:spMk id="7" creationId="{8A88B06B-C1EA-B9F8-5151-31D3A4F89FDE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00.665" v="97"/>
          <pc:sldLayoutMkLst>
            <pc:docMk/>
            <pc:sldMasterMk cId="259861064" sldId="2147483648"/>
            <pc:sldLayoutMk cId="2842284886" sldId="2147483740"/>
          </pc:sldLayoutMkLst>
          <pc:spChg chg="add mod">
            <ac:chgData name="Remi de Vogel" userId="5948360e-7b9c-4a22-9ada-df5e8b901c82" providerId="ADAL" clId="{A4F27B0C-4396-43E1-A404-B07EBE7F61B1}" dt="2023-08-14T12:26:00.665" v="97"/>
            <ac:spMkLst>
              <pc:docMk/>
              <pc:sldMasterMk cId="259861064" sldId="2147483648"/>
              <pc:sldLayoutMk cId="2842284886" sldId="2147483740"/>
              <ac:spMk id="2" creationId="{D7CB9D79-BD18-FC3C-BB83-55E04087954A}"/>
            </ac:spMkLst>
          </pc:spChg>
          <pc:spChg chg="add mod">
            <ac:chgData name="Remi de Vogel" userId="5948360e-7b9c-4a22-9ada-df5e8b901c82" providerId="ADAL" clId="{A4F27B0C-4396-43E1-A404-B07EBE7F61B1}" dt="2023-08-14T12:26:00.665" v="97"/>
            <ac:spMkLst>
              <pc:docMk/>
              <pc:sldMasterMk cId="259861064" sldId="2147483648"/>
              <pc:sldLayoutMk cId="2842284886" sldId="2147483740"/>
              <ac:spMk id="3" creationId="{BA9E1032-3A68-1D36-6E8B-BEB97DF21CED}"/>
            </ac:spMkLst>
          </pc:spChg>
          <pc:spChg chg="del">
            <ac:chgData name="Remi de Vogel" userId="5948360e-7b9c-4a22-9ada-df5e8b901c82" providerId="ADAL" clId="{A4F27B0C-4396-43E1-A404-B07EBE7F61B1}" dt="2023-08-14T12:26:00.534" v="96"/>
            <ac:spMkLst>
              <pc:docMk/>
              <pc:sldMasterMk cId="259861064" sldId="2147483648"/>
              <pc:sldLayoutMk cId="2842284886" sldId="2147483740"/>
              <ac:spMk id="4" creationId="{0AD83EC8-EF43-3CB6-8321-BE6B61C604EE}"/>
            </ac:spMkLst>
          </pc:spChg>
          <pc:spChg chg="add mod">
            <ac:chgData name="Remi de Vogel" userId="5948360e-7b9c-4a22-9ada-df5e8b901c82" providerId="ADAL" clId="{A4F27B0C-4396-43E1-A404-B07EBE7F61B1}" dt="2023-08-14T12:26:00.665" v="97"/>
            <ac:spMkLst>
              <pc:docMk/>
              <pc:sldMasterMk cId="259861064" sldId="2147483648"/>
              <pc:sldLayoutMk cId="2842284886" sldId="2147483740"/>
              <ac:spMk id="5" creationId="{203D0379-B99F-6F89-64FA-D2018962A068}"/>
            </ac:spMkLst>
          </pc:spChg>
          <pc:spChg chg="del">
            <ac:chgData name="Remi de Vogel" userId="5948360e-7b9c-4a22-9ada-df5e8b901c82" providerId="ADAL" clId="{A4F27B0C-4396-43E1-A404-B07EBE7F61B1}" dt="2023-08-14T12:26:00.534" v="96"/>
            <ac:spMkLst>
              <pc:docMk/>
              <pc:sldMasterMk cId="259861064" sldId="2147483648"/>
              <pc:sldLayoutMk cId="2842284886" sldId="2147483740"/>
              <ac:spMk id="6" creationId="{DCD10B61-C828-BB2B-F385-8B9DFAB33119}"/>
            </ac:spMkLst>
          </pc:spChg>
          <pc:spChg chg="del">
            <ac:chgData name="Remi de Vogel" userId="5948360e-7b9c-4a22-9ada-df5e8b901c82" providerId="ADAL" clId="{A4F27B0C-4396-43E1-A404-B07EBE7F61B1}" dt="2023-08-14T12:26:00.534" v="96"/>
            <ac:spMkLst>
              <pc:docMk/>
              <pc:sldMasterMk cId="259861064" sldId="2147483648"/>
              <pc:sldLayoutMk cId="2842284886" sldId="2147483740"/>
              <ac:spMk id="7" creationId="{5C1886AA-4A72-64BC-1AF5-D227CB6280C0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21.417" v="111"/>
          <pc:sldLayoutMkLst>
            <pc:docMk/>
            <pc:sldMasterMk cId="259861064" sldId="2147483648"/>
            <pc:sldLayoutMk cId="2227878697" sldId="2147483741"/>
          </pc:sldLayoutMkLst>
          <pc:spChg chg="del">
            <ac:chgData name="Remi de Vogel" userId="5948360e-7b9c-4a22-9ada-df5e8b901c82" providerId="ADAL" clId="{A4F27B0C-4396-43E1-A404-B07EBE7F61B1}" dt="2023-08-14T12:26:21.311" v="110"/>
            <ac:spMkLst>
              <pc:docMk/>
              <pc:sldMasterMk cId="259861064" sldId="2147483648"/>
              <pc:sldLayoutMk cId="2227878697" sldId="2147483741"/>
              <ac:spMk id="2" creationId="{3322C972-CD61-6A31-531A-649CF203A5FE}"/>
            </ac:spMkLst>
          </pc:spChg>
          <pc:spChg chg="add mod">
            <ac:chgData name="Remi de Vogel" userId="5948360e-7b9c-4a22-9ada-df5e8b901c82" providerId="ADAL" clId="{A4F27B0C-4396-43E1-A404-B07EBE7F61B1}" dt="2023-08-14T12:26:21.417" v="111"/>
            <ac:spMkLst>
              <pc:docMk/>
              <pc:sldMasterMk cId="259861064" sldId="2147483648"/>
              <pc:sldLayoutMk cId="2227878697" sldId="2147483741"/>
              <ac:spMk id="3" creationId="{C85A12EA-5156-69EB-B0FB-F3D55008A4C6}"/>
            </ac:spMkLst>
          </pc:spChg>
          <pc:spChg chg="add mod">
            <ac:chgData name="Remi de Vogel" userId="5948360e-7b9c-4a22-9ada-df5e8b901c82" providerId="ADAL" clId="{A4F27B0C-4396-43E1-A404-B07EBE7F61B1}" dt="2023-08-14T12:26:21.417" v="111"/>
            <ac:spMkLst>
              <pc:docMk/>
              <pc:sldMasterMk cId="259861064" sldId="2147483648"/>
              <pc:sldLayoutMk cId="2227878697" sldId="2147483741"/>
              <ac:spMk id="4" creationId="{35F603DF-8B8A-C2BF-4D9A-E58702275D4E}"/>
            </ac:spMkLst>
          </pc:spChg>
          <pc:spChg chg="add mod">
            <ac:chgData name="Remi de Vogel" userId="5948360e-7b9c-4a22-9ada-df5e8b901c82" providerId="ADAL" clId="{A4F27B0C-4396-43E1-A404-B07EBE7F61B1}" dt="2023-08-14T12:26:21.417" v="111"/>
            <ac:spMkLst>
              <pc:docMk/>
              <pc:sldMasterMk cId="259861064" sldId="2147483648"/>
              <pc:sldLayoutMk cId="2227878697" sldId="2147483741"/>
              <ac:spMk id="5" creationId="{1AB56DC8-DC4D-5E5E-C25E-3F8418769986}"/>
            </ac:spMkLst>
          </pc:spChg>
          <pc:spChg chg="del">
            <ac:chgData name="Remi de Vogel" userId="5948360e-7b9c-4a22-9ada-df5e8b901c82" providerId="ADAL" clId="{A4F27B0C-4396-43E1-A404-B07EBE7F61B1}" dt="2023-08-14T12:26:21.311" v="110"/>
            <ac:spMkLst>
              <pc:docMk/>
              <pc:sldMasterMk cId="259861064" sldId="2147483648"/>
              <pc:sldLayoutMk cId="2227878697" sldId="2147483741"/>
              <ac:spMk id="9" creationId="{23E29EF2-F798-EA83-46AB-72A88C24EB62}"/>
            </ac:spMkLst>
          </pc:spChg>
          <pc:spChg chg="del">
            <ac:chgData name="Remi de Vogel" userId="5948360e-7b9c-4a22-9ada-df5e8b901c82" providerId="ADAL" clId="{A4F27B0C-4396-43E1-A404-B07EBE7F61B1}" dt="2023-08-14T12:26:21.311" v="110"/>
            <ac:spMkLst>
              <pc:docMk/>
              <pc:sldMasterMk cId="259861064" sldId="2147483648"/>
              <pc:sldLayoutMk cId="2227878697" sldId="2147483741"/>
              <ac:spMk id="10" creationId="{71C41C69-942B-C972-FF4B-E0B54914E055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22.528" v="113"/>
          <pc:sldLayoutMkLst>
            <pc:docMk/>
            <pc:sldMasterMk cId="259861064" sldId="2147483648"/>
            <pc:sldLayoutMk cId="3523900727" sldId="2147483742"/>
          </pc:sldLayoutMkLst>
          <pc:spChg chg="del">
            <ac:chgData name="Remi de Vogel" userId="5948360e-7b9c-4a22-9ada-df5e8b901c82" providerId="ADAL" clId="{A4F27B0C-4396-43E1-A404-B07EBE7F61B1}" dt="2023-08-14T12:26:22.441" v="112"/>
            <ac:spMkLst>
              <pc:docMk/>
              <pc:sldMasterMk cId="259861064" sldId="2147483648"/>
              <pc:sldLayoutMk cId="3523900727" sldId="2147483742"/>
              <ac:spMk id="2" creationId="{2E91F31F-E193-9B2E-D4B8-29840E9F9E11}"/>
            </ac:spMkLst>
          </pc:spChg>
          <pc:spChg chg="add mod">
            <ac:chgData name="Remi de Vogel" userId="5948360e-7b9c-4a22-9ada-df5e8b901c82" providerId="ADAL" clId="{A4F27B0C-4396-43E1-A404-B07EBE7F61B1}" dt="2023-08-14T12:26:22.528" v="113"/>
            <ac:spMkLst>
              <pc:docMk/>
              <pc:sldMasterMk cId="259861064" sldId="2147483648"/>
              <pc:sldLayoutMk cId="3523900727" sldId="2147483742"/>
              <ac:spMk id="3" creationId="{B694E2AF-E427-DAE5-B074-377B172B9A0D}"/>
            </ac:spMkLst>
          </pc:spChg>
          <pc:spChg chg="add mod">
            <ac:chgData name="Remi de Vogel" userId="5948360e-7b9c-4a22-9ada-df5e8b901c82" providerId="ADAL" clId="{A4F27B0C-4396-43E1-A404-B07EBE7F61B1}" dt="2023-08-14T12:26:22.528" v="113"/>
            <ac:spMkLst>
              <pc:docMk/>
              <pc:sldMasterMk cId="259861064" sldId="2147483648"/>
              <pc:sldLayoutMk cId="3523900727" sldId="2147483742"/>
              <ac:spMk id="4" creationId="{A2855264-8798-22B2-32B6-973A4C1BC2AD}"/>
            </ac:spMkLst>
          </pc:spChg>
          <pc:spChg chg="add mod">
            <ac:chgData name="Remi de Vogel" userId="5948360e-7b9c-4a22-9ada-df5e8b901c82" providerId="ADAL" clId="{A4F27B0C-4396-43E1-A404-B07EBE7F61B1}" dt="2023-08-14T12:26:22.528" v="113"/>
            <ac:spMkLst>
              <pc:docMk/>
              <pc:sldMasterMk cId="259861064" sldId="2147483648"/>
              <pc:sldLayoutMk cId="3523900727" sldId="2147483742"/>
              <ac:spMk id="5" creationId="{A1087D73-559C-ED40-F01D-8F0CFD13022A}"/>
            </ac:spMkLst>
          </pc:spChg>
          <pc:spChg chg="del">
            <ac:chgData name="Remi de Vogel" userId="5948360e-7b9c-4a22-9ada-df5e8b901c82" providerId="ADAL" clId="{A4F27B0C-4396-43E1-A404-B07EBE7F61B1}" dt="2023-08-14T12:26:22.441" v="112"/>
            <ac:spMkLst>
              <pc:docMk/>
              <pc:sldMasterMk cId="259861064" sldId="2147483648"/>
              <pc:sldLayoutMk cId="3523900727" sldId="2147483742"/>
              <ac:spMk id="9" creationId="{54AC03D6-4F2D-9943-332F-147D10B2461D}"/>
            </ac:spMkLst>
          </pc:spChg>
          <pc:spChg chg="del">
            <ac:chgData name="Remi de Vogel" userId="5948360e-7b9c-4a22-9ada-df5e8b901c82" providerId="ADAL" clId="{A4F27B0C-4396-43E1-A404-B07EBE7F61B1}" dt="2023-08-14T12:26:22.441" v="112"/>
            <ac:spMkLst>
              <pc:docMk/>
              <pc:sldMasterMk cId="259861064" sldId="2147483648"/>
              <pc:sldLayoutMk cId="3523900727" sldId="2147483742"/>
              <ac:spMk id="10" creationId="{9274EB98-68FF-3BA4-5E75-09F7992E89CA}"/>
            </ac:spMkLst>
          </pc:spChg>
        </pc:sldLayoutChg>
        <pc:sldLayoutChg chg="addSp delSp modSp">
          <pc:chgData name="Remi de Vogel" userId="5948360e-7b9c-4a22-9ada-df5e8b901c82" providerId="ADAL" clId="{A4F27B0C-4396-43E1-A404-B07EBE7F61B1}" dt="2023-08-14T12:26:42.756" v="126" actId="207"/>
          <pc:sldLayoutMkLst>
            <pc:docMk/>
            <pc:sldMasterMk cId="259861064" sldId="2147483648"/>
            <pc:sldLayoutMk cId="3673328579" sldId="2147483743"/>
          </pc:sldLayoutMkLst>
          <pc:spChg chg="add mod">
            <ac:chgData name="Remi de Vogel" userId="5948360e-7b9c-4a22-9ada-df5e8b901c82" providerId="ADAL" clId="{A4F27B0C-4396-43E1-A404-B07EBE7F61B1}" dt="2023-08-14T12:26:42.756" v="126" actId="207"/>
            <ac:spMkLst>
              <pc:docMk/>
              <pc:sldMasterMk cId="259861064" sldId="2147483648"/>
              <pc:sldLayoutMk cId="3673328579" sldId="2147483743"/>
              <ac:spMk id="4" creationId="{78A8925C-9AC9-3463-8EAD-C2BD76D34BCE}"/>
            </ac:spMkLst>
          </pc:spChg>
          <pc:spChg chg="add mod">
            <ac:chgData name="Remi de Vogel" userId="5948360e-7b9c-4a22-9ada-df5e8b901c82" providerId="ADAL" clId="{A4F27B0C-4396-43E1-A404-B07EBE7F61B1}" dt="2023-08-14T12:26:42.756" v="126" actId="207"/>
            <ac:spMkLst>
              <pc:docMk/>
              <pc:sldMasterMk cId="259861064" sldId="2147483648"/>
              <pc:sldLayoutMk cId="3673328579" sldId="2147483743"/>
              <ac:spMk id="5" creationId="{AF2D08F9-643B-A9EF-0D31-E8609EBC9BCA}"/>
            </ac:spMkLst>
          </pc:spChg>
          <pc:spChg chg="del">
            <ac:chgData name="Remi de Vogel" userId="5948360e-7b9c-4a22-9ada-df5e8b901c82" providerId="ADAL" clId="{A4F27B0C-4396-43E1-A404-B07EBE7F61B1}" dt="2023-08-14T12:26:38.935" v="124"/>
            <ac:spMkLst>
              <pc:docMk/>
              <pc:sldMasterMk cId="259861064" sldId="2147483648"/>
              <pc:sldLayoutMk cId="3673328579" sldId="2147483743"/>
              <ac:spMk id="6" creationId="{484585A6-2A98-95D5-56EF-145C827ED615}"/>
            </ac:spMkLst>
          </pc:spChg>
          <pc:spChg chg="del">
            <ac:chgData name="Remi de Vogel" userId="5948360e-7b9c-4a22-9ada-df5e8b901c82" providerId="ADAL" clId="{A4F27B0C-4396-43E1-A404-B07EBE7F61B1}" dt="2023-08-14T12:26:38.935" v="124"/>
            <ac:spMkLst>
              <pc:docMk/>
              <pc:sldMasterMk cId="259861064" sldId="2147483648"/>
              <pc:sldLayoutMk cId="3673328579" sldId="2147483743"/>
              <ac:spMk id="7" creationId="{8A7D857D-75B5-033B-4207-C5EA0CE6B96C}"/>
            </ac:spMkLst>
          </pc:spChg>
          <pc:spChg chg="add mod">
            <ac:chgData name="Remi de Vogel" userId="5948360e-7b9c-4a22-9ada-df5e8b901c82" providerId="ADAL" clId="{A4F27B0C-4396-43E1-A404-B07EBE7F61B1}" dt="2023-08-14T12:26:42.756" v="126" actId="207"/>
            <ac:spMkLst>
              <pc:docMk/>
              <pc:sldMasterMk cId="259861064" sldId="2147483648"/>
              <pc:sldLayoutMk cId="3673328579" sldId="2147483743"/>
              <ac:spMk id="8" creationId="{F29EB3F1-BADE-8C0C-422D-34CE18A18D52}"/>
            </ac:spMkLst>
          </pc:spChg>
          <pc:spChg chg="mod">
            <ac:chgData name="Remi de Vogel" userId="5948360e-7b9c-4a22-9ada-df5e8b901c82" providerId="ADAL" clId="{A4F27B0C-4396-43E1-A404-B07EBE7F61B1}" dt="2023-08-14T12:26:42.756" v="126" actId="207"/>
            <ac:spMkLst>
              <pc:docMk/>
              <pc:sldMasterMk cId="259861064" sldId="2147483648"/>
              <pc:sldLayoutMk cId="3673328579" sldId="2147483743"/>
              <ac:spMk id="10" creationId="{B2EA15A6-21DB-E648-3969-4AB72CF970E3}"/>
            </ac:spMkLst>
          </pc:spChg>
          <pc:spChg chg="mod">
            <ac:chgData name="Remi de Vogel" userId="5948360e-7b9c-4a22-9ada-df5e8b901c82" providerId="ADAL" clId="{A4F27B0C-4396-43E1-A404-B07EBE7F61B1}" dt="2023-08-14T12:26:42.756" v="126" actId="207"/>
            <ac:spMkLst>
              <pc:docMk/>
              <pc:sldMasterMk cId="259861064" sldId="2147483648"/>
              <pc:sldLayoutMk cId="3673328579" sldId="2147483743"/>
              <ac:spMk id="11" creationId="{E837E1DF-619C-DC4D-9DE3-483718540483}"/>
            </ac:spMkLst>
          </pc:spChg>
          <pc:spChg chg="del">
            <ac:chgData name="Remi de Vogel" userId="5948360e-7b9c-4a22-9ada-df5e8b901c82" providerId="ADAL" clId="{A4F27B0C-4396-43E1-A404-B07EBE7F61B1}" dt="2023-08-14T12:26:38.935" v="124"/>
            <ac:spMkLst>
              <pc:docMk/>
              <pc:sldMasterMk cId="259861064" sldId="2147483648"/>
              <pc:sldLayoutMk cId="3673328579" sldId="2147483743"/>
              <ac:spMk id="13" creationId="{3399C844-4A8E-FF4F-BAA0-8F19AB1FAC57}"/>
            </ac:spMkLst>
          </pc:spChg>
          <pc:spChg chg="mod">
            <ac:chgData name="Remi de Vogel" userId="5948360e-7b9c-4a22-9ada-df5e8b901c82" providerId="ADAL" clId="{A4F27B0C-4396-43E1-A404-B07EBE7F61B1}" dt="2023-08-14T12:26:42.756" v="126" actId="207"/>
            <ac:spMkLst>
              <pc:docMk/>
              <pc:sldMasterMk cId="259861064" sldId="2147483648"/>
              <pc:sldLayoutMk cId="3673328579" sldId="2147483743"/>
              <ac:spMk id="14" creationId="{E8CDD0A7-DF41-36AA-3F84-79E1D7EC28AC}"/>
            </ac:spMkLst>
          </pc:spChg>
        </pc:sldLayoutChg>
        <pc:sldLayoutChg chg="addSp delSp modSp mod">
          <pc:chgData name="Remi de Vogel" userId="5948360e-7b9c-4a22-9ada-df5e8b901c82" providerId="ADAL" clId="{A4F27B0C-4396-43E1-A404-B07EBE7F61B1}" dt="2023-08-14T12:26:19.607" v="109" actId="1076"/>
          <pc:sldLayoutMkLst>
            <pc:docMk/>
            <pc:sldMasterMk cId="259861064" sldId="2147483648"/>
            <pc:sldLayoutMk cId="51213094" sldId="2147483744"/>
          </pc:sldLayoutMkLst>
          <pc:spChg chg="add del mod">
            <ac:chgData name="Remi de Vogel" userId="5948360e-7b9c-4a22-9ada-df5e8b901c82" providerId="ADAL" clId="{A4F27B0C-4396-43E1-A404-B07EBE7F61B1}" dt="2023-08-14T12:26:13.510" v="106"/>
            <ac:spMkLst>
              <pc:docMk/>
              <pc:sldMasterMk cId="259861064" sldId="2147483648"/>
              <pc:sldLayoutMk cId="51213094" sldId="2147483744"/>
              <ac:spMk id="2" creationId="{7227D5EF-668E-51AA-63FC-143DE22CC3BA}"/>
            </ac:spMkLst>
          </pc:spChg>
          <pc:spChg chg="add del mod">
            <ac:chgData name="Remi de Vogel" userId="5948360e-7b9c-4a22-9ada-df5e8b901c82" providerId="ADAL" clId="{A4F27B0C-4396-43E1-A404-B07EBE7F61B1}" dt="2023-08-14T12:26:13.510" v="106"/>
            <ac:spMkLst>
              <pc:docMk/>
              <pc:sldMasterMk cId="259861064" sldId="2147483648"/>
              <pc:sldLayoutMk cId="51213094" sldId="2147483744"/>
              <ac:spMk id="3" creationId="{62A3E6B2-0DE5-A02E-E2F8-736E2706732D}"/>
            </ac:spMkLst>
          </pc:spChg>
          <pc:spChg chg="add del mod">
            <ac:chgData name="Remi de Vogel" userId="5948360e-7b9c-4a22-9ada-df5e8b901c82" providerId="ADAL" clId="{A4F27B0C-4396-43E1-A404-B07EBE7F61B1}" dt="2023-08-14T12:26:13.510" v="106"/>
            <ac:spMkLst>
              <pc:docMk/>
              <pc:sldMasterMk cId="259861064" sldId="2147483648"/>
              <pc:sldLayoutMk cId="51213094" sldId="2147483744"/>
              <ac:spMk id="4" creationId="{738E3589-D740-79F7-D181-23FA840CE1EE}"/>
            </ac:spMkLst>
          </pc:spChg>
          <pc:spChg chg="add mod">
            <ac:chgData name="Remi de Vogel" userId="5948360e-7b9c-4a22-9ada-df5e8b901c82" providerId="ADAL" clId="{A4F27B0C-4396-43E1-A404-B07EBE7F61B1}" dt="2023-08-14T12:26:19.607" v="109" actId="1076"/>
            <ac:spMkLst>
              <pc:docMk/>
              <pc:sldMasterMk cId="259861064" sldId="2147483648"/>
              <pc:sldLayoutMk cId="51213094" sldId="2147483744"/>
              <ac:spMk id="5" creationId="{5EF03752-A83E-2F9C-F3AC-4CF5722714A3}"/>
            </ac:spMkLst>
          </pc:spChg>
          <pc:spChg chg="add mod">
            <ac:chgData name="Remi de Vogel" userId="5948360e-7b9c-4a22-9ada-df5e8b901c82" providerId="ADAL" clId="{A4F27B0C-4396-43E1-A404-B07EBE7F61B1}" dt="2023-08-14T12:26:19.607" v="109" actId="1076"/>
            <ac:spMkLst>
              <pc:docMk/>
              <pc:sldMasterMk cId="259861064" sldId="2147483648"/>
              <pc:sldLayoutMk cId="51213094" sldId="2147483744"/>
              <ac:spMk id="6" creationId="{BDBEB4D0-E7F7-8E1C-7CB6-47E2B4E67D09}"/>
            </ac:spMkLst>
          </pc:spChg>
          <pc:spChg chg="add mod">
            <ac:chgData name="Remi de Vogel" userId="5948360e-7b9c-4a22-9ada-df5e8b901c82" providerId="ADAL" clId="{A4F27B0C-4396-43E1-A404-B07EBE7F61B1}" dt="2023-08-14T12:26:19.607" v="109" actId="1076"/>
            <ac:spMkLst>
              <pc:docMk/>
              <pc:sldMasterMk cId="259861064" sldId="2147483648"/>
              <pc:sldLayoutMk cId="51213094" sldId="2147483744"/>
              <ac:spMk id="7" creationId="{D98F7C83-CF11-E924-AB41-DF8A0023F944}"/>
            </ac:spMkLst>
          </pc:spChg>
          <pc:spChg chg="del">
            <ac:chgData name="Remi de Vogel" userId="5948360e-7b9c-4a22-9ada-df5e8b901c82" providerId="ADAL" clId="{A4F27B0C-4396-43E1-A404-B07EBE7F61B1}" dt="2023-08-14T12:26:16.064" v="108" actId="478"/>
            <ac:spMkLst>
              <pc:docMk/>
              <pc:sldMasterMk cId="259861064" sldId="2147483648"/>
              <pc:sldLayoutMk cId="51213094" sldId="2147483744"/>
              <ac:spMk id="10" creationId="{D63D6E89-68B9-468D-C7ED-9F5E85B7283A}"/>
            </ac:spMkLst>
          </pc:spChg>
        </pc:sldLayoutChg>
      </pc:sldMasterChg>
    </pc:docChg>
  </pc:docChgLst>
  <pc:docChgLst>
    <pc:chgData name="Charlotte Knaupp" userId="68a7a230-7b40-4667-aed5-d2dc881ae357" providerId="ADAL" clId="{E8F177CF-B2DE-40B2-A2E6-2289FAF3F855}"/>
    <pc:docChg chg="undo custSel addSld delSld modMainMaster">
      <pc:chgData name="Charlotte Knaupp" userId="68a7a230-7b40-4667-aed5-d2dc881ae357" providerId="ADAL" clId="{E8F177CF-B2DE-40B2-A2E6-2289FAF3F855}" dt="2023-03-01T12:50:31.498" v="147" actId="20577"/>
      <pc:docMkLst>
        <pc:docMk/>
      </pc:docMkLst>
      <pc:sldChg chg="new del">
        <pc:chgData name="Charlotte Knaupp" userId="68a7a230-7b40-4667-aed5-d2dc881ae357" providerId="ADAL" clId="{E8F177CF-B2DE-40B2-A2E6-2289FAF3F855}" dt="2023-03-01T12:42:02.985" v="123" actId="47"/>
        <pc:sldMkLst>
          <pc:docMk/>
          <pc:sldMk cId="647507553" sldId="263"/>
        </pc:sldMkLst>
      </pc:sldChg>
      <pc:sldChg chg="new del">
        <pc:chgData name="Charlotte Knaupp" userId="68a7a230-7b40-4667-aed5-d2dc881ae357" providerId="ADAL" clId="{E8F177CF-B2DE-40B2-A2E6-2289FAF3F855}" dt="2023-03-01T12:39:10.414" v="121" actId="680"/>
        <pc:sldMkLst>
          <pc:docMk/>
          <pc:sldMk cId="3022016411" sldId="263"/>
        </pc:sldMkLst>
      </pc:sldChg>
      <pc:sldMasterChg chg="modSp mod modSldLayout">
        <pc:chgData name="Charlotte Knaupp" userId="68a7a230-7b40-4667-aed5-d2dc881ae357" providerId="ADAL" clId="{E8F177CF-B2DE-40B2-A2E6-2289FAF3F855}" dt="2023-03-01T12:50:31.498" v="147" actId="20577"/>
        <pc:sldMasterMkLst>
          <pc:docMk/>
          <pc:sldMasterMk cId="259861064" sldId="2147483648"/>
        </pc:sldMasterMkLst>
        <pc:spChg chg="mod">
          <ac:chgData name="Charlotte Knaupp" userId="68a7a230-7b40-4667-aed5-d2dc881ae357" providerId="ADAL" clId="{E8F177CF-B2DE-40B2-A2E6-2289FAF3F855}" dt="2023-03-01T12:38:48.651" v="81" actId="139"/>
          <ac:spMkLst>
            <pc:docMk/>
            <pc:sldMasterMk cId="259861064" sldId="2147483648"/>
            <ac:spMk id="7" creationId="{D6A5A859-4CE8-2837-746E-F8B2E0E6F21F}"/>
          </ac:spMkLst>
        </pc:spChg>
        <pc:spChg chg="mod">
          <ac:chgData name="Charlotte Knaupp" userId="68a7a230-7b40-4667-aed5-d2dc881ae357" providerId="ADAL" clId="{E8F177CF-B2DE-40B2-A2E6-2289FAF3F855}" dt="2023-03-01T12:38:48.653" v="83" actId="139"/>
          <ac:spMkLst>
            <pc:docMk/>
            <pc:sldMasterMk cId="259861064" sldId="2147483648"/>
            <ac:spMk id="68" creationId="{61C71873-52D3-45F7-59C2-98B44A61CBDD}"/>
          </ac:spMkLst>
        </pc:spChg>
        <pc:spChg chg="mod">
          <ac:chgData name="Charlotte Knaupp" userId="68a7a230-7b40-4667-aed5-d2dc881ae357" providerId="ADAL" clId="{E8F177CF-B2DE-40B2-A2E6-2289FAF3F855}" dt="2023-03-01T12:38:48.656" v="85" actId="139"/>
          <ac:spMkLst>
            <pc:docMk/>
            <pc:sldMasterMk cId="259861064" sldId="2147483648"/>
            <ac:spMk id="72" creationId="{D0CCF352-5FE7-85C8-603C-8D9FD1E2CB4D}"/>
          </ac:spMkLst>
        </pc:spChg>
        <pc:spChg chg="mod">
          <ac:chgData name="Charlotte Knaupp" userId="68a7a230-7b40-4667-aed5-d2dc881ae357" providerId="ADAL" clId="{E8F177CF-B2DE-40B2-A2E6-2289FAF3F855}" dt="2023-03-01T12:38:48.658" v="87" actId="139"/>
          <ac:spMkLst>
            <pc:docMk/>
            <pc:sldMasterMk cId="259861064" sldId="2147483648"/>
            <ac:spMk id="73" creationId="{DDC0E9FF-D178-AF74-F5DF-8B06BE4DAB13}"/>
          </ac:spMkLst>
        </pc:spChg>
        <pc:sldLayoutChg chg="modSp mod">
          <pc:chgData name="Charlotte Knaupp" userId="68a7a230-7b40-4667-aed5-d2dc881ae357" providerId="ADAL" clId="{E8F177CF-B2DE-40B2-A2E6-2289FAF3F855}" dt="2023-03-01T12:50:14.120" v="144" actId="20577"/>
          <pc:sldLayoutMkLst>
            <pc:docMk/>
            <pc:sldMasterMk cId="259861064" sldId="2147483648"/>
            <pc:sldLayoutMk cId="1622635753" sldId="2147483658"/>
          </pc:sldLayoutMkLst>
          <pc:spChg chg="mod">
            <ac:chgData name="Charlotte Knaupp" userId="68a7a230-7b40-4667-aed5-d2dc881ae357" providerId="ADAL" clId="{E8F177CF-B2DE-40B2-A2E6-2289FAF3F855}" dt="2023-03-01T12:50:14.120" v="144" actId="20577"/>
            <ac:spMkLst>
              <pc:docMk/>
              <pc:sldMasterMk cId="259861064" sldId="2147483648"/>
              <pc:sldLayoutMk cId="1622635753" sldId="2147483658"/>
              <ac:spMk id="5" creationId="{F3822651-1186-2EFC-CF2B-60155273A121}"/>
            </ac:spMkLst>
          </pc:spChg>
        </pc:sldLayoutChg>
        <pc:sldLayoutChg chg="modSp mod">
          <pc:chgData name="Charlotte Knaupp" userId="68a7a230-7b40-4667-aed5-d2dc881ae357" providerId="ADAL" clId="{E8F177CF-B2DE-40B2-A2E6-2289FAF3F855}" dt="2023-03-01T12:50:31.498" v="147" actId="20577"/>
          <pc:sldLayoutMkLst>
            <pc:docMk/>
            <pc:sldMasterMk cId="259861064" sldId="2147483648"/>
            <pc:sldLayoutMk cId="1494416066" sldId="2147483662"/>
          </pc:sldLayoutMkLst>
          <pc:spChg chg="mod">
            <ac:chgData name="Charlotte Knaupp" userId="68a7a230-7b40-4667-aed5-d2dc881ae357" providerId="ADAL" clId="{E8F177CF-B2DE-40B2-A2E6-2289FAF3F855}" dt="2023-03-01T12:50:31.498" v="147" actId="20577"/>
            <ac:spMkLst>
              <pc:docMk/>
              <pc:sldMasterMk cId="259861064" sldId="2147483648"/>
              <pc:sldLayoutMk cId="1494416066" sldId="2147483662"/>
              <ac:spMk id="16" creationId="{FC7458CD-F13A-D2D3-EF79-4ADFDA25367E}"/>
            </ac:spMkLst>
          </pc:spChg>
        </pc:sldLayoutChg>
        <pc:sldLayoutChg chg="modSp mod">
          <pc:chgData name="Charlotte Knaupp" userId="68a7a230-7b40-4667-aed5-d2dc881ae357" providerId="ADAL" clId="{E8F177CF-B2DE-40B2-A2E6-2289FAF3F855}" dt="2023-03-01T12:38:48.733" v="111" actId="139"/>
          <pc:sldLayoutMkLst>
            <pc:docMk/>
            <pc:sldMasterMk cId="259861064" sldId="2147483648"/>
            <pc:sldLayoutMk cId="2755087783" sldId="2147483663"/>
          </pc:sldLayoutMkLst>
          <pc:spChg chg="mod">
            <ac:chgData name="Charlotte Knaupp" userId="68a7a230-7b40-4667-aed5-d2dc881ae357" providerId="ADAL" clId="{E8F177CF-B2DE-40B2-A2E6-2289FAF3F855}" dt="2023-03-01T12:38:48.726" v="105" actId="139"/>
            <ac:spMkLst>
              <pc:docMk/>
              <pc:sldMasterMk cId="259861064" sldId="2147483648"/>
              <pc:sldLayoutMk cId="2755087783" sldId="2147483663"/>
              <ac:spMk id="8" creationId="{E02A060C-053E-D862-35FF-299067B3407D}"/>
            </ac:spMkLst>
          </pc:spChg>
          <pc:spChg chg="mod">
            <ac:chgData name="Charlotte Knaupp" userId="68a7a230-7b40-4667-aed5-d2dc881ae357" providerId="ADAL" clId="{E8F177CF-B2DE-40B2-A2E6-2289FAF3F855}" dt="2023-03-01T12:38:48.728" v="107" actId="139"/>
            <ac:spMkLst>
              <pc:docMk/>
              <pc:sldMasterMk cId="259861064" sldId="2147483648"/>
              <pc:sldLayoutMk cId="2755087783" sldId="2147483663"/>
              <ac:spMk id="9" creationId="{A98BE92A-9755-AE15-B4A4-1FDC0DBC7C86}"/>
            </ac:spMkLst>
          </pc:spChg>
          <pc:spChg chg="mod">
            <ac:chgData name="Charlotte Knaupp" userId="68a7a230-7b40-4667-aed5-d2dc881ae357" providerId="ADAL" clId="{E8F177CF-B2DE-40B2-A2E6-2289FAF3F855}" dt="2023-03-01T12:38:48.730" v="109" actId="139"/>
            <ac:spMkLst>
              <pc:docMk/>
              <pc:sldMasterMk cId="259861064" sldId="2147483648"/>
              <pc:sldLayoutMk cId="2755087783" sldId="2147483663"/>
              <ac:spMk id="10" creationId="{81990056-6B89-CFA7-4E7C-45F24B4D7E7B}"/>
            </ac:spMkLst>
          </pc:spChg>
          <pc:spChg chg="mod">
            <ac:chgData name="Charlotte Knaupp" userId="68a7a230-7b40-4667-aed5-d2dc881ae357" providerId="ADAL" clId="{E8F177CF-B2DE-40B2-A2E6-2289FAF3F855}" dt="2023-03-01T12:38:48.733" v="111" actId="139"/>
            <ac:spMkLst>
              <pc:docMk/>
              <pc:sldMasterMk cId="259861064" sldId="2147483648"/>
              <pc:sldLayoutMk cId="2755087783" sldId="2147483663"/>
              <ac:spMk id="13" creationId="{51583ABD-977D-1686-D80C-B218197E49E9}"/>
            </ac:spMkLst>
          </pc:spChg>
        </pc:sldLayoutChg>
        <pc:sldLayoutChg chg="modSp mod">
          <pc:chgData name="Charlotte Knaupp" userId="68a7a230-7b40-4667-aed5-d2dc881ae357" providerId="ADAL" clId="{E8F177CF-B2DE-40B2-A2E6-2289FAF3F855}" dt="2023-03-01T12:38:48.671" v="95" actId="139"/>
          <pc:sldLayoutMkLst>
            <pc:docMk/>
            <pc:sldMasterMk cId="259861064" sldId="2147483648"/>
            <pc:sldLayoutMk cId="2387091362" sldId="2147483730"/>
          </pc:sldLayoutMkLst>
          <pc:spChg chg="mod">
            <ac:chgData name="Charlotte Knaupp" userId="68a7a230-7b40-4667-aed5-d2dc881ae357" providerId="ADAL" clId="{E8F177CF-B2DE-40B2-A2E6-2289FAF3F855}" dt="2023-03-01T12:38:48.665" v="89" actId="139"/>
            <ac:spMkLst>
              <pc:docMk/>
              <pc:sldMasterMk cId="259861064" sldId="2147483648"/>
              <pc:sldLayoutMk cId="2387091362" sldId="2147483730"/>
              <ac:spMk id="15" creationId="{C6606F6C-3DBD-CA47-F135-B3D39D613F5C}"/>
            </ac:spMkLst>
          </pc:spChg>
          <pc:spChg chg="mod">
            <ac:chgData name="Charlotte Knaupp" userId="68a7a230-7b40-4667-aed5-d2dc881ae357" providerId="ADAL" clId="{E8F177CF-B2DE-40B2-A2E6-2289FAF3F855}" dt="2023-03-01T12:38:48.667" v="91" actId="139"/>
            <ac:spMkLst>
              <pc:docMk/>
              <pc:sldMasterMk cId="259861064" sldId="2147483648"/>
              <pc:sldLayoutMk cId="2387091362" sldId="2147483730"/>
              <ac:spMk id="16" creationId="{47855D95-75E2-B652-4C23-1E40E9EBC676}"/>
            </ac:spMkLst>
          </pc:spChg>
          <pc:spChg chg="mod">
            <ac:chgData name="Charlotte Knaupp" userId="68a7a230-7b40-4667-aed5-d2dc881ae357" providerId="ADAL" clId="{E8F177CF-B2DE-40B2-A2E6-2289FAF3F855}" dt="2023-03-01T12:38:48.669" v="93" actId="139"/>
            <ac:spMkLst>
              <pc:docMk/>
              <pc:sldMasterMk cId="259861064" sldId="2147483648"/>
              <pc:sldLayoutMk cId="2387091362" sldId="2147483730"/>
              <ac:spMk id="17" creationId="{A2AEBE57-64BB-7F9A-2474-6F715A4BE2D0}"/>
            </ac:spMkLst>
          </pc:spChg>
          <pc:spChg chg="mod">
            <ac:chgData name="Charlotte Knaupp" userId="68a7a230-7b40-4667-aed5-d2dc881ae357" providerId="ADAL" clId="{E8F177CF-B2DE-40B2-A2E6-2289FAF3F855}" dt="2023-03-01T12:38:48.671" v="95" actId="139"/>
            <ac:spMkLst>
              <pc:docMk/>
              <pc:sldMasterMk cId="259861064" sldId="2147483648"/>
              <pc:sldLayoutMk cId="2387091362" sldId="2147483730"/>
              <ac:spMk id="18" creationId="{05AE037A-D980-59A9-69B8-1E18685AC95F}"/>
            </ac:spMkLst>
          </pc:spChg>
        </pc:sldLayoutChg>
        <pc:sldLayoutChg chg="modSp mod">
          <pc:chgData name="Charlotte Knaupp" userId="68a7a230-7b40-4667-aed5-d2dc881ae357" providerId="ADAL" clId="{E8F177CF-B2DE-40B2-A2E6-2289FAF3F855}" dt="2023-03-01T12:38:48.685" v="103" actId="139"/>
          <pc:sldLayoutMkLst>
            <pc:docMk/>
            <pc:sldMasterMk cId="259861064" sldId="2147483648"/>
            <pc:sldLayoutMk cId="3811794794" sldId="2147483731"/>
          </pc:sldLayoutMkLst>
          <pc:spChg chg="mod">
            <ac:chgData name="Charlotte Knaupp" userId="68a7a230-7b40-4667-aed5-d2dc881ae357" providerId="ADAL" clId="{E8F177CF-B2DE-40B2-A2E6-2289FAF3F855}" dt="2023-03-01T12:38:48.676" v="97" actId="139"/>
            <ac:spMkLst>
              <pc:docMk/>
              <pc:sldMasterMk cId="259861064" sldId="2147483648"/>
              <pc:sldLayoutMk cId="3811794794" sldId="2147483731"/>
              <ac:spMk id="19" creationId="{0A1D6E7A-A09E-2C6A-5B99-74A97CC81479}"/>
            </ac:spMkLst>
          </pc:spChg>
          <pc:spChg chg="mod">
            <ac:chgData name="Charlotte Knaupp" userId="68a7a230-7b40-4667-aed5-d2dc881ae357" providerId="ADAL" clId="{E8F177CF-B2DE-40B2-A2E6-2289FAF3F855}" dt="2023-03-01T12:38:48.680" v="99" actId="139"/>
            <ac:spMkLst>
              <pc:docMk/>
              <pc:sldMasterMk cId="259861064" sldId="2147483648"/>
              <pc:sldLayoutMk cId="3811794794" sldId="2147483731"/>
              <ac:spMk id="20" creationId="{5A783CE9-BCB9-F844-AB8D-7B7A763CC446}"/>
            </ac:spMkLst>
          </pc:spChg>
          <pc:spChg chg="mod">
            <ac:chgData name="Charlotte Knaupp" userId="68a7a230-7b40-4667-aed5-d2dc881ae357" providerId="ADAL" clId="{E8F177CF-B2DE-40B2-A2E6-2289FAF3F855}" dt="2023-03-01T12:38:48.682" v="101" actId="139"/>
            <ac:spMkLst>
              <pc:docMk/>
              <pc:sldMasterMk cId="259861064" sldId="2147483648"/>
              <pc:sldLayoutMk cId="3811794794" sldId="2147483731"/>
              <ac:spMk id="21" creationId="{61D7DB85-DC0E-911C-AFC0-A00FE9FB4218}"/>
            </ac:spMkLst>
          </pc:spChg>
          <pc:spChg chg="mod">
            <ac:chgData name="Charlotte Knaupp" userId="68a7a230-7b40-4667-aed5-d2dc881ae357" providerId="ADAL" clId="{E8F177CF-B2DE-40B2-A2E6-2289FAF3F855}" dt="2023-03-01T12:38:48.685" v="103" actId="139"/>
            <ac:spMkLst>
              <pc:docMk/>
              <pc:sldMasterMk cId="259861064" sldId="2147483648"/>
              <pc:sldLayoutMk cId="3811794794" sldId="2147483731"/>
              <ac:spMk id="22" creationId="{FBC4D1F0-0B8C-F5F7-35AE-8CBBE25F01E4}"/>
            </ac:spMkLst>
          </pc:spChg>
        </pc:sldLayoutChg>
        <pc:sldLayoutChg chg="modSp mod">
          <pc:chgData name="Charlotte Knaupp" userId="68a7a230-7b40-4667-aed5-d2dc881ae357" providerId="ADAL" clId="{E8F177CF-B2DE-40B2-A2E6-2289FAF3F855}" dt="2023-03-01T12:38:48.745" v="119" actId="139"/>
          <pc:sldLayoutMkLst>
            <pc:docMk/>
            <pc:sldMasterMk cId="259861064" sldId="2147483648"/>
            <pc:sldLayoutMk cId="3277208104" sldId="2147483737"/>
          </pc:sldLayoutMkLst>
          <pc:spChg chg="mod">
            <ac:chgData name="Charlotte Knaupp" userId="68a7a230-7b40-4667-aed5-d2dc881ae357" providerId="ADAL" clId="{E8F177CF-B2DE-40B2-A2E6-2289FAF3F855}" dt="2023-03-01T12:38:48.739" v="113" actId="139"/>
            <ac:spMkLst>
              <pc:docMk/>
              <pc:sldMasterMk cId="259861064" sldId="2147483648"/>
              <pc:sldLayoutMk cId="3277208104" sldId="2147483737"/>
              <ac:spMk id="14" creationId="{EB7A1E92-C009-56EC-F987-1EBB6B064052}"/>
            </ac:spMkLst>
          </pc:spChg>
          <pc:spChg chg="mod">
            <ac:chgData name="Charlotte Knaupp" userId="68a7a230-7b40-4667-aed5-d2dc881ae357" providerId="ADAL" clId="{E8F177CF-B2DE-40B2-A2E6-2289FAF3F855}" dt="2023-03-01T12:38:48.741" v="115" actId="139"/>
            <ac:spMkLst>
              <pc:docMk/>
              <pc:sldMasterMk cId="259861064" sldId="2147483648"/>
              <pc:sldLayoutMk cId="3277208104" sldId="2147483737"/>
              <ac:spMk id="16" creationId="{78304E2C-D76F-2456-8633-314BD726A32B}"/>
            </ac:spMkLst>
          </pc:spChg>
          <pc:spChg chg="mod">
            <ac:chgData name="Charlotte Knaupp" userId="68a7a230-7b40-4667-aed5-d2dc881ae357" providerId="ADAL" clId="{E8F177CF-B2DE-40B2-A2E6-2289FAF3F855}" dt="2023-03-01T12:38:48.743" v="117" actId="139"/>
            <ac:spMkLst>
              <pc:docMk/>
              <pc:sldMasterMk cId="259861064" sldId="2147483648"/>
              <pc:sldLayoutMk cId="3277208104" sldId="2147483737"/>
              <ac:spMk id="17" creationId="{591C8154-62BF-6BE3-97D9-C7E7789158C8}"/>
            </ac:spMkLst>
          </pc:spChg>
          <pc:spChg chg="mod">
            <ac:chgData name="Charlotte Knaupp" userId="68a7a230-7b40-4667-aed5-d2dc881ae357" providerId="ADAL" clId="{E8F177CF-B2DE-40B2-A2E6-2289FAF3F855}" dt="2023-03-01T12:38:48.745" v="119" actId="139"/>
            <ac:spMkLst>
              <pc:docMk/>
              <pc:sldMasterMk cId="259861064" sldId="2147483648"/>
              <pc:sldLayoutMk cId="3277208104" sldId="2147483737"/>
              <ac:spMk id="18" creationId="{120D845B-9A3F-D30F-FE80-F4F4A749CB5E}"/>
            </ac:spMkLst>
          </pc:spChg>
        </pc:sldLayoutChg>
        <pc:sldLayoutChg chg="modSp mod">
          <pc:chgData name="Charlotte Knaupp" userId="68a7a230-7b40-4667-aed5-d2dc881ae357" providerId="ADAL" clId="{E8F177CF-B2DE-40B2-A2E6-2289FAF3F855}" dt="2023-03-01T12:50:24.958" v="145"/>
          <pc:sldLayoutMkLst>
            <pc:docMk/>
            <pc:sldMasterMk cId="259861064" sldId="2147483648"/>
            <pc:sldLayoutMk cId="3673328579" sldId="2147483743"/>
          </pc:sldLayoutMkLst>
          <pc:spChg chg="mod">
            <ac:chgData name="Charlotte Knaupp" userId="68a7a230-7b40-4667-aed5-d2dc881ae357" providerId="ADAL" clId="{E8F177CF-B2DE-40B2-A2E6-2289FAF3F855}" dt="2023-03-01T12:50:24.958" v="145"/>
            <ac:spMkLst>
              <pc:docMk/>
              <pc:sldMasterMk cId="259861064" sldId="2147483648"/>
              <pc:sldLayoutMk cId="3673328579" sldId="2147483743"/>
              <ac:spMk id="12" creationId="{94F818CE-0743-0EF4-42B7-43FDA8A07AA5}"/>
            </ac:spMkLst>
          </pc:spChg>
        </pc:sldLayoutChg>
      </pc:sldMasterChg>
    </pc:docChg>
  </pc:docChgLst>
  <pc:docChgLst>
    <pc:chgData name="Remi de Vogel" userId="5948360e-7b9c-4a22-9ada-df5e8b901c82" providerId="ADAL" clId="{CE3612A8-BCDA-4797-9FD2-28FA85BD9EE9}"/>
    <pc:docChg chg="undo redo custSel addSld delSld modSld sldOrd modMainMaster">
      <pc:chgData name="Remi de Vogel" userId="5948360e-7b9c-4a22-9ada-df5e8b901c82" providerId="ADAL" clId="{CE3612A8-BCDA-4797-9FD2-28FA85BD9EE9}" dt="2023-02-01T13:57:40.374" v="769" actId="20577"/>
      <pc:docMkLst>
        <pc:docMk/>
      </pc:docMkLst>
      <pc:sldChg chg="addSp delSp modSp del mod">
        <pc:chgData name="Remi de Vogel" userId="5948360e-7b9c-4a22-9ada-df5e8b901c82" providerId="ADAL" clId="{CE3612A8-BCDA-4797-9FD2-28FA85BD9EE9}" dt="2023-02-01T12:23:55.263" v="376" actId="47"/>
        <pc:sldMkLst>
          <pc:docMk/>
          <pc:sldMk cId="267460067" sldId="256"/>
        </pc:sldMkLst>
        <pc:spChg chg="mod">
          <ac:chgData name="Remi de Vogel" userId="5948360e-7b9c-4a22-9ada-df5e8b901c82" providerId="ADAL" clId="{CE3612A8-BCDA-4797-9FD2-28FA85BD9EE9}" dt="2023-02-01T12:23:29.977" v="369"/>
          <ac:spMkLst>
            <pc:docMk/>
            <pc:sldMk cId="267460067" sldId="256"/>
            <ac:spMk id="2" creationId="{856CEA5E-7EFD-2E26-FA65-1EC24008E3B6}"/>
          </ac:spMkLst>
        </pc:spChg>
        <pc:spChg chg="del mod">
          <ac:chgData name="Remi de Vogel" userId="5948360e-7b9c-4a22-9ada-df5e8b901c82" providerId="ADAL" clId="{CE3612A8-BCDA-4797-9FD2-28FA85BD9EE9}" dt="2023-02-01T12:22:13.194" v="347"/>
          <ac:spMkLst>
            <pc:docMk/>
            <pc:sldMk cId="267460067" sldId="256"/>
            <ac:spMk id="3" creationId="{A4F6CB3A-DD4E-4088-491F-0BE56AFA9176}"/>
          </ac:spMkLst>
        </pc:spChg>
        <pc:spChg chg="add del mod">
          <ac:chgData name="Remi de Vogel" userId="5948360e-7b9c-4a22-9ada-df5e8b901c82" providerId="ADAL" clId="{CE3612A8-BCDA-4797-9FD2-28FA85BD9EE9}" dt="2023-02-01T12:22:45.677" v="350"/>
          <ac:spMkLst>
            <pc:docMk/>
            <pc:sldMk cId="267460067" sldId="256"/>
            <ac:spMk id="4" creationId="{7D7B42E9-F91A-4EA4-6E36-5B46659968BE}"/>
          </ac:spMkLst>
        </pc:spChg>
        <pc:spChg chg="add del mod">
          <ac:chgData name="Remi de Vogel" userId="5948360e-7b9c-4a22-9ada-df5e8b901c82" providerId="ADAL" clId="{CE3612A8-BCDA-4797-9FD2-28FA85BD9EE9}" dt="2023-02-01T12:22:45.812" v="351"/>
          <ac:spMkLst>
            <pc:docMk/>
            <pc:sldMk cId="267460067" sldId="256"/>
            <ac:spMk id="5" creationId="{87327B10-D1E0-9828-F56F-23B47F62385D}"/>
          </ac:spMkLst>
        </pc:spChg>
        <pc:spChg chg="add del mod">
          <ac:chgData name="Remi de Vogel" userId="5948360e-7b9c-4a22-9ada-df5e8b901c82" providerId="ADAL" clId="{CE3612A8-BCDA-4797-9FD2-28FA85BD9EE9}" dt="2023-02-01T12:22:45.985" v="352"/>
          <ac:spMkLst>
            <pc:docMk/>
            <pc:sldMk cId="267460067" sldId="256"/>
            <ac:spMk id="6" creationId="{3DF86E14-F32E-A544-7FBE-BAC34BDA595E}"/>
          </ac:spMkLst>
        </pc:spChg>
        <pc:spChg chg="add del mod">
          <ac:chgData name="Remi de Vogel" userId="5948360e-7b9c-4a22-9ada-df5e8b901c82" providerId="ADAL" clId="{CE3612A8-BCDA-4797-9FD2-28FA85BD9EE9}" dt="2023-02-01T12:22:48.977" v="356"/>
          <ac:spMkLst>
            <pc:docMk/>
            <pc:sldMk cId="267460067" sldId="256"/>
            <ac:spMk id="7" creationId="{77CBB3F7-1279-B190-8440-82D4E6E87DD9}"/>
          </ac:spMkLst>
        </pc:spChg>
        <pc:spChg chg="add del mod">
          <ac:chgData name="Remi de Vogel" userId="5948360e-7b9c-4a22-9ada-df5e8b901c82" providerId="ADAL" clId="{CE3612A8-BCDA-4797-9FD2-28FA85BD9EE9}" dt="2023-02-01T12:23:18.010" v="363"/>
          <ac:spMkLst>
            <pc:docMk/>
            <pc:sldMk cId="267460067" sldId="256"/>
            <ac:spMk id="8" creationId="{F1FB7603-ADCD-01D3-95AC-BED47D24A4D3}"/>
          </ac:spMkLst>
        </pc:spChg>
        <pc:spChg chg="add del mod">
          <ac:chgData name="Remi de Vogel" userId="5948360e-7b9c-4a22-9ada-df5e8b901c82" providerId="ADAL" clId="{CE3612A8-BCDA-4797-9FD2-28FA85BD9EE9}" dt="2023-02-01T12:23:18.154" v="364"/>
          <ac:spMkLst>
            <pc:docMk/>
            <pc:sldMk cId="267460067" sldId="256"/>
            <ac:spMk id="9" creationId="{A7FDF419-A681-E347-BB78-80D5BBCABB5E}"/>
          </ac:spMkLst>
        </pc:spChg>
        <pc:spChg chg="add del mod">
          <ac:chgData name="Remi de Vogel" userId="5948360e-7b9c-4a22-9ada-df5e8b901c82" providerId="ADAL" clId="{CE3612A8-BCDA-4797-9FD2-28FA85BD9EE9}" dt="2023-02-01T12:23:29.746" v="368"/>
          <ac:spMkLst>
            <pc:docMk/>
            <pc:sldMk cId="267460067" sldId="256"/>
            <ac:spMk id="10" creationId="{8C70D16C-7F49-BA71-1F36-3161B94506C1}"/>
          </ac:spMkLst>
        </pc:spChg>
        <pc:spChg chg="add del mod">
          <ac:chgData name="Remi de Vogel" userId="5948360e-7b9c-4a22-9ada-df5e8b901c82" providerId="ADAL" clId="{CE3612A8-BCDA-4797-9FD2-28FA85BD9EE9}" dt="2023-02-01T12:23:29.977" v="369"/>
          <ac:spMkLst>
            <pc:docMk/>
            <pc:sldMk cId="267460067" sldId="256"/>
            <ac:spMk id="11" creationId="{FA541430-F8FC-8BFB-AF8C-6B5AF6440881}"/>
          </ac:spMkLst>
        </pc:spChg>
      </pc:sldChg>
      <pc:sldChg chg="addSp delSp modSp del mod">
        <pc:chgData name="Remi de Vogel" userId="5948360e-7b9c-4a22-9ada-df5e8b901c82" providerId="ADAL" clId="{CE3612A8-BCDA-4797-9FD2-28FA85BD9EE9}" dt="2023-02-01T12:24:16.341" v="380" actId="47"/>
        <pc:sldMkLst>
          <pc:docMk/>
          <pc:sldMk cId="511627541" sldId="258"/>
        </pc:sldMkLst>
        <pc:spChg chg="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2" creationId="{936D9E45-C0E5-4345-61C2-53A4A75266A3}"/>
          </ac:spMkLst>
        </pc:spChg>
        <pc:spChg chg="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3" creationId="{21DE6A03-92D0-21C6-8397-EE782EE3E88E}"/>
          </ac:spMkLst>
        </pc:spChg>
        <pc:spChg chg="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4" creationId="{628DC984-545F-002E-1486-0212C37C6244}"/>
          </ac:spMkLst>
        </pc:spChg>
        <pc:spChg chg="add del mod">
          <ac:chgData name="Remi de Vogel" userId="5948360e-7b9c-4a22-9ada-df5e8b901c82" providerId="ADAL" clId="{CE3612A8-BCDA-4797-9FD2-28FA85BD9EE9}" dt="2023-02-01T12:22:48.053" v="354"/>
          <ac:spMkLst>
            <pc:docMk/>
            <pc:sldMk cId="511627541" sldId="258"/>
            <ac:spMk id="5" creationId="{0CE19974-06EA-6DC5-52D2-595E9E3741EE}"/>
          </ac:spMkLst>
        </pc:spChg>
        <pc:spChg chg="add del mod">
          <ac:chgData name="Remi de Vogel" userId="5948360e-7b9c-4a22-9ada-df5e8b901c82" providerId="ADAL" clId="{CE3612A8-BCDA-4797-9FD2-28FA85BD9EE9}" dt="2023-02-01T12:22:48.053" v="354"/>
          <ac:spMkLst>
            <pc:docMk/>
            <pc:sldMk cId="511627541" sldId="258"/>
            <ac:spMk id="6" creationId="{5A9CF035-81C6-0594-742C-222DD359FEE3}"/>
          </ac:spMkLst>
        </pc:spChg>
        <pc:spChg chg="add del mod">
          <ac:chgData name="Remi de Vogel" userId="5948360e-7b9c-4a22-9ada-df5e8b901c82" providerId="ADAL" clId="{CE3612A8-BCDA-4797-9FD2-28FA85BD9EE9}" dt="2023-02-01T12:22:48.053" v="354"/>
          <ac:spMkLst>
            <pc:docMk/>
            <pc:sldMk cId="511627541" sldId="258"/>
            <ac:spMk id="7" creationId="{042625D2-C1DE-F679-E9C6-82B79E5EB5B9}"/>
          </ac:spMkLst>
        </pc:spChg>
        <pc:spChg chg="del">
          <ac:chgData name="Remi de Vogel" userId="5948360e-7b9c-4a22-9ada-df5e8b901c82" providerId="ADAL" clId="{CE3612A8-BCDA-4797-9FD2-28FA85BD9EE9}" dt="2023-02-01T12:22:48.053" v="354"/>
          <ac:spMkLst>
            <pc:docMk/>
            <pc:sldMk cId="511627541" sldId="258"/>
            <ac:spMk id="8" creationId="{56F96447-464E-618F-77C1-855C61B2CE06}"/>
          </ac:spMkLst>
        </pc:spChg>
        <pc:spChg chg="add del mod">
          <ac:chgData name="Remi de Vogel" userId="5948360e-7b9c-4a22-9ada-df5e8b901c82" providerId="ADAL" clId="{CE3612A8-BCDA-4797-9FD2-28FA85BD9EE9}" dt="2023-02-01T12:22:49.316" v="357"/>
          <ac:spMkLst>
            <pc:docMk/>
            <pc:sldMk cId="511627541" sldId="258"/>
            <ac:spMk id="9" creationId="{FF174488-F31B-629A-7562-20612A35BA53}"/>
          </ac:spMkLst>
        </pc:spChg>
        <pc:spChg chg="del">
          <ac:chgData name="Remi de Vogel" userId="5948360e-7b9c-4a22-9ada-df5e8b901c82" providerId="ADAL" clId="{CE3612A8-BCDA-4797-9FD2-28FA85BD9EE9}" dt="2023-02-01T12:22:48.053" v="354"/>
          <ac:spMkLst>
            <pc:docMk/>
            <pc:sldMk cId="511627541" sldId="258"/>
            <ac:spMk id="10" creationId="{76824E6D-88FA-928F-B392-F391B57A4930}"/>
          </ac:spMkLst>
        </pc:spChg>
        <pc:spChg chg="del">
          <ac:chgData name="Remi de Vogel" userId="5948360e-7b9c-4a22-9ada-df5e8b901c82" providerId="ADAL" clId="{CE3612A8-BCDA-4797-9FD2-28FA85BD9EE9}" dt="2023-02-01T12:22:48.053" v="354"/>
          <ac:spMkLst>
            <pc:docMk/>
            <pc:sldMk cId="511627541" sldId="258"/>
            <ac:spMk id="11" creationId="{78E1CC87-9354-AB54-159B-8B1A2EFFE7B8}"/>
          </ac:spMkLst>
        </pc:spChg>
        <pc:spChg chg="add del mod">
          <ac:chgData name="Remi de Vogel" userId="5948360e-7b9c-4a22-9ada-df5e8b901c82" providerId="ADAL" clId="{CE3612A8-BCDA-4797-9FD2-28FA85BD9EE9}" dt="2023-02-01T12:22:49.316" v="357"/>
          <ac:spMkLst>
            <pc:docMk/>
            <pc:sldMk cId="511627541" sldId="258"/>
            <ac:spMk id="12" creationId="{0FF23DF4-2D54-AC76-078A-F969595A8A11}"/>
          </ac:spMkLst>
        </pc:spChg>
        <pc:spChg chg="add del mod">
          <ac:chgData name="Remi de Vogel" userId="5948360e-7b9c-4a22-9ada-df5e8b901c82" providerId="ADAL" clId="{CE3612A8-BCDA-4797-9FD2-28FA85BD9EE9}" dt="2023-02-01T12:22:49.316" v="357"/>
          <ac:spMkLst>
            <pc:docMk/>
            <pc:sldMk cId="511627541" sldId="258"/>
            <ac:spMk id="13" creationId="{5BFF2B0B-6B31-BDF1-54E2-E920C5556B6C}"/>
          </ac:spMkLst>
        </pc:spChg>
        <pc:spChg chg="add del mod">
          <ac:chgData name="Remi de Vogel" userId="5948360e-7b9c-4a22-9ada-df5e8b901c82" providerId="ADAL" clId="{CE3612A8-BCDA-4797-9FD2-28FA85BD9EE9}" dt="2023-02-01T12:22:49.316" v="357"/>
          <ac:spMkLst>
            <pc:docMk/>
            <pc:sldMk cId="511627541" sldId="258"/>
            <ac:spMk id="14" creationId="{7EBC41E3-9C2A-F266-F5FC-C1EEDC329BA8}"/>
          </ac:spMkLst>
        </pc:spChg>
        <pc:spChg chg="del">
          <ac:chgData name="Remi de Vogel" userId="5948360e-7b9c-4a22-9ada-df5e8b901c82" providerId="ADAL" clId="{CE3612A8-BCDA-4797-9FD2-28FA85BD9EE9}" dt="2023-02-01T12:22:48.053" v="354"/>
          <ac:spMkLst>
            <pc:docMk/>
            <pc:sldMk cId="511627541" sldId="258"/>
            <ac:spMk id="15" creationId="{A2CEEBDD-5C55-F7A7-00C2-C2D80D6C5A58}"/>
          </ac:spMkLst>
        </pc:spChg>
        <pc:spChg chg="add del mod">
          <ac:chgData name="Remi de Vogel" userId="5948360e-7b9c-4a22-9ada-df5e8b901c82" providerId="ADAL" clId="{CE3612A8-BCDA-4797-9FD2-28FA85BD9EE9}" dt="2023-02-01T12:22:49.316" v="357"/>
          <ac:spMkLst>
            <pc:docMk/>
            <pc:sldMk cId="511627541" sldId="258"/>
            <ac:spMk id="16" creationId="{DEC05F04-7399-D71F-4610-C90486705C03}"/>
          </ac:spMkLst>
        </pc:spChg>
        <pc:spChg chg="add del mod">
          <ac:chgData name="Remi de Vogel" userId="5948360e-7b9c-4a22-9ada-df5e8b901c82" providerId="ADAL" clId="{CE3612A8-BCDA-4797-9FD2-28FA85BD9EE9}" dt="2023-02-01T12:22:49.316" v="357"/>
          <ac:spMkLst>
            <pc:docMk/>
            <pc:sldMk cId="511627541" sldId="258"/>
            <ac:spMk id="17" creationId="{73BA7A04-D5E8-81CF-65E9-342600226B1D}"/>
          </ac:spMkLst>
        </pc:spChg>
        <pc:spChg chg="add del mod">
          <ac:chgData name="Remi de Vogel" userId="5948360e-7b9c-4a22-9ada-df5e8b901c82" providerId="ADAL" clId="{CE3612A8-BCDA-4797-9FD2-28FA85BD9EE9}" dt="2023-02-01T12:22:49.316" v="357"/>
          <ac:spMkLst>
            <pc:docMk/>
            <pc:sldMk cId="511627541" sldId="258"/>
            <ac:spMk id="18" creationId="{0907AF71-05C9-491B-21D7-3699C87E3933}"/>
          </ac:spMkLst>
        </pc:spChg>
        <pc:spChg chg="add del mod">
          <ac:chgData name="Remi de Vogel" userId="5948360e-7b9c-4a22-9ada-df5e8b901c82" providerId="ADAL" clId="{CE3612A8-BCDA-4797-9FD2-28FA85BD9EE9}" dt="2023-02-01T12:22:49.620" v="358"/>
          <ac:spMkLst>
            <pc:docMk/>
            <pc:sldMk cId="511627541" sldId="258"/>
            <ac:spMk id="19" creationId="{16D1030B-4A2C-5394-14AC-DA57D10FC335}"/>
          </ac:spMkLst>
        </pc:spChg>
        <pc:spChg chg="add del mod">
          <ac:chgData name="Remi de Vogel" userId="5948360e-7b9c-4a22-9ada-df5e8b901c82" providerId="ADAL" clId="{CE3612A8-BCDA-4797-9FD2-28FA85BD9EE9}" dt="2023-02-01T12:22:49.620" v="358"/>
          <ac:spMkLst>
            <pc:docMk/>
            <pc:sldMk cId="511627541" sldId="258"/>
            <ac:spMk id="20" creationId="{211BB00C-7B3D-131C-E6C6-38728DF7E1B2}"/>
          </ac:spMkLst>
        </pc:spChg>
        <pc:spChg chg="add del mod">
          <ac:chgData name="Remi de Vogel" userId="5948360e-7b9c-4a22-9ada-df5e8b901c82" providerId="ADAL" clId="{CE3612A8-BCDA-4797-9FD2-28FA85BD9EE9}" dt="2023-02-01T12:22:49.620" v="358"/>
          <ac:spMkLst>
            <pc:docMk/>
            <pc:sldMk cId="511627541" sldId="258"/>
            <ac:spMk id="21" creationId="{E0A2DDA1-6D04-988F-A6F0-234BBBB7AE9A}"/>
          </ac:spMkLst>
        </pc:spChg>
        <pc:spChg chg="add del mod">
          <ac:chgData name="Remi de Vogel" userId="5948360e-7b9c-4a22-9ada-df5e8b901c82" providerId="ADAL" clId="{CE3612A8-BCDA-4797-9FD2-28FA85BD9EE9}" dt="2023-02-01T12:22:49.620" v="358"/>
          <ac:spMkLst>
            <pc:docMk/>
            <pc:sldMk cId="511627541" sldId="258"/>
            <ac:spMk id="22" creationId="{9F7E31E4-8543-576B-5051-DD75E42782FB}"/>
          </ac:spMkLst>
        </pc:spChg>
        <pc:spChg chg="add del mod">
          <ac:chgData name="Remi de Vogel" userId="5948360e-7b9c-4a22-9ada-df5e8b901c82" providerId="ADAL" clId="{CE3612A8-BCDA-4797-9FD2-28FA85BD9EE9}" dt="2023-02-01T12:22:49.620" v="358"/>
          <ac:spMkLst>
            <pc:docMk/>
            <pc:sldMk cId="511627541" sldId="258"/>
            <ac:spMk id="23" creationId="{2BDBBB1D-64AA-2A91-E75D-87F657F4B51C}"/>
          </ac:spMkLst>
        </pc:spChg>
        <pc:spChg chg="add del mod">
          <ac:chgData name="Remi de Vogel" userId="5948360e-7b9c-4a22-9ada-df5e8b901c82" providerId="ADAL" clId="{CE3612A8-BCDA-4797-9FD2-28FA85BD9EE9}" dt="2023-02-01T12:22:49.620" v="358"/>
          <ac:spMkLst>
            <pc:docMk/>
            <pc:sldMk cId="511627541" sldId="258"/>
            <ac:spMk id="24" creationId="{E5A5DFBE-F60D-01B7-E3F3-350084693F8F}"/>
          </ac:spMkLst>
        </pc:spChg>
        <pc:spChg chg="add del mod">
          <ac:chgData name="Remi de Vogel" userId="5948360e-7b9c-4a22-9ada-df5e8b901c82" providerId="ADAL" clId="{CE3612A8-BCDA-4797-9FD2-28FA85BD9EE9}" dt="2023-02-01T12:22:49.620" v="358"/>
          <ac:spMkLst>
            <pc:docMk/>
            <pc:sldMk cId="511627541" sldId="258"/>
            <ac:spMk id="25" creationId="{30F1AD48-72FA-C7FE-E861-1EF610F2208C}"/>
          </ac:spMkLst>
        </pc:spChg>
        <pc:spChg chg="add del mod">
          <ac:chgData name="Remi de Vogel" userId="5948360e-7b9c-4a22-9ada-df5e8b901c82" providerId="ADAL" clId="{CE3612A8-BCDA-4797-9FD2-28FA85BD9EE9}" dt="2023-02-01T12:22:51.204" v="360"/>
          <ac:spMkLst>
            <pc:docMk/>
            <pc:sldMk cId="511627541" sldId="258"/>
            <ac:spMk id="26" creationId="{8888B879-DD86-0EC6-4F3C-F10F002E5619}"/>
          </ac:spMkLst>
        </pc:spChg>
        <pc:spChg chg="add del mod">
          <ac:chgData name="Remi de Vogel" userId="5948360e-7b9c-4a22-9ada-df5e8b901c82" providerId="ADAL" clId="{CE3612A8-BCDA-4797-9FD2-28FA85BD9EE9}" dt="2023-02-01T12:22:51.204" v="360"/>
          <ac:spMkLst>
            <pc:docMk/>
            <pc:sldMk cId="511627541" sldId="258"/>
            <ac:spMk id="27" creationId="{D78A6FCE-74A3-1CC0-FE2B-ED33716071CF}"/>
          </ac:spMkLst>
        </pc:spChg>
        <pc:spChg chg="add del mod">
          <ac:chgData name="Remi de Vogel" userId="5948360e-7b9c-4a22-9ada-df5e8b901c82" providerId="ADAL" clId="{CE3612A8-BCDA-4797-9FD2-28FA85BD9EE9}" dt="2023-02-01T12:22:51.204" v="360"/>
          <ac:spMkLst>
            <pc:docMk/>
            <pc:sldMk cId="511627541" sldId="258"/>
            <ac:spMk id="28" creationId="{55DBBBFB-15F4-FD88-D9C3-C387E51BFFD9}"/>
          </ac:spMkLst>
        </pc:spChg>
        <pc:spChg chg="add del mod">
          <ac:chgData name="Remi de Vogel" userId="5948360e-7b9c-4a22-9ada-df5e8b901c82" providerId="ADAL" clId="{CE3612A8-BCDA-4797-9FD2-28FA85BD9EE9}" dt="2023-02-01T12:22:51.204" v="360"/>
          <ac:spMkLst>
            <pc:docMk/>
            <pc:sldMk cId="511627541" sldId="258"/>
            <ac:spMk id="29" creationId="{73BF0C1E-B158-4BC1-3042-659C15042748}"/>
          </ac:spMkLst>
        </pc:spChg>
        <pc:spChg chg="add del mod">
          <ac:chgData name="Remi de Vogel" userId="5948360e-7b9c-4a22-9ada-df5e8b901c82" providerId="ADAL" clId="{CE3612A8-BCDA-4797-9FD2-28FA85BD9EE9}" dt="2023-02-01T12:22:51.204" v="360"/>
          <ac:spMkLst>
            <pc:docMk/>
            <pc:sldMk cId="511627541" sldId="258"/>
            <ac:spMk id="30" creationId="{5D1EA539-CCF5-C013-638D-281E584133EC}"/>
          </ac:spMkLst>
        </pc:spChg>
        <pc:spChg chg="add del mod">
          <ac:chgData name="Remi de Vogel" userId="5948360e-7b9c-4a22-9ada-df5e8b901c82" providerId="ADAL" clId="{CE3612A8-BCDA-4797-9FD2-28FA85BD9EE9}" dt="2023-02-01T12:22:51.204" v="360"/>
          <ac:spMkLst>
            <pc:docMk/>
            <pc:sldMk cId="511627541" sldId="258"/>
            <ac:spMk id="31" creationId="{39D27F94-DF68-19FC-B081-5DB7651BEB7C}"/>
          </ac:spMkLst>
        </pc:spChg>
        <pc:spChg chg="add del mod">
          <ac:chgData name="Remi de Vogel" userId="5948360e-7b9c-4a22-9ada-df5e8b901c82" providerId="ADAL" clId="{CE3612A8-BCDA-4797-9FD2-28FA85BD9EE9}" dt="2023-02-01T12:22:51.204" v="360"/>
          <ac:spMkLst>
            <pc:docMk/>
            <pc:sldMk cId="511627541" sldId="258"/>
            <ac:spMk id="32" creationId="{8B35B77F-3F19-B732-3D24-5BF871A24C3A}"/>
          </ac:spMkLst>
        </pc:spChg>
        <pc:spChg chg="add del mod">
          <ac:chgData name="Remi de Vogel" userId="5948360e-7b9c-4a22-9ada-df5e8b901c82" providerId="ADAL" clId="{CE3612A8-BCDA-4797-9FD2-28FA85BD9EE9}" dt="2023-02-01T12:22:52.348" v="362"/>
          <ac:spMkLst>
            <pc:docMk/>
            <pc:sldMk cId="511627541" sldId="258"/>
            <ac:spMk id="33" creationId="{16FE8A47-EE11-5E47-B355-F53CD2A02AE4}"/>
          </ac:spMkLst>
        </pc:spChg>
        <pc:spChg chg="add del mod">
          <ac:chgData name="Remi de Vogel" userId="5948360e-7b9c-4a22-9ada-df5e8b901c82" providerId="ADAL" clId="{CE3612A8-BCDA-4797-9FD2-28FA85BD9EE9}" dt="2023-02-01T12:22:52.348" v="362"/>
          <ac:spMkLst>
            <pc:docMk/>
            <pc:sldMk cId="511627541" sldId="258"/>
            <ac:spMk id="34" creationId="{EEEA0D3D-3FE0-6BFC-C019-22AC5C26662F}"/>
          </ac:spMkLst>
        </pc:spChg>
        <pc:spChg chg="add del mod">
          <ac:chgData name="Remi de Vogel" userId="5948360e-7b9c-4a22-9ada-df5e8b901c82" providerId="ADAL" clId="{CE3612A8-BCDA-4797-9FD2-28FA85BD9EE9}" dt="2023-02-01T12:22:52.348" v="362"/>
          <ac:spMkLst>
            <pc:docMk/>
            <pc:sldMk cId="511627541" sldId="258"/>
            <ac:spMk id="35" creationId="{B4124D28-7A01-DD75-770B-7716750DA140}"/>
          </ac:spMkLst>
        </pc:spChg>
        <pc:spChg chg="add del mod">
          <ac:chgData name="Remi de Vogel" userId="5948360e-7b9c-4a22-9ada-df5e8b901c82" providerId="ADAL" clId="{CE3612A8-BCDA-4797-9FD2-28FA85BD9EE9}" dt="2023-02-01T12:22:52.348" v="362"/>
          <ac:spMkLst>
            <pc:docMk/>
            <pc:sldMk cId="511627541" sldId="258"/>
            <ac:spMk id="36" creationId="{0C409C58-8A09-D528-ABC8-D5B5802CACA7}"/>
          </ac:spMkLst>
        </pc:spChg>
        <pc:spChg chg="add del mod">
          <ac:chgData name="Remi de Vogel" userId="5948360e-7b9c-4a22-9ada-df5e8b901c82" providerId="ADAL" clId="{CE3612A8-BCDA-4797-9FD2-28FA85BD9EE9}" dt="2023-02-01T12:22:52.348" v="362"/>
          <ac:spMkLst>
            <pc:docMk/>
            <pc:sldMk cId="511627541" sldId="258"/>
            <ac:spMk id="37" creationId="{4C3B5DFA-17D6-0BAA-4033-2328502F4C69}"/>
          </ac:spMkLst>
        </pc:spChg>
        <pc:spChg chg="add del mod">
          <ac:chgData name="Remi de Vogel" userId="5948360e-7b9c-4a22-9ada-df5e8b901c82" providerId="ADAL" clId="{CE3612A8-BCDA-4797-9FD2-28FA85BD9EE9}" dt="2023-02-01T12:22:52.348" v="362"/>
          <ac:spMkLst>
            <pc:docMk/>
            <pc:sldMk cId="511627541" sldId="258"/>
            <ac:spMk id="38" creationId="{F0BF0C1C-2AA2-9E79-8C6A-124AB83BC221}"/>
          </ac:spMkLst>
        </pc:spChg>
        <pc:spChg chg="add del mod">
          <ac:chgData name="Remi de Vogel" userId="5948360e-7b9c-4a22-9ada-df5e8b901c82" providerId="ADAL" clId="{CE3612A8-BCDA-4797-9FD2-28FA85BD9EE9}" dt="2023-02-01T12:22:52.348" v="362"/>
          <ac:spMkLst>
            <pc:docMk/>
            <pc:sldMk cId="511627541" sldId="258"/>
            <ac:spMk id="39" creationId="{47CDC35B-7B5E-99C5-54FF-E13E63A75417}"/>
          </ac:spMkLst>
        </pc:spChg>
        <pc:spChg chg="add del mod">
          <ac:chgData name="Remi de Vogel" userId="5948360e-7b9c-4a22-9ada-df5e8b901c82" providerId="ADAL" clId="{CE3612A8-BCDA-4797-9FD2-28FA85BD9EE9}" dt="2023-02-01T12:23:30.725" v="371"/>
          <ac:spMkLst>
            <pc:docMk/>
            <pc:sldMk cId="511627541" sldId="258"/>
            <ac:spMk id="40" creationId="{1327547B-220E-C42A-1FA2-E84FA91EC753}"/>
          </ac:spMkLst>
        </pc:spChg>
        <pc:spChg chg="add del mod">
          <ac:chgData name="Remi de Vogel" userId="5948360e-7b9c-4a22-9ada-df5e8b901c82" providerId="ADAL" clId="{CE3612A8-BCDA-4797-9FD2-28FA85BD9EE9}" dt="2023-02-01T12:23:30.725" v="371"/>
          <ac:spMkLst>
            <pc:docMk/>
            <pc:sldMk cId="511627541" sldId="258"/>
            <ac:spMk id="41" creationId="{0FC906D5-1331-B84D-6B7D-4486C11640B7}"/>
          </ac:spMkLst>
        </pc:spChg>
        <pc:spChg chg="add del mod">
          <ac:chgData name="Remi de Vogel" userId="5948360e-7b9c-4a22-9ada-df5e8b901c82" providerId="ADAL" clId="{CE3612A8-BCDA-4797-9FD2-28FA85BD9EE9}" dt="2023-02-01T12:23:30.725" v="371"/>
          <ac:spMkLst>
            <pc:docMk/>
            <pc:sldMk cId="511627541" sldId="258"/>
            <ac:spMk id="42" creationId="{B8752393-4BED-C59A-777C-B327C711BAD0}"/>
          </ac:spMkLst>
        </pc:spChg>
        <pc:spChg chg="add del mod">
          <ac:chgData name="Remi de Vogel" userId="5948360e-7b9c-4a22-9ada-df5e8b901c82" providerId="ADAL" clId="{CE3612A8-BCDA-4797-9FD2-28FA85BD9EE9}" dt="2023-02-01T12:23:30.725" v="371"/>
          <ac:spMkLst>
            <pc:docMk/>
            <pc:sldMk cId="511627541" sldId="258"/>
            <ac:spMk id="43" creationId="{CEB38778-45F7-8CA2-EB7E-9D07C81148AE}"/>
          </ac:spMkLst>
        </pc:spChg>
        <pc:spChg chg="add del mod">
          <ac:chgData name="Remi de Vogel" userId="5948360e-7b9c-4a22-9ada-df5e8b901c82" providerId="ADAL" clId="{CE3612A8-BCDA-4797-9FD2-28FA85BD9EE9}" dt="2023-02-01T12:23:30.725" v="371"/>
          <ac:spMkLst>
            <pc:docMk/>
            <pc:sldMk cId="511627541" sldId="258"/>
            <ac:spMk id="44" creationId="{87768D1A-90FD-7C03-883E-7D2EAE989AB3}"/>
          </ac:spMkLst>
        </pc:spChg>
        <pc:spChg chg="add del mod">
          <ac:chgData name="Remi de Vogel" userId="5948360e-7b9c-4a22-9ada-df5e8b901c82" providerId="ADAL" clId="{CE3612A8-BCDA-4797-9FD2-28FA85BD9EE9}" dt="2023-02-01T12:23:30.725" v="371"/>
          <ac:spMkLst>
            <pc:docMk/>
            <pc:sldMk cId="511627541" sldId="258"/>
            <ac:spMk id="45" creationId="{98B34F56-1F11-FEA3-C13A-D48F7FDC324D}"/>
          </ac:spMkLst>
        </pc:spChg>
        <pc:spChg chg="add del mod">
          <ac:chgData name="Remi de Vogel" userId="5948360e-7b9c-4a22-9ada-df5e8b901c82" providerId="ADAL" clId="{CE3612A8-BCDA-4797-9FD2-28FA85BD9EE9}" dt="2023-02-01T12:23:30.725" v="371"/>
          <ac:spMkLst>
            <pc:docMk/>
            <pc:sldMk cId="511627541" sldId="258"/>
            <ac:spMk id="46" creationId="{36EDCD28-ABEC-C9F4-7FA5-465E91921A20}"/>
          </ac:spMkLst>
        </pc:spChg>
        <pc:spChg chg="add del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47" creationId="{9593E300-AA03-60A7-913E-C1BCB9D3D802}"/>
          </ac:spMkLst>
        </pc:spChg>
        <pc:spChg chg="add del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48" creationId="{87CD9FB0-AF17-614D-8675-00B56EA6AE57}"/>
          </ac:spMkLst>
        </pc:spChg>
        <pc:spChg chg="add del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49" creationId="{6C1D080C-94A6-6EBD-AA7A-92EB091CC8FE}"/>
          </ac:spMkLst>
        </pc:spChg>
        <pc:spChg chg="add del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0" creationId="{BC0F23E5-BFEB-6CE7-C3EF-5C8C7C841566}"/>
          </ac:spMkLst>
        </pc:spChg>
        <pc:spChg chg="add del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1" creationId="{982FCCD0-FC9B-39F1-9C73-79C1C95FA2AD}"/>
          </ac:spMkLst>
        </pc:spChg>
        <pc:spChg chg="add del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2" creationId="{0043296D-CD14-48C7-4FB0-9B84B1E68907}"/>
          </ac:spMkLst>
        </pc:spChg>
        <pc:spChg chg="add del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3" creationId="{AC68AC39-F45E-E62F-4FAB-8819393595E5}"/>
          </ac:spMkLst>
        </pc:spChg>
        <pc:spChg chg="add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4" creationId="{FB27B40F-EEE7-8038-2806-D004EB3DEEAE}"/>
          </ac:spMkLst>
        </pc:spChg>
        <pc:spChg chg="add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5" creationId="{1B8E2254-DA27-32EF-1F2D-45E7853F040E}"/>
          </ac:spMkLst>
        </pc:spChg>
        <pc:spChg chg="add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6" creationId="{3EA140BC-BF6D-02F5-8574-923C87592828}"/>
          </ac:spMkLst>
        </pc:spChg>
        <pc:spChg chg="add mod">
          <ac:chgData name="Remi de Vogel" userId="5948360e-7b9c-4a22-9ada-df5e8b901c82" providerId="ADAL" clId="{CE3612A8-BCDA-4797-9FD2-28FA85BD9EE9}" dt="2023-02-01T12:23:31.173" v="372"/>
          <ac:spMkLst>
            <pc:docMk/>
            <pc:sldMk cId="511627541" sldId="258"/>
            <ac:spMk id="57" creationId="{7FF0940A-68F3-7A0B-EEB0-BE34FE56F6A7}"/>
          </ac:spMkLst>
        </pc:spChg>
      </pc:sldChg>
      <pc:sldChg chg="addSp delSp modSp del mod">
        <pc:chgData name="Remi de Vogel" userId="5948360e-7b9c-4a22-9ada-df5e8b901c82" providerId="ADAL" clId="{CE3612A8-BCDA-4797-9FD2-28FA85BD9EE9}" dt="2023-02-01T12:24:05.830" v="378" actId="47"/>
        <pc:sldMkLst>
          <pc:docMk/>
          <pc:sldMk cId="2684026461" sldId="259"/>
        </pc:sldMkLst>
        <pc:spChg chg="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2" creationId="{ED2FA92F-3760-F867-BBB9-E5AA1AA430A3}"/>
          </ac:spMkLst>
        </pc:spChg>
        <pc:spChg chg="add del mod">
          <ac:chgData name="Remi de Vogel" userId="5948360e-7b9c-4a22-9ada-df5e8b901c82" providerId="ADAL" clId="{CE3612A8-BCDA-4797-9FD2-28FA85BD9EE9}" dt="2023-02-01T12:22:47.477" v="353"/>
          <ac:spMkLst>
            <pc:docMk/>
            <pc:sldMk cId="2684026461" sldId="259"/>
            <ac:spMk id="3" creationId="{C0371B51-098A-04FF-BA97-AD25094BD762}"/>
          </ac:spMkLst>
        </pc:spChg>
        <pc:spChg chg="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4" creationId="{C456A5FB-6679-6BF4-11DF-B137524A325E}"/>
          </ac:spMkLst>
        </pc:spChg>
        <pc:spChg chg="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5" creationId="{569CD387-9D42-7928-1704-39C106FCB210}"/>
          </ac:spMkLst>
        </pc:spChg>
        <pc:spChg chg="add del mod">
          <ac:chgData name="Remi de Vogel" userId="5948360e-7b9c-4a22-9ada-df5e8b901c82" providerId="ADAL" clId="{CE3612A8-BCDA-4797-9FD2-28FA85BD9EE9}" dt="2023-02-01T12:22:47.477" v="353"/>
          <ac:spMkLst>
            <pc:docMk/>
            <pc:sldMk cId="2684026461" sldId="259"/>
            <ac:spMk id="6" creationId="{A0E9CBC9-638A-DD17-153C-08CE17F47300}"/>
          </ac:spMkLst>
        </pc:spChg>
        <pc:spChg chg="add del mod">
          <ac:chgData name="Remi de Vogel" userId="5948360e-7b9c-4a22-9ada-df5e8b901c82" providerId="ADAL" clId="{CE3612A8-BCDA-4797-9FD2-28FA85BD9EE9}" dt="2023-02-01T12:22:47.477" v="353"/>
          <ac:spMkLst>
            <pc:docMk/>
            <pc:sldMk cId="2684026461" sldId="259"/>
            <ac:spMk id="7" creationId="{B7049894-C5E2-2DE9-ED38-451071FCFBEC}"/>
          </ac:spMkLst>
        </pc:spChg>
        <pc:spChg chg="del">
          <ac:chgData name="Remi de Vogel" userId="5948360e-7b9c-4a22-9ada-df5e8b901c82" providerId="ADAL" clId="{CE3612A8-BCDA-4797-9FD2-28FA85BD9EE9}" dt="2023-02-01T12:22:47.477" v="353"/>
          <ac:spMkLst>
            <pc:docMk/>
            <pc:sldMk cId="2684026461" sldId="259"/>
            <ac:spMk id="8" creationId="{C24C38AD-B3CF-4A52-FE4A-DB22644E42E1}"/>
          </ac:spMkLst>
        </pc:spChg>
        <pc:spChg chg="del">
          <ac:chgData name="Remi de Vogel" userId="5948360e-7b9c-4a22-9ada-df5e8b901c82" providerId="ADAL" clId="{CE3612A8-BCDA-4797-9FD2-28FA85BD9EE9}" dt="2023-02-01T12:22:47.477" v="353"/>
          <ac:spMkLst>
            <pc:docMk/>
            <pc:sldMk cId="2684026461" sldId="259"/>
            <ac:spMk id="9" creationId="{99FFE961-772C-BFBA-9A86-532291AC96F9}"/>
          </ac:spMkLst>
        </pc:spChg>
        <pc:spChg chg="add del mod">
          <ac:chgData name="Remi de Vogel" userId="5948360e-7b9c-4a22-9ada-df5e8b901c82" providerId="ADAL" clId="{CE3612A8-BCDA-4797-9FD2-28FA85BD9EE9}" dt="2023-02-01T12:22:48.742" v="355"/>
          <ac:spMkLst>
            <pc:docMk/>
            <pc:sldMk cId="2684026461" sldId="259"/>
            <ac:spMk id="10" creationId="{792805C9-897F-3E39-BD5F-E8A536ACBCC0}"/>
          </ac:spMkLst>
        </pc:spChg>
        <pc:spChg chg="add del mod">
          <ac:chgData name="Remi de Vogel" userId="5948360e-7b9c-4a22-9ada-df5e8b901c82" providerId="ADAL" clId="{CE3612A8-BCDA-4797-9FD2-28FA85BD9EE9}" dt="2023-02-01T12:22:48.742" v="355"/>
          <ac:spMkLst>
            <pc:docMk/>
            <pc:sldMk cId="2684026461" sldId="259"/>
            <ac:spMk id="11" creationId="{86DC0443-7B4C-6B7F-18B6-7EAD8B4B8AE0}"/>
          </ac:spMkLst>
        </pc:spChg>
        <pc:spChg chg="add del mod">
          <ac:chgData name="Remi de Vogel" userId="5948360e-7b9c-4a22-9ada-df5e8b901c82" providerId="ADAL" clId="{CE3612A8-BCDA-4797-9FD2-28FA85BD9EE9}" dt="2023-02-01T12:22:48.742" v="355"/>
          <ac:spMkLst>
            <pc:docMk/>
            <pc:sldMk cId="2684026461" sldId="259"/>
            <ac:spMk id="12" creationId="{E8730A59-9CCA-3BC1-54E5-7A457D8E393D}"/>
          </ac:spMkLst>
        </pc:spChg>
        <pc:spChg chg="add del mod">
          <ac:chgData name="Remi de Vogel" userId="5948360e-7b9c-4a22-9ada-df5e8b901c82" providerId="ADAL" clId="{CE3612A8-BCDA-4797-9FD2-28FA85BD9EE9}" dt="2023-02-01T12:22:48.742" v="355"/>
          <ac:spMkLst>
            <pc:docMk/>
            <pc:sldMk cId="2684026461" sldId="259"/>
            <ac:spMk id="13" creationId="{44B95F4D-7788-1AB7-224F-8184126F30F4}"/>
          </ac:spMkLst>
        </pc:spChg>
        <pc:spChg chg="add del mod">
          <ac:chgData name="Remi de Vogel" userId="5948360e-7b9c-4a22-9ada-df5e8b901c82" providerId="ADAL" clId="{CE3612A8-BCDA-4797-9FD2-28FA85BD9EE9}" dt="2023-02-01T12:22:48.742" v="355"/>
          <ac:spMkLst>
            <pc:docMk/>
            <pc:sldMk cId="2684026461" sldId="259"/>
            <ac:spMk id="14" creationId="{B1977B10-0BEE-EE1A-D64E-ED66B94121D4}"/>
          </ac:spMkLst>
        </pc:spChg>
        <pc:spChg chg="add del mod">
          <ac:chgData name="Remi de Vogel" userId="5948360e-7b9c-4a22-9ada-df5e8b901c82" providerId="ADAL" clId="{CE3612A8-BCDA-4797-9FD2-28FA85BD9EE9}" dt="2023-02-01T12:22:48.742" v="355"/>
          <ac:spMkLst>
            <pc:docMk/>
            <pc:sldMk cId="2684026461" sldId="259"/>
            <ac:spMk id="15" creationId="{D2B6797A-5666-A550-6162-487671F3444A}"/>
          </ac:spMkLst>
        </pc:spChg>
        <pc:spChg chg="add del mod">
          <ac:chgData name="Remi de Vogel" userId="5948360e-7b9c-4a22-9ada-df5e8b901c82" providerId="ADAL" clId="{CE3612A8-BCDA-4797-9FD2-28FA85BD9EE9}" dt="2023-02-01T12:22:48.742" v="355"/>
          <ac:spMkLst>
            <pc:docMk/>
            <pc:sldMk cId="2684026461" sldId="259"/>
            <ac:spMk id="16" creationId="{38102A2B-BBF7-67AD-9B35-2566F0CC68C8}"/>
          </ac:spMkLst>
        </pc:spChg>
        <pc:spChg chg="add del mod">
          <ac:chgData name="Remi de Vogel" userId="5948360e-7b9c-4a22-9ada-df5e8b901c82" providerId="ADAL" clId="{CE3612A8-BCDA-4797-9FD2-28FA85BD9EE9}" dt="2023-02-01T12:22:50.603" v="359"/>
          <ac:spMkLst>
            <pc:docMk/>
            <pc:sldMk cId="2684026461" sldId="259"/>
            <ac:spMk id="17" creationId="{3041C018-64B5-7FB6-6B4E-C9FF96CAB61B}"/>
          </ac:spMkLst>
        </pc:spChg>
        <pc:spChg chg="add del mod">
          <ac:chgData name="Remi de Vogel" userId="5948360e-7b9c-4a22-9ada-df5e8b901c82" providerId="ADAL" clId="{CE3612A8-BCDA-4797-9FD2-28FA85BD9EE9}" dt="2023-02-01T12:22:50.603" v="359"/>
          <ac:spMkLst>
            <pc:docMk/>
            <pc:sldMk cId="2684026461" sldId="259"/>
            <ac:spMk id="18" creationId="{8238199D-1BDB-0B03-2DEC-5D3C29A59D1C}"/>
          </ac:spMkLst>
        </pc:spChg>
        <pc:spChg chg="add del mod">
          <ac:chgData name="Remi de Vogel" userId="5948360e-7b9c-4a22-9ada-df5e8b901c82" providerId="ADAL" clId="{CE3612A8-BCDA-4797-9FD2-28FA85BD9EE9}" dt="2023-02-01T12:22:50.603" v="359"/>
          <ac:spMkLst>
            <pc:docMk/>
            <pc:sldMk cId="2684026461" sldId="259"/>
            <ac:spMk id="19" creationId="{BA32AA25-99A8-0536-43E4-312CB7D922EA}"/>
          </ac:spMkLst>
        </pc:spChg>
        <pc:spChg chg="add del mod">
          <ac:chgData name="Remi de Vogel" userId="5948360e-7b9c-4a22-9ada-df5e8b901c82" providerId="ADAL" clId="{CE3612A8-BCDA-4797-9FD2-28FA85BD9EE9}" dt="2023-02-01T12:22:50.603" v="359"/>
          <ac:spMkLst>
            <pc:docMk/>
            <pc:sldMk cId="2684026461" sldId="259"/>
            <ac:spMk id="20" creationId="{F256F654-53C1-C826-6F40-A56D5F1B24F5}"/>
          </ac:spMkLst>
        </pc:spChg>
        <pc:spChg chg="add del mod">
          <ac:chgData name="Remi de Vogel" userId="5948360e-7b9c-4a22-9ada-df5e8b901c82" providerId="ADAL" clId="{CE3612A8-BCDA-4797-9FD2-28FA85BD9EE9}" dt="2023-02-01T12:22:50.603" v="359"/>
          <ac:spMkLst>
            <pc:docMk/>
            <pc:sldMk cId="2684026461" sldId="259"/>
            <ac:spMk id="21" creationId="{C003DA5E-2790-442C-D38E-9EC196663C81}"/>
          </ac:spMkLst>
        </pc:spChg>
        <pc:spChg chg="add del mod">
          <ac:chgData name="Remi de Vogel" userId="5948360e-7b9c-4a22-9ada-df5e8b901c82" providerId="ADAL" clId="{CE3612A8-BCDA-4797-9FD2-28FA85BD9EE9}" dt="2023-02-01T12:22:50.603" v="359"/>
          <ac:spMkLst>
            <pc:docMk/>
            <pc:sldMk cId="2684026461" sldId="259"/>
            <ac:spMk id="22" creationId="{59EF47C5-832D-2850-0A12-E25B64DDB829}"/>
          </ac:spMkLst>
        </pc:spChg>
        <pc:spChg chg="add del mod">
          <ac:chgData name="Remi de Vogel" userId="5948360e-7b9c-4a22-9ada-df5e8b901c82" providerId="ADAL" clId="{CE3612A8-BCDA-4797-9FD2-28FA85BD9EE9}" dt="2023-02-01T12:22:50.603" v="359"/>
          <ac:spMkLst>
            <pc:docMk/>
            <pc:sldMk cId="2684026461" sldId="259"/>
            <ac:spMk id="23" creationId="{4F2E6951-3D90-C254-9DD4-472FD7880AA5}"/>
          </ac:spMkLst>
        </pc:spChg>
        <pc:spChg chg="add del mod">
          <ac:chgData name="Remi de Vogel" userId="5948360e-7b9c-4a22-9ada-df5e8b901c82" providerId="ADAL" clId="{CE3612A8-BCDA-4797-9FD2-28FA85BD9EE9}" dt="2023-02-01T12:22:51.869" v="361"/>
          <ac:spMkLst>
            <pc:docMk/>
            <pc:sldMk cId="2684026461" sldId="259"/>
            <ac:spMk id="24" creationId="{9B150DCE-039B-B15C-EEDB-35E4DBD2A8EF}"/>
          </ac:spMkLst>
        </pc:spChg>
        <pc:spChg chg="add del mod">
          <ac:chgData name="Remi de Vogel" userId="5948360e-7b9c-4a22-9ada-df5e8b901c82" providerId="ADAL" clId="{CE3612A8-BCDA-4797-9FD2-28FA85BD9EE9}" dt="2023-02-01T12:22:51.869" v="361"/>
          <ac:spMkLst>
            <pc:docMk/>
            <pc:sldMk cId="2684026461" sldId="259"/>
            <ac:spMk id="25" creationId="{06FEBED6-6004-9F6B-9D6D-D33B916767CE}"/>
          </ac:spMkLst>
        </pc:spChg>
        <pc:spChg chg="add del mod">
          <ac:chgData name="Remi de Vogel" userId="5948360e-7b9c-4a22-9ada-df5e8b901c82" providerId="ADAL" clId="{CE3612A8-BCDA-4797-9FD2-28FA85BD9EE9}" dt="2023-02-01T12:22:51.869" v="361"/>
          <ac:spMkLst>
            <pc:docMk/>
            <pc:sldMk cId="2684026461" sldId="259"/>
            <ac:spMk id="26" creationId="{657574FC-D5AC-50AC-2696-DEC9416E7300}"/>
          </ac:spMkLst>
        </pc:spChg>
        <pc:spChg chg="add del mod">
          <ac:chgData name="Remi de Vogel" userId="5948360e-7b9c-4a22-9ada-df5e8b901c82" providerId="ADAL" clId="{CE3612A8-BCDA-4797-9FD2-28FA85BD9EE9}" dt="2023-02-01T12:22:51.869" v="361"/>
          <ac:spMkLst>
            <pc:docMk/>
            <pc:sldMk cId="2684026461" sldId="259"/>
            <ac:spMk id="27" creationId="{103A4311-6E2A-4B73-1DC5-5D73D18591CB}"/>
          </ac:spMkLst>
        </pc:spChg>
        <pc:spChg chg="add del mod">
          <ac:chgData name="Remi de Vogel" userId="5948360e-7b9c-4a22-9ada-df5e8b901c82" providerId="ADAL" clId="{CE3612A8-BCDA-4797-9FD2-28FA85BD9EE9}" dt="2023-02-01T12:22:51.869" v="361"/>
          <ac:spMkLst>
            <pc:docMk/>
            <pc:sldMk cId="2684026461" sldId="259"/>
            <ac:spMk id="28" creationId="{0E35A8C5-8A00-B4AD-3A3A-F5D63C5AD148}"/>
          </ac:spMkLst>
        </pc:spChg>
        <pc:spChg chg="add del mod">
          <ac:chgData name="Remi de Vogel" userId="5948360e-7b9c-4a22-9ada-df5e8b901c82" providerId="ADAL" clId="{CE3612A8-BCDA-4797-9FD2-28FA85BD9EE9}" dt="2023-02-01T12:22:51.869" v="361"/>
          <ac:spMkLst>
            <pc:docMk/>
            <pc:sldMk cId="2684026461" sldId="259"/>
            <ac:spMk id="29" creationId="{69FA891E-EEF4-1386-C8A7-1A3E02A51AEF}"/>
          </ac:spMkLst>
        </pc:spChg>
        <pc:spChg chg="add del mod">
          <ac:chgData name="Remi de Vogel" userId="5948360e-7b9c-4a22-9ada-df5e8b901c82" providerId="ADAL" clId="{CE3612A8-BCDA-4797-9FD2-28FA85BD9EE9}" dt="2023-02-01T12:22:51.869" v="361"/>
          <ac:spMkLst>
            <pc:docMk/>
            <pc:sldMk cId="2684026461" sldId="259"/>
            <ac:spMk id="30" creationId="{EA119680-15A3-D567-69E6-52E0C0BD8A6C}"/>
          </ac:spMkLst>
        </pc:spChg>
        <pc:spChg chg="add del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1" creationId="{3612957A-AA76-0D26-D9F3-4FC9E70A55FB}"/>
          </ac:spMkLst>
        </pc:spChg>
        <pc:spChg chg="add del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2" creationId="{6290926B-9539-92D2-08FF-7BEB378A3332}"/>
          </ac:spMkLst>
        </pc:spChg>
        <pc:spChg chg="add del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3" creationId="{B139DE74-366A-7DC9-5203-35845852D091}"/>
          </ac:spMkLst>
        </pc:spChg>
        <pc:spChg chg="add del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4" creationId="{A6777EB4-4DB4-07B3-293E-698FE209C0F2}"/>
          </ac:spMkLst>
        </pc:spChg>
        <pc:spChg chg="add del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5" creationId="{C0724EB8-5865-4B2B-938B-433A3E4149AC}"/>
          </ac:spMkLst>
        </pc:spChg>
        <pc:spChg chg="add del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6" creationId="{0E00E3DB-977D-B79B-88D8-9CA5F845E416}"/>
          </ac:spMkLst>
        </pc:spChg>
        <pc:spChg chg="add del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7" creationId="{33BC2E8B-0D53-6C2A-6E9B-402631BA37D9}"/>
          </ac:spMkLst>
        </pc:spChg>
        <pc:spChg chg="add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8" creationId="{923AB00C-AFD5-C84E-7562-7060373FC84E}"/>
          </ac:spMkLst>
        </pc:spChg>
        <pc:spChg chg="add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39" creationId="{A2E038A1-BC28-6632-9C0B-B54F3978E2FE}"/>
          </ac:spMkLst>
        </pc:spChg>
        <pc:spChg chg="add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40" creationId="{D6CBB3C5-25E7-3B83-69EE-9D71B891881E}"/>
          </ac:spMkLst>
        </pc:spChg>
        <pc:spChg chg="add mod">
          <ac:chgData name="Remi de Vogel" userId="5948360e-7b9c-4a22-9ada-df5e8b901c82" providerId="ADAL" clId="{CE3612A8-BCDA-4797-9FD2-28FA85BD9EE9}" dt="2023-02-01T12:23:30.437" v="370"/>
          <ac:spMkLst>
            <pc:docMk/>
            <pc:sldMk cId="2684026461" sldId="259"/>
            <ac:spMk id="41" creationId="{1EC23FD4-8F9C-B314-66AA-0A88C496D892}"/>
          </ac:spMkLst>
        </pc:spChg>
      </pc:sldChg>
      <pc:sldChg chg="modSp new mod ord">
        <pc:chgData name="Remi de Vogel" userId="5948360e-7b9c-4a22-9ada-df5e8b901c82" providerId="ADAL" clId="{CE3612A8-BCDA-4797-9FD2-28FA85BD9EE9}" dt="2023-02-01T13:11:05.691" v="560" actId="20577"/>
        <pc:sldMkLst>
          <pc:docMk/>
          <pc:sldMk cId="186648442" sldId="260"/>
        </pc:sldMkLst>
        <pc:spChg chg="mod">
          <ac:chgData name="Remi de Vogel" userId="5948360e-7b9c-4a22-9ada-df5e8b901c82" providerId="ADAL" clId="{CE3612A8-BCDA-4797-9FD2-28FA85BD9EE9}" dt="2023-02-01T13:11:05.691" v="560" actId="20577"/>
          <ac:spMkLst>
            <pc:docMk/>
            <pc:sldMk cId="186648442" sldId="260"/>
            <ac:spMk id="3" creationId="{246B2296-105D-E196-A2D2-664E5722DC27}"/>
          </ac:spMkLst>
        </pc:spChg>
      </pc:sldChg>
      <pc:sldChg chg="modSp new mod">
        <pc:chgData name="Remi de Vogel" userId="5948360e-7b9c-4a22-9ada-df5e8b901c82" providerId="ADAL" clId="{CE3612A8-BCDA-4797-9FD2-28FA85BD9EE9}" dt="2023-02-01T13:57:40.374" v="769" actId="20577"/>
        <pc:sldMkLst>
          <pc:docMk/>
          <pc:sldMk cId="2164116393" sldId="261"/>
        </pc:sldMkLst>
        <pc:spChg chg="mod">
          <ac:chgData name="Remi de Vogel" userId="5948360e-7b9c-4a22-9ada-df5e8b901c82" providerId="ADAL" clId="{CE3612A8-BCDA-4797-9FD2-28FA85BD9EE9}" dt="2023-02-01T13:57:40.374" v="769" actId="20577"/>
          <ac:spMkLst>
            <pc:docMk/>
            <pc:sldMk cId="2164116393" sldId="261"/>
            <ac:spMk id="8" creationId="{1F747B7D-4A81-3CD9-5F57-2DAD5B80FFD5}"/>
          </ac:spMkLst>
        </pc:spChg>
      </pc:sldChg>
      <pc:sldChg chg="new">
        <pc:chgData name="Remi de Vogel" userId="5948360e-7b9c-4a22-9ada-df5e8b901c82" providerId="ADAL" clId="{CE3612A8-BCDA-4797-9FD2-28FA85BD9EE9}" dt="2023-02-01T12:24:14.499" v="379" actId="680"/>
        <pc:sldMkLst>
          <pc:docMk/>
          <pc:sldMk cId="984917374" sldId="262"/>
        </pc:sldMkLst>
      </pc:sldChg>
      <pc:sldMasterChg chg="addSp delSp modSp mod modSldLayout">
        <pc:chgData name="Remi de Vogel" userId="5948360e-7b9c-4a22-9ada-df5e8b901c82" providerId="ADAL" clId="{CE3612A8-BCDA-4797-9FD2-28FA85BD9EE9}" dt="2023-02-01T13:47:49.323" v="767" actId="139"/>
        <pc:sldMasterMkLst>
          <pc:docMk/>
          <pc:sldMasterMk cId="259861064" sldId="2147483648"/>
        </pc:sldMasterMkLst>
        <pc:spChg chg="mod">
          <ac:chgData name="Remi de Vogel" userId="5948360e-7b9c-4a22-9ada-df5e8b901c82" providerId="ADAL" clId="{CE3612A8-BCDA-4797-9FD2-28FA85BD9EE9}" dt="2023-02-01T12:08:28.548" v="198"/>
          <ac:spMkLst>
            <pc:docMk/>
            <pc:sldMasterMk cId="259861064" sldId="2147483648"/>
            <ac:spMk id="4" creationId="{DB57928F-0394-A641-8E3E-2D180F0BE042}"/>
          </ac:spMkLst>
        </pc:spChg>
        <pc:spChg chg="mod">
          <ac:chgData name="Remi de Vogel" userId="5948360e-7b9c-4a22-9ada-df5e8b901c82" providerId="ADAL" clId="{CE3612A8-BCDA-4797-9FD2-28FA85BD9EE9}" dt="2023-02-01T13:19:27.547" v="659"/>
          <ac:spMkLst>
            <pc:docMk/>
            <pc:sldMasterMk cId="259861064" sldId="2147483648"/>
            <ac:spMk id="5" creationId="{891E28BB-B5FE-E965-0E15-F1CED40AB33B}"/>
          </ac:spMkLst>
        </pc:spChg>
        <pc:spChg chg="mod">
          <ac:chgData name="Remi de Vogel" userId="5948360e-7b9c-4a22-9ada-df5e8b901c82" providerId="ADAL" clId="{CE3612A8-BCDA-4797-9FD2-28FA85BD9EE9}" dt="2023-02-01T13:47:49.218" v="729" actId="139"/>
          <ac:spMkLst>
            <pc:docMk/>
            <pc:sldMasterMk cId="259861064" sldId="2147483648"/>
            <ac:spMk id="7" creationId="{D6A5A859-4CE8-2837-746E-F8B2E0E6F21F}"/>
          </ac:spMkLst>
        </pc:spChg>
        <pc:spChg chg="mod">
          <ac:chgData name="Remi de Vogel" userId="5948360e-7b9c-4a22-9ada-df5e8b901c82" providerId="ADAL" clId="{CE3612A8-BCDA-4797-9FD2-28FA85BD9EE9}" dt="2023-02-01T12:08:28.551" v="204"/>
          <ac:spMkLst>
            <pc:docMk/>
            <pc:sldMasterMk cId="259861064" sldId="2147483648"/>
            <ac:spMk id="8" creationId="{59DD17BF-08FE-3C56-E88C-20C01D9C620B}"/>
          </ac:spMkLst>
        </pc:spChg>
        <pc:spChg chg="mod">
          <ac:chgData name="Remi de Vogel" userId="5948360e-7b9c-4a22-9ada-df5e8b901c82" providerId="ADAL" clId="{CE3612A8-BCDA-4797-9FD2-28FA85BD9EE9}" dt="2023-02-01T13:19:27.551" v="671"/>
          <ac:spMkLst>
            <pc:docMk/>
            <pc:sldMasterMk cId="259861064" sldId="2147483648"/>
            <ac:spMk id="9" creationId="{B42C15D8-8A65-4417-B793-313E11968321}"/>
          </ac:spMkLst>
        </pc:spChg>
        <pc:spChg chg="mod">
          <ac:chgData name="Remi de Vogel" userId="5948360e-7b9c-4a22-9ada-df5e8b901c82" providerId="ADAL" clId="{CE3612A8-BCDA-4797-9FD2-28FA85BD9EE9}" dt="2023-02-01T13:19:27.548" v="665"/>
          <ac:spMkLst>
            <pc:docMk/>
            <pc:sldMasterMk cId="259861064" sldId="2147483648"/>
            <ac:spMk id="67" creationId="{6291DFA7-D6C9-580F-0350-7F1E3A2F4E46}"/>
          </ac:spMkLst>
        </pc:spChg>
        <pc:spChg chg="mod">
          <ac:chgData name="Remi de Vogel" userId="5948360e-7b9c-4a22-9ada-df5e8b901c82" providerId="ADAL" clId="{CE3612A8-BCDA-4797-9FD2-28FA85BD9EE9}" dt="2023-02-01T13:47:49.220" v="731" actId="139"/>
          <ac:spMkLst>
            <pc:docMk/>
            <pc:sldMasterMk cId="259861064" sldId="2147483648"/>
            <ac:spMk id="68" creationId="{61C71873-52D3-45F7-59C2-98B44A61CBDD}"/>
          </ac:spMkLst>
        </pc:spChg>
        <pc:spChg chg="del mod">
          <ac:chgData name="Remi de Vogel" userId="5948360e-7b9c-4a22-9ada-df5e8b901c82" providerId="ADAL" clId="{CE3612A8-BCDA-4797-9FD2-28FA85BD9EE9}" dt="2023-02-01T12:07:57.267" v="126" actId="478"/>
          <ac:spMkLst>
            <pc:docMk/>
            <pc:sldMasterMk cId="259861064" sldId="2147483648"/>
            <ac:spMk id="70" creationId="{C8DCFE69-3837-4A66-A4BD-5963F21804D7}"/>
          </ac:spMkLst>
        </pc:spChg>
        <pc:spChg chg="add del mod">
          <ac:chgData name="Remi de Vogel" userId="5948360e-7b9c-4a22-9ada-df5e8b901c82" providerId="ADAL" clId="{CE3612A8-BCDA-4797-9FD2-28FA85BD9EE9}" dt="2023-02-01T12:07:26.717" v="115" actId="478"/>
          <ac:spMkLst>
            <pc:docMk/>
            <pc:sldMasterMk cId="259861064" sldId="2147483648"/>
            <ac:spMk id="71" creationId="{9098352C-A096-9A9D-3927-BFED086CC9B4}"/>
          </ac:spMkLst>
        </pc:spChg>
        <pc:spChg chg="mod">
          <ac:chgData name="Remi de Vogel" userId="5948360e-7b9c-4a22-9ada-df5e8b901c82" providerId="ADAL" clId="{CE3612A8-BCDA-4797-9FD2-28FA85BD9EE9}" dt="2023-02-01T13:47:49.222" v="733" actId="139"/>
          <ac:spMkLst>
            <pc:docMk/>
            <pc:sldMasterMk cId="259861064" sldId="2147483648"/>
            <ac:spMk id="72" creationId="{D0CCF352-5FE7-85C8-603C-8D9FD1E2CB4D}"/>
          </ac:spMkLst>
        </pc:spChg>
        <pc:spChg chg="mod">
          <ac:chgData name="Remi de Vogel" userId="5948360e-7b9c-4a22-9ada-df5e8b901c82" providerId="ADAL" clId="{CE3612A8-BCDA-4797-9FD2-28FA85BD9EE9}" dt="2023-02-01T13:47:49.225" v="735" actId="139"/>
          <ac:spMkLst>
            <pc:docMk/>
            <pc:sldMasterMk cId="259861064" sldId="2147483648"/>
            <ac:spMk id="73" creationId="{DDC0E9FF-D178-AF74-F5DF-8B06BE4DAB13}"/>
          </ac:spMkLst>
        </pc:spChg>
        <pc:sldLayoutChg chg="addSp delSp modSp mod">
          <pc:chgData name="Remi de Vogel" userId="5948360e-7b9c-4a22-9ada-df5e8b901c82" providerId="ADAL" clId="{CE3612A8-BCDA-4797-9FD2-28FA85BD9EE9}" dt="2023-02-01T13:14:03.476" v="601"/>
          <pc:sldLayoutMkLst>
            <pc:docMk/>
            <pc:sldMasterMk cId="259861064" sldId="2147483648"/>
            <pc:sldLayoutMk cId="3031695121" sldId="2147483649"/>
          </pc:sldLayoutMkLst>
          <pc:spChg chg="add mod">
            <ac:chgData name="Remi de Vogel" userId="5948360e-7b9c-4a22-9ada-df5e8b901c82" providerId="ADAL" clId="{CE3612A8-BCDA-4797-9FD2-28FA85BD9EE9}" dt="2023-02-01T13:14:03.476" v="601"/>
            <ac:spMkLst>
              <pc:docMk/>
              <pc:sldMasterMk cId="259861064" sldId="2147483648"/>
              <pc:sldLayoutMk cId="3031695121" sldId="2147483649"/>
              <ac:spMk id="2" creationId="{27B25C63-4906-3070-0973-0D77FC698CE8}"/>
            </ac:spMkLst>
          </pc:spChg>
          <pc:spChg chg="add del mod">
            <ac:chgData name="Remi de Vogel" userId="5948360e-7b9c-4a22-9ada-df5e8b901c82" providerId="ADAL" clId="{CE3612A8-BCDA-4797-9FD2-28FA85BD9EE9}" dt="2023-02-01T12:10:19.251" v="217"/>
            <ac:spMkLst>
              <pc:docMk/>
              <pc:sldMasterMk cId="259861064" sldId="2147483648"/>
              <pc:sldLayoutMk cId="3031695121" sldId="2147483649"/>
              <ac:spMk id="2" creationId="{7D0C2193-C9C3-3A9C-6C84-3833A2BDBCCE}"/>
            </ac:spMkLst>
          </pc:spChg>
          <pc:spChg chg="mod">
            <ac:chgData name="Remi de Vogel" userId="5948360e-7b9c-4a22-9ada-df5e8b901c82" providerId="ADAL" clId="{CE3612A8-BCDA-4797-9FD2-28FA85BD9EE9}" dt="2023-02-01T12:29:53.733" v="468"/>
            <ac:spMkLst>
              <pc:docMk/>
              <pc:sldMasterMk cId="259861064" sldId="2147483648"/>
              <pc:sldLayoutMk cId="3031695121" sldId="2147483649"/>
              <ac:spMk id="3" creationId="{00000000-0000-0000-0000-000000000000}"/>
            </ac:spMkLst>
          </pc:spChg>
          <pc:spChg chg="del">
            <ac:chgData name="Remi de Vogel" userId="5948360e-7b9c-4a22-9ada-df5e8b901c82" providerId="ADAL" clId="{CE3612A8-BCDA-4797-9FD2-28FA85BD9EE9}" dt="2023-02-01T12:10:18.906" v="215"/>
            <ac:spMkLst>
              <pc:docMk/>
              <pc:sldMasterMk cId="259861064" sldId="2147483648"/>
              <pc:sldLayoutMk cId="3031695121" sldId="2147483649"/>
              <ac:spMk id="4" creationId="{44E8C2B5-240F-FB56-40D5-86214806E289}"/>
            </ac:spMkLst>
          </pc:spChg>
          <pc:spChg chg="add mod">
            <ac:chgData name="Remi de Vogel" userId="5948360e-7b9c-4a22-9ada-df5e8b901c82" providerId="ADAL" clId="{CE3612A8-BCDA-4797-9FD2-28FA85BD9EE9}" dt="2023-02-01T13:14:03.476" v="601"/>
            <ac:spMkLst>
              <pc:docMk/>
              <pc:sldMasterMk cId="259861064" sldId="2147483648"/>
              <pc:sldLayoutMk cId="3031695121" sldId="2147483649"/>
              <ac:spMk id="4" creationId="{666CBA16-F3FE-4AD5-965B-DA7569493BCC}"/>
            </ac:spMkLst>
          </pc:spChg>
          <pc:spChg chg="del">
            <ac:chgData name="Remi de Vogel" userId="5948360e-7b9c-4a22-9ada-df5e8b901c82" providerId="ADAL" clId="{CE3612A8-BCDA-4797-9FD2-28FA85BD9EE9}" dt="2023-02-01T12:10:18.906" v="215"/>
            <ac:spMkLst>
              <pc:docMk/>
              <pc:sldMasterMk cId="259861064" sldId="2147483648"/>
              <pc:sldLayoutMk cId="3031695121" sldId="2147483649"/>
              <ac:spMk id="5" creationId="{7A8E28B2-E4F7-B636-67A2-D94B866C4285}"/>
            </ac:spMkLst>
          </pc:spChg>
          <pc:spChg chg="add mod">
            <ac:chgData name="Remi de Vogel" userId="5948360e-7b9c-4a22-9ada-df5e8b901c82" providerId="ADAL" clId="{CE3612A8-BCDA-4797-9FD2-28FA85BD9EE9}" dt="2023-02-01T13:14:03.476" v="601"/>
            <ac:spMkLst>
              <pc:docMk/>
              <pc:sldMasterMk cId="259861064" sldId="2147483648"/>
              <pc:sldLayoutMk cId="3031695121" sldId="2147483649"/>
              <ac:spMk id="5" creationId="{DAA4B8CD-4137-EB9C-2B31-3C763670DDB7}"/>
            </ac:spMkLst>
          </pc:spChg>
          <pc:spChg chg="del">
            <ac:chgData name="Remi de Vogel" userId="5948360e-7b9c-4a22-9ada-df5e8b901c82" providerId="ADAL" clId="{CE3612A8-BCDA-4797-9FD2-28FA85BD9EE9}" dt="2023-02-01T12:10:18.906" v="215"/>
            <ac:spMkLst>
              <pc:docMk/>
              <pc:sldMasterMk cId="259861064" sldId="2147483648"/>
              <pc:sldLayoutMk cId="3031695121" sldId="2147483649"/>
              <ac:spMk id="6" creationId="{41CF4D93-0945-6D65-D417-FA06B4E66E19}"/>
            </ac:spMkLst>
          </pc:spChg>
          <pc:spChg chg="add del mod">
            <ac:chgData name="Remi de Vogel" userId="5948360e-7b9c-4a22-9ada-df5e8b901c82" providerId="ADAL" clId="{CE3612A8-BCDA-4797-9FD2-28FA85BD9EE9}" dt="2023-02-01T12:10:19.251" v="217"/>
            <ac:spMkLst>
              <pc:docMk/>
              <pc:sldMasterMk cId="259861064" sldId="2147483648"/>
              <pc:sldLayoutMk cId="3031695121" sldId="2147483649"/>
              <ac:spMk id="10" creationId="{6F69A9C4-BFA0-7687-1A48-7563E067155A}"/>
            </ac:spMkLst>
          </pc:spChg>
          <pc:spChg chg="add del mod">
            <ac:chgData name="Remi de Vogel" userId="5948360e-7b9c-4a22-9ada-df5e8b901c82" providerId="ADAL" clId="{CE3612A8-BCDA-4797-9FD2-28FA85BD9EE9}" dt="2023-02-01T12:10:19.251" v="217"/>
            <ac:spMkLst>
              <pc:docMk/>
              <pc:sldMasterMk cId="259861064" sldId="2147483648"/>
              <pc:sldLayoutMk cId="3031695121" sldId="2147483649"/>
              <ac:spMk id="12" creationId="{5D66B4C7-065A-A516-E80A-12B0F9F509B5}"/>
            </ac:spMkLst>
          </pc:spChg>
          <pc:spChg chg="add del mod">
            <ac:chgData name="Remi de Vogel" userId="5948360e-7b9c-4a22-9ada-df5e8b901c82" providerId="ADAL" clId="{CE3612A8-BCDA-4797-9FD2-28FA85BD9EE9}" dt="2023-02-01T12:10:26.108" v="219"/>
            <ac:spMkLst>
              <pc:docMk/>
              <pc:sldMasterMk cId="259861064" sldId="2147483648"/>
              <pc:sldLayoutMk cId="3031695121" sldId="2147483649"/>
              <ac:spMk id="14" creationId="{6EEC8709-6628-7C84-4A93-067F74A2B3DD}"/>
            </ac:spMkLst>
          </pc:spChg>
          <pc:spChg chg="add del mod">
            <ac:chgData name="Remi de Vogel" userId="5948360e-7b9c-4a22-9ada-df5e8b901c82" providerId="ADAL" clId="{CE3612A8-BCDA-4797-9FD2-28FA85BD9EE9}" dt="2023-02-01T12:10:26.108" v="219"/>
            <ac:spMkLst>
              <pc:docMk/>
              <pc:sldMasterMk cId="259861064" sldId="2147483648"/>
              <pc:sldLayoutMk cId="3031695121" sldId="2147483649"/>
              <ac:spMk id="15" creationId="{9EFD401D-B6DE-E01C-99FD-40E21F0EA66E}"/>
            </ac:spMkLst>
          </pc:spChg>
          <pc:spChg chg="add del mod">
            <ac:chgData name="Remi de Vogel" userId="5948360e-7b9c-4a22-9ada-df5e8b901c82" providerId="ADAL" clId="{CE3612A8-BCDA-4797-9FD2-28FA85BD9EE9}" dt="2023-02-01T12:10:26.108" v="219"/>
            <ac:spMkLst>
              <pc:docMk/>
              <pc:sldMasterMk cId="259861064" sldId="2147483648"/>
              <pc:sldLayoutMk cId="3031695121" sldId="2147483649"/>
              <ac:spMk id="16" creationId="{4499316D-D9B5-9A1E-80FC-424521D4203E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33.635" v="243"/>
          <pc:sldLayoutMkLst>
            <pc:docMk/>
            <pc:sldMasterMk cId="259861064" sldId="2147483648"/>
            <pc:sldLayoutMk cId="276490111" sldId="2147483650"/>
          </pc:sldLayoutMkLst>
          <pc:spChg chg="add mod">
            <ac:chgData name="Remi de Vogel" userId="5948360e-7b9c-4a22-9ada-df5e8b901c82" providerId="ADAL" clId="{CE3612A8-BCDA-4797-9FD2-28FA85BD9EE9}" dt="2023-02-01T12:11:33.635" v="243"/>
            <ac:spMkLst>
              <pc:docMk/>
              <pc:sldMasterMk cId="259861064" sldId="2147483648"/>
              <pc:sldLayoutMk cId="276490111" sldId="2147483650"/>
              <ac:spMk id="2" creationId="{45A56239-EABF-F190-F1D8-A6E329C2A58A}"/>
            </ac:spMkLst>
          </pc:spChg>
          <pc:spChg chg="add mod">
            <ac:chgData name="Remi de Vogel" userId="5948360e-7b9c-4a22-9ada-df5e8b901c82" providerId="ADAL" clId="{CE3612A8-BCDA-4797-9FD2-28FA85BD9EE9}" dt="2023-02-01T12:11:33.635" v="243"/>
            <ac:spMkLst>
              <pc:docMk/>
              <pc:sldMasterMk cId="259861064" sldId="2147483648"/>
              <pc:sldLayoutMk cId="276490111" sldId="2147483650"/>
              <ac:spMk id="3" creationId="{5EB82D06-EF91-932D-7620-2B4110665F95}"/>
            </ac:spMkLst>
          </pc:spChg>
          <pc:spChg chg="add mod">
            <ac:chgData name="Remi de Vogel" userId="5948360e-7b9c-4a22-9ada-df5e8b901c82" providerId="ADAL" clId="{CE3612A8-BCDA-4797-9FD2-28FA85BD9EE9}" dt="2023-02-01T12:11:33.635" v="243"/>
            <ac:spMkLst>
              <pc:docMk/>
              <pc:sldMasterMk cId="259861064" sldId="2147483648"/>
              <pc:sldLayoutMk cId="276490111" sldId="2147483650"/>
              <ac:spMk id="4" creationId="{6DA08F9F-1F9D-002D-EFF8-3198E474E318}"/>
            </ac:spMkLst>
          </pc:spChg>
          <pc:spChg chg="del">
            <ac:chgData name="Remi de Vogel" userId="5948360e-7b9c-4a22-9ada-df5e8b901c82" providerId="ADAL" clId="{CE3612A8-BCDA-4797-9FD2-28FA85BD9EE9}" dt="2023-02-01T12:11:33.491" v="242"/>
            <ac:spMkLst>
              <pc:docMk/>
              <pc:sldMasterMk cId="259861064" sldId="2147483648"/>
              <pc:sldLayoutMk cId="276490111" sldId="2147483650"/>
              <ac:spMk id="5" creationId="{098ED5D7-F6B9-126B-939C-2A3AFEBF6EDE}"/>
            </ac:spMkLst>
          </pc:spChg>
          <pc:spChg chg="del">
            <ac:chgData name="Remi de Vogel" userId="5948360e-7b9c-4a22-9ada-df5e8b901c82" providerId="ADAL" clId="{CE3612A8-BCDA-4797-9FD2-28FA85BD9EE9}" dt="2023-02-01T12:11:33.491" v="242"/>
            <ac:spMkLst>
              <pc:docMk/>
              <pc:sldMasterMk cId="259861064" sldId="2147483648"/>
              <pc:sldLayoutMk cId="276490111" sldId="2147483650"/>
              <ac:spMk id="13" creationId="{DC4D8F4D-B346-A779-DD12-40F8B0D73BCA}"/>
            </ac:spMkLst>
          </pc:spChg>
          <pc:spChg chg="del">
            <ac:chgData name="Remi de Vogel" userId="5948360e-7b9c-4a22-9ada-df5e8b901c82" providerId="ADAL" clId="{CE3612A8-BCDA-4797-9FD2-28FA85BD9EE9}" dt="2023-02-01T12:11:33.491" v="242"/>
            <ac:spMkLst>
              <pc:docMk/>
              <pc:sldMasterMk cId="259861064" sldId="2147483648"/>
              <pc:sldLayoutMk cId="276490111" sldId="2147483650"/>
              <ac:spMk id="14" creationId="{3127905F-A30F-9294-7451-A92627A595B9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35.826" v="245"/>
          <pc:sldLayoutMkLst>
            <pc:docMk/>
            <pc:sldMasterMk cId="259861064" sldId="2147483648"/>
            <pc:sldLayoutMk cId="3831577900" sldId="2147483652"/>
          </pc:sldLayoutMkLst>
          <pc:spChg chg="add mod">
            <ac:chgData name="Remi de Vogel" userId="5948360e-7b9c-4a22-9ada-df5e8b901c82" providerId="ADAL" clId="{CE3612A8-BCDA-4797-9FD2-28FA85BD9EE9}" dt="2023-02-01T12:11:35.826" v="245"/>
            <ac:spMkLst>
              <pc:docMk/>
              <pc:sldMasterMk cId="259861064" sldId="2147483648"/>
              <pc:sldLayoutMk cId="3831577900" sldId="2147483652"/>
              <ac:spMk id="2" creationId="{4430DBB3-14FB-F94C-C436-FE59A3CCCE18}"/>
            </ac:spMkLst>
          </pc:spChg>
          <pc:spChg chg="add mod">
            <ac:chgData name="Remi de Vogel" userId="5948360e-7b9c-4a22-9ada-df5e8b901c82" providerId="ADAL" clId="{CE3612A8-BCDA-4797-9FD2-28FA85BD9EE9}" dt="2023-02-01T12:11:35.826" v="245"/>
            <ac:spMkLst>
              <pc:docMk/>
              <pc:sldMasterMk cId="259861064" sldId="2147483648"/>
              <pc:sldLayoutMk cId="3831577900" sldId="2147483652"/>
              <ac:spMk id="3" creationId="{056CD741-B27A-C28C-8CF8-2B9AE6DE341A}"/>
            </ac:spMkLst>
          </pc:spChg>
          <pc:spChg chg="add mod">
            <ac:chgData name="Remi de Vogel" userId="5948360e-7b9c-4a22-9ada-df5e8b901c82" providerId="ADAL" clId="{CE3612A8-BCDA-4797-9FD2-28FA85BD9EE9}" dt="2023-02-01T12:11:35.826" v="245"/>
            <ac:spMkLst>
              <pc:docMk/>
              <pc:sldMasterMk cId="259861064" sldId="2147483648"/>
              <pc:sldLayoutMk cId="3831577900" sldId="2147483652"/>
              <ac:spMk id="4" creationId="{1D05DE62-CFCC-01F6-3633-7286534F1946}"/>
            </ac:spMkLst>
          </pc:spChg>
          <pc:spChg chg="del">
            <ac:chgData name="Remi de Vogel" userId="5948360e-7b9c-4a22-9ada-df5e8b901c82" providerId="ADAL" clId="{CE3612A8-BCDA-4797-9FD2-28FA85BD9EE9}" dt="2023-02-01T12:11:35.698" v="244"/>
            <ac:spMkLst>
              <pc:docMk/>
              <pc:sldMasterMk cId="259861064" sldId="2147483648"/>
              <pc:sldLayoutMk cId="3831577900" sldId="2147483652"/>
              <ac:spMk id="5" creationId="{DAEC16F0-29A6-806E-3CCF-27CC63AF27B1}"/>
            </ac:spMkLst>
          </pc:spChg>
          <pc:spChg chg="del">
            <ac:chgData name="Remi de Vogel" userId="5948360e-7b9c-4a22-9ada-df5e8b901c82" providerId="ADAL" clId="{CE3612A8-BCDA-4797-9FD2-28FA85BD9EE9}" dt="2023-02-01T12:11:35.698" v="244"/>
            <ac:spMkLst>
              <pc:docMk/>
              <pc:sldMasterMk cId="259861064" sldId="2147483648"/>
              <pc:sldLayoutMk cId="3831577900" sldId="2147483652"/>
              <ac:spMk id="6" creationId="{28BB9BDB-95AF-64D9-5C40-4266F40AA9FA}"/>
            </ac:spMkLst>
          </pc:spChg>
          <pc:spChg chg="del">
            <ac:chgData name="Remi de Vogel" userId="5948360e-7b9c-4a22-9ada-df5e8b901c82" providerId="ADAL" clId="{CE3612A8-BCDA-4797-9FD2-28FA85BD9EE9}" dt="2023-02-01T12:11:35.698" v="244"/>
            <ac:spMkLst>
              <pc:docMk/>
              <pc:sldMasterMk cId="259861064" sldId="2147483648"/>
              <pc:sldLayoutMk cId="3831577900" sldId="2147483652"/>
              <ac:spMk id="15" creationId="{FF62D965-82F8-3FE9-9674-69D633F21E76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3:32.180" v="269"/>
          <pc:sldLayoutMkLst>
            <pc:docMk/>
            <pc:sldMasterMk cId="259861064" sldId="2147483648"/>
            <pc:sldLayoutMk cId="2538990565" sldId="2147483654"/>
          </pc:sldLayoutMkLst>
          <pc:spChg chg="del">
            <ac:chgData name="Remi de Vogel" userId="5948360e-7b9c-4a22-9ada-df5e8b901c82" providerId="ADAL" clId="{CE3612A8-BCDA-4797-9FD2-28FA85BD9EE9}" dt="2023-02-01T12:13:32.066" v="268"/>
            <ac:spMkLst>
              <pc:docMk/>
              <pc:sldMasterMk cId="259861064" sldId="2147483648"/>
              <pc:sldLayoutMk cId="2538990565" sldId="2147483654"/>
              <ac:spMk id="2" creationId="{42CE7B2E-6195-B5AC-4841-7731F38D821B}"/>
            </ac:spMkLst>
          </pc:spChg>
          <pc:spChg chg="add mod">
            <ac:chgData name="Remi de Vogel" userId="5948360e-7b9c-4a22-9ada-df5e8b901c82" providerId="ADAL" clId="{CE3612A8-BCDA-4797-9FD2-28FA85BD9EE9}" dt="2023-02-01T12:13:32.180" v="269"/>
            <ac:spMkLst>
              <pc:docMk/>
              <pc:sldMasterMk cId="259861064" sldId="2147483648"/>
              <pc:sldLayoutMk cId="2538990565" sldId="2147483654"/>
              <ac:spMk id="3" creationId="{CCA5FDA2-15FE-80C0-EE7B-61C3094AC966}"/>
            </ac:spMkLst>
          </pc:spChg>
          <pc:spChg chg="del">
            <ac:chgData name="Remi de Vogel" userId="5948360e-7b9c-4a22-9ada-df5e8b901c82" providerId="ADAL" clId="{CE3612A8-BCDA-4797-9FD2-28FA85BD9EE9}" dt="2023-02-01T12:13:32.066" v="268"/>
            <ac:spMkLst>
              <pc:docMk/>
              <pc:sldMasterMk cId="259861064" sldId="2147483648"/>
              <pc:sldLayoutMk cId="2538990565" sldId="2147483654"/>
              <ac:spMk id="4" creationId="{C2C90AAF-EFD5-3DC1-CBD4-A76C56ACE404}"/>
            </ac:spMkLst>
          </pc:spChg>
          <pc:spChg chg="del">
            <ac:chgData name="Remi de Vogel" userId="5948360e-7b9c-4a22-9ada-df5e8b901c82" providerId="ADAL" clId="{CE3612A8-BCDA-4797-9FD2-28FA85BD9EE9}" dt="2023-02-01T12:13:32.066" v="268"/>
            <ac:spMkLst>
              <pc:docMk/>
              <pc:sldMasterMk cId="259861064" sldId="2147483648"/>
              <pc:sldLayoutMk cId="2538990565" sldId="2147483654"/>
              <ac:spMk id="5" creationId="{D0638B03-F99B-9C91-8282-B4972DF2CC1A}"/>
            </ac:spMkLst>
          </pc:spChg>
          <pc:spChg chg="add mod">
            <ac:chgData name="Remi de Vogel" userId="5948360e-7b9c-4a22-9ada-df5e8b901c82" providerId="ADAL" clId="{CE3612A8-BCDA-4797-9FD2-28FA85BD9EE9}" dt="2023-02-01T12:13:32.180" v="269"/>
            <ac:spMkLst>
              <pc:docMk/>
              <pc:sldMasterMk cId="259861064" sldId="2147483648"/>
              <pc:sldLayoutMk cId="2538990565" sldId="2147483654"/>
              <ac:spMk id="8" creationId="{71F2FA62-D339-01DE-F554-87858F02C24F}"/>
            </ac:spMkLst>
          </pc:spChg>
          <pc:spChg chg="add mod">
            <ac:chgData name="Remi de Vogel" userId="5948360e-7b9c-4a22-9ada-df5e8b901c82" providerId="ADAL" clId="{CE3612A8-BCDA-4797-9FD2-28FA85BD9EE9}" dt="2023-02-01T12:13:32.180" v="269"/>
            <ac:spMkLst>
              <pc:docMk/>
              <pc:sldMasterMk cId="259861064" sldId="2147483648"/>
              <pc:sldLayoutMk cId="2538990565" sldId="2147483654"/>
              <ac:spMk id="10" creationId="{667C5A0F-4480-59BD-8FCA-8684304B9268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3:33.692" v="271"/>
          <pc:sldLayoutMkLst>
            <pc:docMk/>
            <pc:sldMasterMk cId="259861064" sldId="2147483648"/>
            <pc:sldLayoutMk cId="4164875606" sldId="2147483655"/>
          </pc:sldLayoutMkLst>
          <pc:spChg chg="add mod">
            <ac:chgData name="Remi de Vogel" userId="5948360e-7b9c-4a22-9ada-df5e8b901c82" providerId="ADAL" clId="{CE3612A8-BCDA-4797-9FD2-28FA85BD9EE9}" dt="2023-02-01T12:13:33.692" v="271"/>
            <ac:spMkLst>
              <pc:docMk/>
              <pc:sldMasterMk cId="259861064" sldId="2147483648"/>
              <pc:sldLayoutMk cId="4164875606" sldId="2147483655"/>
              <ac:spMk id="2" creationId="{D265B789-151F-395D-61FF-287D6909A940}"/>
            </ac:spMkLst>
          </pc:spChg>
          <pc:spChg chg="add mod">
            <ac:chgData name="Remi de Vogel" userId="5948360e-7b9c-4a22-9ada-df5e8b901c82" providerId="ADAL" clId="{CE3612A8-BCDA-4797-9FD2-28FA85BD9EE9}" dt="2023-02-01T12:13:33.692" v="271"/>
            <ac:spMkLst>
              <pc:docMk/>
              <pc:sldMasterMk cId="259861064" sldId="2147483648"/>
              <pc:sldLayoutMk cId="4164875606" sldId="2147483655"/>
              <ac:spMk id="3" creationId="{C6E291F2-A08C-B5A9-95F3-B4E1D20314FC}"/>
            </ac:spMkLst>
          </pc:spChg>
          <pc:spChg chg="add mod">
            <ac:chgData name="Remi de Vogel" userId="5948360e-7b9c-4a22-9ada-df5e8b901c82" providerId="ADAL" clId="{CE3612A8-BCDA-4797-9FD2-28FA85BD9EE9}" dt="2023-02-01T12:13:33.692" v="271"/>
            <ac:spMkLst>
              <pc:docMk/>
              <pc:sldMasterMk cId="259861064" sldId="2147483648"/>
              <pc:sldLayoutMk cId="4164875606" sldId="2147483655"/>
              <ac:spMk id="4" creationId="{48A71DA2-DFC7-13B9-CDB8-300D50DE10F7}"/>
            </ac:spMkLst>
          </pc:spChg>
          <pc:spChg chg="del">
            <ac:chgData name="Remi de Vogel" userId="5948360e-7b9c-4a22-9ada-df5e8b901c82" providerId="ADAL" clId="{CE3612A8-BCDA-4797-9FD2-28FA85BD9EE9}" dt="2023-02-01T12:13:33.547" v="270"/>
            <ac:spMkLst>
              <pc:docMk/>
              <pc:sldMasterMk cId="259861064" sldId="2147483648"/>
              <pc:sldLayoutMk cId="4164875606" sldId="2147483655"/>
              <ac:spMk id="5" creationId="{B3F8C73B-0FB9-C35E-7157-36A29A15E877}"/>
            </ac:spMkLst>
          </pc:spChg>
          <pc:spChg chg="del">
            <ac:chgData name="Remi de Vogel" userId="5948360e-7b9c-4a22-9ada-df5e8b901c82" providerId="ADAL" clId="{CE3612A8-BCDA-4797-9FD2-28FA85BD9EE9}" dt="2023-02-01T12:13:33.547" v="270"/>
            <ac:spMkLst>
              <pc:docMk/>
              <pc:sldMasterMk cId="259861064" sldId="2147483648"/>
              <pc:sldLayoutMk cId="4164875606" sldId="2147483655"/>
              <ac:spMk id="6" creationId="{B72A608F-F28C-C3A8-F848-9F0410C6AA50}"/>
            </ac:spMkLst>
          </pc:spChg>
          <pc:spChg chg="del">
            <ac:chgData name="Remi de Vogel" userId="5948360e-7b9c-4a22-9ada-df5e8b901c82" providerId="ADAL" clId="{CE3612A8-BCDA-4797-9FD2-28FA85BD9EE9}" dt="2023-02-01T12:13:33.547" v="270"/>
            <ac:spMkLst>
              <pc:docMk/>
              <pc:sldMasterMk cId="259861064" sldId="2147483648"/>
              <pc:sldLayoutMk cId="4164875606" sldId="2147483655"/>
              <ac:spMk id="7" creationId="{92F63461-E385-7798-FC20-A43AC335956E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43.035" v="253"/>
          <pc:sldLayoutMkLst>
            <pc:docMk/>
            <pc:sldMasterMk cId="259861064" sldId="2147483648"/>
            <pc:sldLayoutMk cId="36604280" sldId="2147483656"/>
          </pc:sldLayoutMkLst>
          <pc:spChg chg="del">
            <ac:chgData name="Remi de Vogel" userId="5948360e-7b9c-4a22-9ada-df5e8b901c82" providerId="ADAL" clId="{CE3612A8-BCDA-4797-9FD2-28FA85BD9EE9}" dt="2023-02-01T12:11:42.914" v="252"/>
            <ac:spMkLst>
              <pc:docMk/>
              <pc:sldMasterMk cId="259861064" sldId="2147483648"/>
              <pc:sldLayoutMk cId="36604280" sldId="2147483656"/>
              <ac:spMk id="2" creationId="{AAA0E9D4-0BFD-D386-2D06-80478B8C6492}"/>
            </ac:spMkLst>
          </pc:spChg>
          <pc:spChg chg="del">
            <ac:chgData name="Remi de Vogel" userId="5948360e-7b9c-4a22-9ada-df5e8b901c82" providerId="ADAL" clId="{CE3612A8-BCDA-4797-9FD2-28FA85BD9EE9}" dt="2023-02-01T12:11:42.914" v="252"/>
            <ac:spMkLst>
              <pc:docMk/>
              <pc:sldMasterMk cId="259861064" sldId="2147483648"/>
              <pc:sldLayoutMk cId="36604280" sldId="2147483656"/>
              <ac:spMk id="3" creationId="{23C74BB2-68CC-7CB4-8375-0FE691AB9237}"/>
            </ac:spMkLst>
          </pc:spChg>
          <pc:spChg chg="add mod">
            <ac:chgData name="Remi de Vogel" userId="5948360e-7b9c-4a22-9ada-df5e8b901c82" providerId="ADAL" clId="{CE3612A8-BCDA-4797-9FD2-28FA85BD9EE9}" dt="2023-02-01T12:11:43.035" v="253"/>
            <ac:spMkLst>
              <pc:docMk/>
              <pc:sldMasterMk cId="259861064" sldId="2147483648"/>
              <pc:sldLayoutMk cId="36604280" sldId="2147483656"/>
              <ac:spMk id="4" creationId="{76ED0B91-1F1D-843F-275F-99DB596394A5}"/>
            </ac:spMkLst>
          </pc:spChg>
          <pc:spChg chg="del">
            <ac:chgData name="Remi de Vogel" userId="5948360e-7b9c-4a22-9ada-df5e8b901c82" providerId="ADAL" clId="{CE3612A8-BCDA-4797-9FD2-28FA85BD9EE9}" dt="2023-02-01T12:11:42.914" v="252"/>
            <ac:spMkLst>
              <pc:docMk/>
              <pc:sldMasterMk cId="259861064" sldId="2147483648"/>
              <pc:sldLayoutMk cId="36604280" sldId="2147483656"/>
              <ac:spMk id="5" creationId="{1B204F67-227B-82C1-3E7B-B19D7D7F7B31}"/>
            </ac:spMkLst>
          </pc:spChg>
          <pc:spChg chg="add mod">
            <ac:chgData name="Remi de Vogel" userId="5948360e-7b9c-4a22-9ada-df5e8b901c82" providerId="ADAL" clId="{CE3612A8-BCDA-4797-9FD2-28FA85BD9EE9}" dt="2023-02-01T12:11:43.035" v="253"/>
            <ac:spMkLst>
              <pc:docMk/>
              <pc:sldMasterMk cId="259861064" sldId="2147483648"/>
              <pc:sldLayoutMk cId="36604280" sldId="2147483656"/>
              <ac:spMk id="6" creationId="{2D03171B-64B9-B5AF-FF8C-981032E1B4CB}"/>
            </ac:spMkLst>
          </pc:spChg>
          <pc:spChg chg="add mod">
            <ac:chgData name="Remi de Vogel" userId="5948360e-7b9c-4a22-9ada-df5e8b901c82" providerId="ADAL" clId="{CE3612A8-BCDA-4797-9FD2-28FA85BD9EE9}" dt="2023-02-01T12:11:43.035" v="253"/>
            <ac:spMkLst>
              <pc:docMk/>
              <pc:sldMasterMk cId="259861064" sldId="2147483648"/>
              <pc:sldLayoutMk cId="36604280" sldId="2147483656"/>
              <ac:spMk id="7" creationId="{0AC5BD1B-4A6F-35B4-3B9E-18B5A0C593B6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50.596" v="263"/>
          <pc:sldLayoutMkLst>
            <pc:docMk/>
            <pc:sldMasterMk cId="259861064" sldId="2147483648"/>
            <pc:sldLayoutMk cId="1622635753" sldId="2147483658"/>
          </pc:sldLayoutMkLst>
          <pc:spChg chg="add mod">
            <ac:chgData name="Remi de Vogel" userId="5948360e-7b9c-4a22-9ada-df5e8b901c82" providerId="ADAL" clId="{CE3612A8-BCDA-4797-9FD2-28FA85BD9EE9}" dt="2023-02-01T12:11:50.596" v="263"/>
            <ac:spMkLst>
              <pc:docMk/>
              <pc:sldMasterMk cId="259861064" sldId="2147483648"/>
              <pc:sldLayoutMk cId="1622635753" sldId="2147483658"/>
              <ac:spMk id="2" creationId="{2942BE73-4AA1-D37E-0D06-A0E883B1599B}"/>
            </ac:spMkLst>
          </pc:spChg>
          <pc:spChg chg="del">
            <ac:chgData name="Remi de Vogel" userId="5948360e-7b9c-4a22-9ada-df5e8b901c82" providerId="ADAL" clId="{CE3612A8-BCDA-4797-9FD2-28FA85BD9EE9}" dt="2023-02-01T12:11:50.467" v="262"/>
            <ac:spMkLst>
              <pc:docMk/>
              <pc:sldMasterMk cId="259861064" sldId="2147483648"/>
              <pc:sldLayoutMk cId="1622635753" sldId="2147483658"/>
              <ac:spMk id="3" creationId="{CD396895-7F30-ACE6-D525-5F203C3EFE61}"/>
            </ac:spMkLst>
          </pc:spChg>
          <pc:spChg chg="del">
            <ac:chgData name="Remi de Vogel" userId="5948360e-7b9c-4a22-9ada-df5e8b901c82" providerId="ADAL" clId="{CE3612A8-BCDA-4797-9FD2-28FA85BD9EE9}" dt="2023-02-01T12:11:50.467" v="262"/>
            <ac:spMkLst>
              <pc:docMk/>
              <pc:sldMasterMk cId="259861064" sldId="2147483648"/>
              <pc:sldLayoutMk cId="1622635753" sldId="2147483658"/>
              <ac:spMk id="4" creationId="{438F0718-9E8E-9B35-B9C9-D47637EA9FFB}"/>
            </ac:spMkLst>
          </pc:spChg>
          <pc:spChg chg="add mod">
            <ac:chgData name="Remi de Vogel" userId="5948360e-7b9c-4a22-9ada-df5e8b901c82" providerId="ADAL" clId="{CE3612A8-BCDA-4797-9FD2-28FA85BD9EE9}" dt="2023-02-01T12:11:50.596" v="263"/>
            <ac:spMkLst>
              <pc:docMk/>
              <pc:sldMasterMk cId="259861064" sldId="2147483648"/>
              <pc:sldLayoutMk cId="1622635753" sldId="2147483658"/>
              <ac:spMk id="7" creationId="{420606C7-922F-FFA6-1E2D-634FF12CFDB0}"/>
            </ac:spMkLst>
          </pc:spChg>
          <pc:spChg chg="add mod">
            <ac:chgData name="Remi de Vogel" userId="5948360e-7b9c-4a22-9ada-df5e8b901c82" providerId="ADAL" clId="{CE3612A8-BCDA-4797-9FD2-28FA85BD9EE9}" dt="2023-02-01T12:11:50.596" v="263"/>
            <ac:spMkLst>
              <pc:docMk/>
              <pc:sldMasterMk cId="259861064" sldId="2147483648"/>
              <pc:sldLayoutMk cId="1622635753" sldId="2147483658"/>
              <ac:spMk id="9" creationId="{A78C6B79-AA30-D6FD-ABB6-F0ACC5D60968}"/>
            </ac:spMkLst>
          </pc:spChg>
          <pc:spChg chg="del">
            <ac:chgData name="Remi de Vogel" userId="5948360e-7b9c-4a22-9ada-df5e8b901c82" providerId="ADAL" clId="{CE3612A8-BCDA-4797-9FD2-28FA85BD9EE9}" dt="2023-02-01T12:11:50.467" v="262"/>
            <ac:spMkLst>
              <pc:docMk/>
              <pc:sldMasterMk cId="259861064" sldId="2147483648"/>
              <pc:sldLayoutMk cId="1622635753" sldId="2147483658"/>
              <ac:spMk id="10" creationId="{A22DE2DB-2A38-56EB-C903-7DEF3377550F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48.075" v="259"/>
          <pc:sldLayoutMkLst>
            <pc:docMk/>
            <pc:sldMasterMk cId="259861064" sldId="2147483648"/>
            <pc:sldLayoutMk cId="1181860749" sldId="2147483660"/>
          </pc:sldLayoutMkLst>
          <pc:spChg chg="del">
            <ac:chgData name="Remi de Vogel" userId="5948360e-7b9c-4a22-9ada-df5e8b901c82" providerId="ADAL" clId="{CE3612A8-BCDA-4797-9FD2-28FA85BD9EE9}" dt="2023-02-01T12:11:47.962" v="258"/>
            <ac:spMkLst>
              <pc:docMk/>
              <pc:sldMasterMk cId="259861064" sldId="2147483648"/>
              <pc:sldLayoutMk cId="1181860749" sldId="2147483660"/>
              <ac:spMk id="2" creationId="{4A896467-8CDD-5955-E022-D1026B6BB462}"/>
            </ac:spMkLst>
          </pc:spChg>
          <pc:spChg chg="del">
            <ac:chgData name="Remi de Vogel" userId="5948360e-7b9c-4a22-9ada-df5e8b901c82" providerId="ADAL" clId="{CE3612A8-BCDA-4797-9FD2-28FA85BD9EE9}" dt="2023-02-01T12:11:47.962" v="258"/>
            <ac:spMkLst>
              <pc:docMk/>
              <pc:sldMasterMk cId="259861064" sldId="2147483648"/>
              <pc:sldLayoutMk cId="1181860749" sldId="2147483660"/>
              <ac:spMk id="3" creationId="{1AF9269B-1D5B-D99F-0B40-B48CDF8879B8}"/>
            </ac:spMkLst>
          </pc:spChg>
          <pc:spChg chg="add mod">
            <ac:chgData name="Remi de Vogel" userId="5948360e-7b9c-4a22-9ada-df5e8b901c82" providerId="ADAL" clId="{CE3612A8-BCDA-4797-9FD2-28FA85BD9EE9}" dt="2023-02-01T12:11:48.075" v="259"/>
            <ac:spMkLst>
              <pc:docMk/>
              <pc:sldMasterMk cId="259861064" sldId="2147483648"/>
              <pc:sldLayoutMk cId="1181860749" sldId="2147483660"/>
              <ac:spMk id="4" creationId="{070E979D-9454-FB8C-B199-5F6876AB5F5E}"/>
            </ac:spMkLst>
          </pc:spChg>
          <pc:spChg chg="del">
            <ac:chgData name="Remi de Vogel" userId="5948360e-7b9c-4a22-9ada-df5e8b901c82" providerId="ADAL" clId="{CE3612A8-BCDA-4797-9FD2-28FA85BD9EE9}" dt="2023-02-01T12:11:47.962" v="258"/>
            <ac:spMkLst>
              <pc:docMk/>
              <pc:sldMasterMk cId="259861064" sldId="2147483648"/>
              <pc:sldLayoutMk cId="1181860749" sldId="2147483660"/>
              <ac:spMk id="5" creationId="{49EC44DB-B581-13BA-6D7E-E3354266A6D0}"/>
            </ac:spMkLst>
          </pc:spChg>
          <pc:spChg chg="add mod">
            <ac:chgData name="Remi de Vogel" userId="5948360e-7b9c-4a22-9ada-df5e8b901c82" providerId="ADAL" clId="{CE3612A8-BCDA-4797-9FD2-28FA85BD9EE9}" dt="2023-02-01T12:11:48.075" v="259"/>
            <ac:spMkLst>
              <pc:docMk/>
              <pc:sldMasterMk cId="259861064" sldId="2147483648"/>
              <pc:sldLayoutMk cId="1181860749" sldId="2147483660"/>
              <ac:spMk id="6" creationId="{75A0E174-4A07-5336-604B-2853774A23CA}"/>
            </ac:spMkLst>
          </pc:spChg>
          <pc:spChg chg="add mod">
            <ac:chgData name="Remi de Vogel" userId="5948360e-7b9c-4a22-9ada-df5e8b901c82" providerId="ADAL" clId="{CE3612A8-BCDA-4797-9FD2-28FA85BD9EE9}" dt="2023-02-01T12:11:48.075" v="259"/>
            <ac:spMkLst>
              <pc:docMk/>
              <pc:sldMasterMk cId="259861064" sldId="2147483648"/>
              <pc:sldLayoutMk cId="1181860749" sldId="2147483660"/>
              <ac:spMk id="7" creationId="{853D9C14-FA0C-1C44-A7BA-BD06D521ED67}"/>
            </ac:spMkLst>
          </pc:spChg>
        </pc:sldLayoutChg>
        <pc:sldLayoutChg chg="addSp delSp modSp mod">
          <pc:chgData name="Remi de Vogel" userId="5948360e-7b9c-4a22-9ada-df5e8b901c82" providerId="ADAL" clId="{CE3612A8-BCDA-4797-9FD2-28FA85BD9EE9}" dt="2023-02-01T13:20:14.856" v="678"/>
          <pc:sldLayoutMkLst>
            <pc:docMk/>
            <pc:sldMasterMk cId="259861064" sldId="2147483648"/>
            <pc:sldLayoutMk cId="1494416066" sldId="2147483662"/>
          </pc:sldLayoutMkLst>
          <pc:spChg chg="add mod">
            <ac:chgData name="Remi de Vogel" userId="5948360e-7b9c-4a22-9ada-df5e8b901c82" providerId="ADAL" clId="{CE3612A8-BCDA-4797-9FD2-28FA85BD9EE9}" dt="2023-02-01T12:14:00.747" v="282"/>
            <ac:spMkLst>
              <pc:docMk/>
              <pc:sldMasterMk cId="259861064" sldId="2147483648"/>
              <pc:sldLayoutMk cId="1494416066" sldId="2147483662"/>
              <ac:spMk id="3" creationId="{D7353F65-3946-7781-2E0B-18672FB94A9E}"/>
            </ac:spMkLst>
          </pc:spChg>
          <pc:spChg chg="add mod">
            <ac:chgData name="Remi de Vogel" userId="5948360e-7b9c-4a22-9ada-df5e8b901c82" providerId="ADAL" clId="{CE3612A8-BCDA-4797-9FD2-28FA85BD9EE9}" dt="2023-02-01T13:20:14.856" v="678"/>
            <ac:spMkLst>
              <pc:docMk/>
              <pc:sldMasterMk cId="259861064" sldId="2147483648"/>
              <pc:sldLayoutMk cId="1494416066" sldId="2147483662"/>
              <ac:spMk id="4" creationId="{60A17DF3-0647-2957-255B-2671FE7FCD4B}"/>
            </ac:spMkLst>
          </pc:spChg>
          <pc:spChg chg="del">
            <ac:chgData name="Remi de Vogel" userId="5948360e-7b9c-4a22-9ada-df5e8b901c82" providerId="ADAL" clId="{CE3612A8-BCDA-4797-9FD2-28FA85BD9EE9}" dt="2023-02-01T12:14:00.619" v="281"/>
            <ac:spMkLst>
              <pc:docMk/>
              <pc:sldMasterMk cId="259861064" sldId="2147483648"/>
              <pc:sldLayoutMk cId="1494416066" sldId="2147483662"/>
              <ac:spMk id="4" creationId="{CE79B167-205A-513D-0662-BDCCF4AA0238}"/>
            </ac:spMkLst>
          </pc:spChg>
          <pc:spChg chg="del">
            <ac:chgData name="Remi de Vogel" userId="5948360e-7b9c-4a22-9ada-df5e8b901c82" providerId="ADAL" clId="{CE3612A8-BCDA-4797-9FD2-28FA85BD9EE9}" dt="2023-02-01T12:14:00.619" v="281"/>
            <ac:spMkLst>
              <pc:docMk/>
              <pc:sldMasterMk cId="259861064" sldId="2147483648"/>
              <pc:sldLayoutMk cId="1494416066" sldId="2147483662"/>
              <ac:spMk id="5" creationId="{061EB5C7-8EFB-0DD0-1DD1-D9F80EEF2F02}"/>
            </ac:spMkLst>
          </pc:spChg>
          <pc:spChg chg="del">
            <ac:chgData name="Remi de Vogel" userId="5948360e-7b9c-4a22-9ada-df5e8b901c82" providerId="ADAL" clId="{CE3612A8-BCDA-4797-9FD2-28FA85BD9EE9}" dt="2023-02-01T12:14:00.619" v="281"/>
            <ac:spMkLst>
              <pc:docMk/>
              <pc:sldMasterMk cId="259861064" sldId="2147483648"/>
              <pc:sldLayoutMk cId="1494416066" sldId="2147483662"/>
              <ac:spMk id="6" creationId="{5423617B-C64F-CB72-9F15-492376F0F690}"/>
            </ac:spMkLst>
          </pc:spChg>
          <pc:spChg chg="add mod">
            <ac:chgData name="Remi de Vogel" userId="5948360e-7b9c-4a22-9ada-df5e8b901c82" providerId="ADAL" clId="{CE3612A8-BCDA-4797-9FD2-28FA85BD9EE9}" dt="2023-02-01T12:14:00.747" v="282"/>
            <ac:spMkLst>
              <pc:docMk/>
              <pc:sldMasterMk cId="259861064" sldId="2147483648"/>
              <pc:sldLayoutMk cId="1494416066" sldId="2147483662"/>
              <ac:spMk id="7" creationId="{73456ACD-D5BB-332F-FF74-F941FB11412B}"/>
            </ac:spMkLst>
          </pc:spChg>
          <pc:spChg chg="add mod">
            <ac:chgData name="Remi de Vogel" userId="5948360e-7b9c-4a22-9ada-df5e8b901c82" providerId="ADAL" clId="{CE3612A8-BCDA-4797-9FD2-28FA85BD9EE9}" dt="2023-02-01T12:14:00.747" v="282"/>
            <ac:spMkLst>
              <pc:docMk/>
              <pc:sldMasterMk cId="259861064" sldId="2147483648"/>
              <pc:sldLayoutMk cId="1494416066" sldId="2147483662"/>
              <ac:spMk id="8" creationId="{04543654-9211-E830-2516-CEDD6FDF5046}"/>
            </ac:spMkLst>
          </pc:spChg>
          <pc:spChg chg="add del mod">
            <ac:chgData name="Remi de Vogel" userId="5948360e-7b9c-4a22-9ada-df5e8b901c82" providerId="ADAL" clId="{CE3612A8-BCDA-4797-9FD2-28FA85BD9EE9}" dt="2023-02-01T13:20:14.580" v="677" actId="478"/>
            <ac:spMkLst>
              <pc:docMk/>
              <pc:sldMasterMk cId="259861064" sldId="2147483648"/>
              <pc:sldLayoutMk cId="1494416066" sldId="2147483662"/>
              <ac:spMk id="9" creationId="{90E55A9B-AF5D-B056-8528-4B2326AB3647}"/>
            </ac:spMkLst>
          </pc:spChg>
          <pc:spChg chg="add mod">
            <ac:chgData name="Remi de Vogel" userId="5948360e-7b9c-4a22-9ada-df5e8b901c82" providerId="ADAL" clId="{CE3612A8-BCDA-4797-9FD2-28FA85BD9EE9}" dt="2023-02-01T13:10:58.834" v="558" actId="20577"/>
            <ac:spMkLst>
              <pc:docMk/>
              <pc:sldMasterMk cId="259861064" sldId="2147483648"/>
              <pc:sldLayoutMk cId="1494416066" sldId="2147483662"/>
              <ac:spMk id="10" creationId="{E1D34F92-940C-2B6C-5F29-5E129DDA2C98}"/>
            </ac:spMkLst>
          </pc:spChg>
          <pc:spChg chg="add del mod">
            <ac:chgData name="Remi de Vogel" userId="5948360e-7b9c-4a22-9ada-df5e8b901c82" providerId="ADAL" clId="{CE3612A8-BCDA-4797-9FD2-28FA85BD9EE9}" dt="2023-02-01T12:21:38.788" v="333"/>
            <ac:spMkLst>
              <pc:docMk/>
              <pc:sldMasterMk cId="259861064" sldId="2147483648"/>
              <pc:sldLayoutMk cId="1494416066" sldId="2147483662"/>
              <ac:spMk id="11" creationId="{8C005F76-9316-D580-529B-84AD4531B0F9}"/>
            </ac:spMkLst>
          </pc:spChg>
          <pc:spChg chg="add mod">
            <ac:chgData name="Remi de Vogel" userId="5948360e-7b9c-4a22-9ada-df5e8b901c82" providerId="ADAL" clId="{CE3612A8-BCDA-4797-9FD2-28FA85BD9EE9}" dt="2023-02-01T12:21:46.467" v="335" actId="207"/>
            <ac:spMkLst>
              <pc:docMk/>
              <pc:sldMasterMk cId="259861064" sldId="2147483648"/>
              <pc:sldLayoutMk cId="1494416066" sldId="2147483662"/>
              <ac:spMk id="12" creationId="{EFB70F8D-C57B-B384-F1E2-3CD3AD348A72}"/>
            </ac:spMkLst>
          </pc:spChg>
          <pc:spChg chg="del">
            <ac:chgData name="Remi de Vogel" userId="5948360e-7b9c-4a22-9ada-df5e8b901c82" providerId="ADAL" clId="{CE3612A8-BCDA-4797-9FD2-28FA85BD9EE9}" dt="2023-02-01T12:14:30.508" v="286" actId="478"/>
            <ac:spMkLst>
              <pc:docMk/>
              <pc:sldMasterMk cId="259861064" sldId="2147483648"/>
              <pc:sldLayoutMk cId="1494416066" sldId="2147483662"/>
              <ac:spMk id="13" creationId="{C72689CE-450E-10BE-ABFB-11705FCE363D}"/>
            </ac:spMkLst>
          </pc:spChg>
          <pc:spChg chg="del">
            <ac:chgData name="Remi de Vogel" userId="5948360e-7b9c-4a22-9ada-df5e8b901c82" providerId="ADAL" clId="{CE3612A8-BCDA-4797-9FD2-28FA85BD9EE9}" dt="2023-02-01T12:14:30.508" v="286" actId="478"/>
            <ac:spMkLst>
              <pc:docMk/>
              <pc:sldMasterMk cId="259861064" sldId="2147483648"/>
              <pc:sldLayoutMk cId="1494416066" sldId="2147483662"/>
              <ac:spMk id="14" creationId="{3D768EEE-7FA1-1229-B3B5-FB3B29742F8B}"/>
            </ac:spMkLst>
          </pc:spChg>
        </pc:sldLayoutChg>
        <pc:sldLayoutChg chg="addSp delSp modSp mod">
          <pc:chgData name="Remi de Vogel" userId="5948360e-7b9c-4a22-9ada-df5e8b901c82" providerId="ADAL" clId="{CE3612A8-BCDA-4797-9FD2-28FA85BD9EE9}" dt="2023-02-01T13:47:49.306" v="759" actId="139"/>
          <pc:sldLayoutMkLst>
            <pc:docMk/>
            <pc:sldMasterMk cId="259861064" sldId="2147483648"/>
            <pc:sldLayoutMk cId="2755087783" sldId="2147483663"/>
          </pc:sldLayoutMkLst>
          <pc:spChg chg="del">
            <ac:chgData name="Remi de Vogel" userId="5948360e-7b9c-4a22-9ada-df5e8b901c82" providerId="ADAL" clId="{CE3612A8-BCDA-4797-9FD2-28FA85BD9EE9}" dt="2023-02-01T12:13:36.866" v="272"/>
            <ac:spMkLst>
              <pc:docMk/>
              <pc:sldMasterMk cId="259861064" sldId="2147483648"/>
              <pc:sldLayoutMk cId="2755087783" sldId="2147483663"/>
              <ac:spMk id="2" creationId="{A4544A3E-057C-7811-3955-9664BDCE261D}"/>
            </ac:spMkLst>
          </pc:spChg>
          <pc:spChg chg="del">
            <ac:chgData name="Remi de Vogel" userId="5948360e-7b9c-4a22-9ada-df5e8b901c82" providerId="ADAL" clId="{CE3612A8-BCDA-4797-9FD2-28FA85BD9EE9}" dt="2023-02-01T12:13:36.866" v="272"/>
            <ac:spMkLst>
              <pc:docMk/>
              <pc:sldMasterMk cId="259861064" sldId="2147483648"/>
              <pc:sldLayoutMk cId="2755087783" sldId="2147483663"/>
              <ac:spMk id="3" creationId="{51FE95A9-66A1-D551-6857-92D3970278A7}"/>
            </ac:spMkLst>
          </pc:spChg>
          <pc:spChg chg="del">
            <ac:chgData name="Remi de Vogel" userId="5948360e-7b9c-4a22-9ada-df5e8b901c82" providerId="ADAL" clId="{CE3612A8-BCDA-4797-9FD2-28FA85BD9EE9}" dt="2023-02-01T12:13:36.866" v="272"/>
            <ac:spMkLst>
              <pc:docMk/>
              <pc:sldMasterMk cId="259861064" sldId="2147483648"/>
              <pc:sldLayoutMk cId="2755087783" sldId="2147483663"/>
              <ac:spMk id="4" creationId="{D697E786-CDA6-C183-F953-6D692EEA58E9}"/>
            </ac:spMkLst>
          </pc:spChg>
          <pc:spChg chg="add mod">
            <ac:chgData name="Remi de Vogel" userId="5948360e-7b9c-4a22-9ada-df5e8b901c82" providerId="ADAL" clId="{CE3612A8-BCDA-4797-9FD2-28FA85BD9EE9}" dt="2023-02-01T13:44:50.305" v="724" actId="1076"/>
            <ac:spMkLst>
              <pc:docMk/>
              <pc:sldMasterMk cId="259861064" sldId="2147483648"/>
              <pc:sldLayoutMk cId="2755087783" sldId="2147483663"/>
              <ac:spMk id="5" creationId="{4546502A-302D-4673-92F6-29C085740BA9}"/>
            </ac:spMkLst>
          </pc:spChg>
          <pc:spChg chg="add mod">
            <ac:chgData name="Remi de Vogel" userId="5948360e-7b9c-4a22-9ada-df5e8b901c82" providerId="ADAL" clId="{CE3612A8-BCDA-4797-9FD2-28FA85BD9EE9}" dt="2023-02-01T12:13:37.003" v="273"/>
            <ac:spMkLst>
              <pc:docMk/>
              <pc:sldMasterMk cId="259861064" sldId="2147483648"/>
              <pc:sldLayoutMk cId="2755087783" sldId="2147483663"/>
              <ac:spMk id="6" creationId="{9085399D-CA65-890F-872D-EA18F3F0FFDC}"/>
            </ac:spMkLst>
          </pc:spChg>
          <pc:spChg chg="add mod">
            <ac:chgData name="Remi de Vogel" userId="5948360e-7b9c-4a22-9ada-df5e8b901c82" providerId="ADAL" clId="{CE3612A8-BCDA-4797-9FD2-28FA85BD9EE9}" dt="2023-02-01T12:13:41.389" v="274" actId="207"/>
            <ac:spMkLst>
              <pc:docMk/>
              <pc:sldMasterMk cId="259861064" sldId="2147483648"/>
              <pc:sldLayoutMk cId="2755087783" sldId="2147483663"/>
              <ac:spMk id="7" creationId="{42791B60-E6DA-08D5-D7C8-B456AEA7CC54}"/>
            </ac:spMkLst>
          </pc:spChg>
          <pc:spChg chg="mod">
            <ac:chgData name="Remi de Vogel" userId="5948360e-7b9c-4a22-9ada-df5e8b901c82" providerId="ADAL" clId="{CE3612A8-BCDA-4797-9FD2-28FA85BD9EE9}" dt="2023-02-01T13:47:49.296" v="753" actId="139"/>
            <ac:spMkLst>
              <pc:docMk/>
              <pc:sldMasterMk cId="259861064" sldId="2147483648"/>
              <pc:sldLayoutMk cId="2755087783" sldId="2147483663"/>
              <ac:spMk id="8" creationId="{E02A060C-053E-D862-35FF-299067B3407D}"/>
            </ac:spMkLst>
          </pc:spChg>
          <pc:spChg chg="mod">
            <ac:chgData name="Remi de Vogel" userId="5948360e-7b9c-4a22-9ada-df5e8b901c82" providerId="ADAL" clId="{CE3612A8-BCDA-4797-9FD2-28FA85BD9EE9}" dt="2023-02-01T13:47:49.299" v="755" actId="139"/>
            <ac:spMkLst>
              <pc:docMk/>
              <pc:sldMasterMk cId="259861064" sldId="2147483648"/>
              <pc:sldLayoutMk cId="2755087783" sldId="2147483663"/>
              <ac:spMk id="9" creationId="{A98BE92A-9755-AE15-B4A4-1FDC0DBC7C86}"/>
            </ac:spMkLst>
          </pc:spChg>
          <pc:spChg chg="mod">
            <ac:chgData name="Remi de Vogel" userId="5948360e-7b9c-4a22-9ada-df5e8b901c82" providerId="ADAL" clId="{CE3612A8-BCDA-4797-9FD2-28FA85BD9EE9}" dt="2023-02-01T13:47:49.303" v="757" actId="139"/>
            <ac:spMkLst>
              <pc:docMk/>
              <pc:sldMasterMk cId="259861064" sldId="2147483648"/>
              <pc:sldLayoutMk cId="2755087783" sldId="2147483663"/>
              <ac:spMk id="10" creationId="{81990056-6B89-CFA7-4E7C-45F24B4D7E7B}"/>
            </ac:spMkLst>
          </pc:spChg>
          <pc:spChg chg="mod">
            <ac:chgData name="Remi de Vogel" userId="5948360e-7b9c-4a22-9ada-df5e8b901c82" providerId="ADAL" clId="{CE3612A8-BCDA-4797-9FD2-28FA85BD9EE9}" dt="2023-02-01T13:47:49.306" v="759" actId="139"/>
            <ac:spMkLst>
              <pc:docMk/>
              <pc:sldMasterMk cId="259861064" sldId="2147483648"/>
              <pc:sldLayoutMk cId="2755087783" sldId="2147483663"/>
              <ac:spMk id="13" creationId="{51583ABD-977D-1686-D80C-B218197E49E9}"/>
            </ac:spMkLst>
          </pc:spChg>
          <pc:spChg chg="add del">
            <ac:chgData name="Remi de Vogel" userId="5948360e-7b9c-4a22-9ada-df5e8b901c82" providerId="ADAL" clId="{CE3612A8-BCDA-4797-9FD2-28FA85BD9EE9}" dt="2023-02-01T12:14:26.941" v="285" actId="21"/>
            <ac:spMkLst>
              <pc:docMk/>
              <pc:sldMasterMk cId="259861064" sldId="2147483648"/>
              <pc:sldLayoutMk cId="2755087783" sldId="2147483663"/>
              <ac:spMk id="16" creationId="{9824D569-5E31-3E7A-5589-F7AD67FD8551}"/>
            </ac:spMkLst>
          </pc:spChg>
          <pc:spChg chg="add del">
            <ac:chgData name="Remi de Vogel" userId="5948360e-7b9c-4a22-9ada-df5e8b901c82" providerId="ADAL" clId="{CE3612A8-BCDA-4797-9FD2-28FA85BD9EE9}" dt="2023-02-01T12:14:26.941" v="285" actId="21"/>
            <ac:spMkLst>
              <pc:docMk/>
              <pc:sldMasterMk cId="259861064" sldId="2147483648"/>
              <pc:sldLayoutMk cId="2755087783" sldId="2147483663"/>
              <ac:spMk id="17" creationId="{0C0B2FD8-6124-17CD-DE8A-184F47122759}"/>
            </ac:spMkLst>
          </pc:spChg>
          <pc:spChg chg="mod">
            <ac:chgData name="Remi de Vogel" userId="5948360e-7b9c-4a22-9ada-df5e8b901c82" providerId="ADAL" clId="{CE3612A8-BCDA-4797-9FD2-28FA85BD9EE9}" dt="2023-02-01T13:06:58.250" v="486"/>
            <ac:spMkLst>
              <pc:docMk/>
              <pc:sldMasterMk cId="259861064" sldId="2147483648"/>
              <pc:sldLayoutMk cId="2755087783" sldId="2147483663"/>
              <ac:spMk id="18" creationId="{11D5CA7E-9DD0-F0FD-25DA-21D8C5C6AF8C}"/>
            </ac:spMkLst>
          </pc:spChg>
          <pc:spChg chg="del mod">
            <ac:chgData name="Remi de Vogel" userId="5948360e-7b9c-4a22-9ada-df5e8b901c82" providerId="ADAL" clId="{CE3612A8-BCDA-4797-9FD2-28FA85BD9EE9}" dt="2023-02-01T13:44:56.064" v="725" actId="478"/>
            <ac:spMkLst>
              <pc:docMk/>
              <pc:sldMasterMk cId="259861064" sldId="2147483648"/>
              <pc:sldLayoutMk cId="2755087783" sldId="2147483663"/>
              <ac:spMk id="19" creationId="{F20FB51F-1B63-2498-DC8C-AF698E750CC1}"/>
            </ac:spMkLst>
          </pc:spChg>
          <pc:spChg chg="del">
            <ac:chgData name="Remi de Vogel" userId="5948360e-7b9c-4a22-9ada-df5e8b901c82" providerId="ADAL" clId="{CE3612A8-BCDA-4797-9FD2-28FA85BD9EE9}" dt="2023-02-01T13:16:55.562" v="611" actId="478"/>
            <ac:spMkLst>
              <pc:docMk/>
              <pc:sldMasterMk cId="259861064" sldId="2147483648"/>
              <pc:sldLayoutMk cId="2755087783" sldId="2147483663"/>
              <ac:spMk id="20" creationId="{2683F7C6-6413-C5A6-CE63-50E1DC91F274}"/>
            </ac:spMkLst>
          </pc:spChg>
        </pc:sldLayoutChg>
        <pc:sldLayoutChg chg="addSp delSp modSp mod">
          <pc:chgData name="Remi de Vogel" userId="5948360e-7b9c-4a22-9ada-df5e8b901c82" providerId="ADAL" clId="{CE3612A8-BCDA-4797-9FD2-28FA85BD9EE9}" dt="2023-02-01T12:22:43.425" v="349" actId="1076"/>
          <pc:sldLayoutMkLst>
            <pc:docMk/>
            <pc:sldMasterMk cId="259861064" sldId="2147483648"/>
            <pc:sldLayoutMk cId="2882847530" sldId="2147483728"/>
          </pc:sldLayoutMkLst>
          <pc:spChg chg="add del mod">
            <ac:chgData name="Remi de Vogel" userId="5948360e-7b9c-4a22-9ada-df5e8b901c82" providerId="ADAL" clId="{CE3612A8-BCDA-4797-9FD2-28FA85BD9EE9}" dt="2023-02-01T12:10:14.238" v="210"/>
            <ac:spMkLst>
              <pc:docMk/>
              <pc:sldMasterMk cId="259861064" sldId="2147483648"/>
              <pc:sldLayoutMk cId="2882847530" sldId="2147483728"/>
              <ac:spMk id="2" creationId="{659FFE5A-6838-A079-0A7A-D49B76687FE4}"/>
            </ac:spMkLst>
          </pc:spChg>
          <pc:spChg chg="add del mod">
            <ac:chgData name="Remi de Vogel" userId="5948360e-7b9c-4a22-9ada-df5e8b901c82" providerId="ADAL" clId="{CE3612A8-BCDA-4797-9FD2-28FA85BD9EE9}" dt="2023-02-01T12:10:13.651" v="208"/>
            <ac:spMkLst>
              <pc:docMk/>
              <pc:sldMasterMk cId="259861064" sldId="2147483648"/>
              <pc:sldLayoutMk cId="2882847530" sldId="2147483728"/>
              <ac:spMk id="3" creationId="{662D0E58-7EEB-4BD3-6BE2-BB259B47C1AE}"/>
            </ac:spMkLst>
          </pc:spChg>
          <pc:spChg chg="add del mod">
            <ac:chgData name="Remi de Vogel" userId="5948360e-7b9c-4a22-9ada-df5e8b901c82" providerId="ADAL" clId="{CE3612A8-BCDA-4797-9FD2-28FA85BD9EE9}" dt="2023-02-01T12:10:13.651" v="208"/>
            <ac:spMkLst>
              <pc:docMk/>
              <pc:sldMasterMk cId="259861064" sldId="2147483648"/>
              <pc:sldLayoutMk cId="2882847530" sldId="2147483728"/>
              <ac:spMk id="4" creationId="{710DBA5F-F67A-925D-73AD-BF09864B16EF}"/>
            </ac:spMkLst>
          </pc:spChg>
          <pc:spChg chg="add del mod">
            <ac:chgData name="Remi de Vogel" userId="5948360e-7b9c-4a22-9ada-df5e8b901c82" providerId="ADAL" clId="{CE3612A8-BCDA-4797-9FD2-28FA85BD9EE9}" dt="2023-02-01T12:10:13.651" v="208"/>
            <ac:spMkLst>
              <pc:docMk/>
              <pc:sldMasterMk cId="259861064" sldId="2147483648"/>
              <pc:sldLayoutMk cId="2882847530" sldId="2147483728"/>
              <ac:spMk id="5" creationId="{4FB18DE8-40B5-704C-550A-188FD9E8ED59}"/>
            </ac:spMkLst>
          </pc:spChg>
          <pc:spChg chg="add del mod">
            <ac:chgData name="Remi de Vogel" userId="5948360e-7b9c-4a22-9ada-df5e8b901c82" providerId="ADAL" clId="{CE3612A8-BCDA-4797-9FD2-28FA85BD9EE9}" dt="2023-02-01T12:10:15.779" v="212"/>
            <ac:spMkLst>
              <pc:docMk/>
              <pc:sldMasterMk cId="259861064" sldId="2147483648"/>
              <pc:sldLayoutMk cId="2882847530" sldId="2147483728"/>
              <ac:spMk id="6" creationId="{92BD5B71-E040-17F6-CF3B-2B7EC11501D1}"/>
            </ac:spMkLst>
          </pc:spChg>
          <pc:spChg chg="add del">
            <ac:chgData name="Remi de Vogel" userId="5948360e-7b9c-4a22-9ada-df5e8b901c82" providerId="ADAL" clId="{CE3612A8-BCDA-4797-9FD2-28FA85BD9EE9}" dt="2023-02-01T12:10:15.779" v="212"/>
            <ac:spMkLst>
              <pc:docMk/>
              <pc:sldMasterMk cId="259861064" sldId="2147483648"/>
              <pc:sldLayoutMk cId="2882847530" sldId="2147483728"/>
              <ac:spMk id="7" creationId="{02F8741F-59EA-13F5-0DE4-B32DD9F9463A}"/>
            </ac:spMkLst>
          </pc:spChg>
          <pc:spChg chg="add del">
            <ac:chgData name="Remi de Vogel" userId="5948360e-7b9c-4a22-9ada-df5e8b901c82" providerId="ADAL" clId="{CE3612A8-BCDA-4797-9FD2-28FA85BD9EE9}" dt="2023-02-01T12:10:15.779" v="212"/>
            <ac:spMkLst>
              <pc:docMk/>
              <pc:sldMasterMk cId="259861064" sldId="2147483648"/>
              <pc:sldLayoutMk cId="2882847530" sldId="2147483728"/>
              <ac:spMk id="13" creationId="{0F31288B-358A-4E1C-DD16-FE030624C9D7}"/>
            </ac:spMkLst>
          </pc:spChg>
          <pc:spChg chg="add del mod">
            <ac:chgData name="Remi de Vogel" userId="5948360e-7b9c-4a22-9ada-df5e8b901c82" providerId="ADAL" clId="{CE3612A8-BCDA-4797-9FD2-28FA85BD9EE9}" dt="2023-02-01T12:10:16.426" v="214"/>
            <ac:spMkLst>
              <pc:docMk/>
              <pc:sldMasterMk cId="259861064" sldId="2147483648"/>
              <pc:sldLayoutMk cId="2882847530" sldId="2147483728"/>
              <ac:spMk id="14" creationId="{3CAE76EB-8963-D92C-E6FC-52670515A6D3}"/>
            </ac:spMkLst>
          </pc:spChg>
          <pc:spChg chg="add del mod">
            <ac:chgData name="Remi de Vogel" userId="5948360e-7b9c-4a22-9ada-df5e8b901c82" providerId="ADAL" clId="{CE3612A8-BCDA-4797-9FD2-28FA85BD9EE9}" dt="2023-02-01T12:10:16.426" v="214"/>
            <ac:spMkLst>
              <pc:docMk/>
              <pc:sldMasterMk cId="259861064" sldId="2147483648"/>
              <pc:sldLayoutMk cId="2882847530" sldId="2147483728"/>
              <ac:spMk id="15" creationId="{397E5AA8-892F-FD29-A415-4E7B6B07C59A}"/>
            </ac:spMkLst>
          </pc:spChg>
          <pc:spChg chg="add del mod">
            <ac:chgData name="Remi de Vogel" userId="5948360e-7b9c-4a22-9ada-df5e8b901c82" providerId="ADAL" clId="{CE3612A8-BCDA-4797-9FD2-28FA85BD9EE9}" dt="2023-02-01T12:10:16.426" v="214"/>
            <ac:spMkLst>
              <pc:docMk/>
              <pc:sldMasterMk cId="259861064" sldId="2147483648"/>
              <pc:sldLayoutMk cId="2882847530" sldId="2147483728"/>
              <ac:spMk id="16" creationId="{53FD54C2-36F3-C0ED-5E45-CFFE365997C7}"/>
            </ac:spMkLst>
          </pc:spChg>
          <pc:spChg chg="add mod">
            <ac:chgData name="Remi de Vogel" userId="5948360e-7b9c-4a22-9ada-df5e8b901c82" providerId="ADAL" clId="{CE3612A8-BCDA-4797-9FD2-28FA85BD9EE9}" dt="2023-02-01T12:22:43.425" v="349" actId="1076"/>
            <ac:spMkLst>
              <pc:docMk/>
              <pc:sldMasterMk cId="259861064" sldId="2147483648"/>
              <pc:sldLayoutMk cId="2882847530" sldId="2147483728"/>
              <ac:spMk id="17" creationId="{FB93366F-D42E-BEF7-7FC1-5ED772D7AABD}"/>
            </ac:spMkLst>
          </pc:spChg>
          <pc:spChg chg="add mod">
            <ac:chgData name="Remi de Vogel" userId="5948360e-7b9c-4a22-9ada-df5e8b901c82" providerId="ADAL" clId="{CE3612A8-BCDA-4797-9FD2-28FA85BD9EE9}" dt="2023-02-01T12:22:43.425" v="349" actId="1076"/>
            <ac:spMkLst>
              <pc:docMk/>
              <pc:sldMasterMk cId="259861064" sldId="2147483648"/>
              <pc:sldLayoutMk cId="2882847530" sldId="2147483728"/>
              <ac:spMk id="18" creationId="{F6E1F025-683C-65A4-355D-316B89D4A038}"/>
            </ac:spMkLst>
          </pc:spChg>
          <pc:spChg chg="add mod">
            <ac:chgData name="Remi de Vogel" userId="5948360e-7b9c-4a22-9ada-df5e8b901c82" providerId="ADAL" clId="{CE3612A8-BCDA-4797-9FD2-28FA85BD9EE9}" dt="2023-02-01T12:22:43.425" v="349" actId="1076"/>
            <ac:spMkLst>
              <pc:docMk/>
              <pc:sldMasterMk cId="259861064" sldId="2147483648"/>
              <pc:sldLayoutMk cId="2882847530" sldId="2147483728"/>
              <ac:spMk id="19" creationId="{CB58EACD-F96D-6DD7-D76F-154478C777C5}"/>
            </ac:spMkLst>
          </pc:spChg>
        </pc:sldLayoutChg>
        <pc:sldLayoutChg chg="addSp delSp modSp mod">
          <pc:chgData name="Remi de Vogel" userId="5948360e-7b9c-4a22-9ada-df5e8b901c82" providerId="ADAL" clId="{CE3612A8-BCDA-4797-9FD2-28FA85BD9EE9}" dt="2023-02-01T13:47:49.236" v="743" actId="139"/>
          <pc:sldLayoutMkLst>
            <pc:docMk/>
            <pc:sldMasterMk cId="259861064" sldId="2147483648"/>
            <pc:sldLayoutMk cId="2387091362" sldId="2147483730"/>
          </pc:sldLayoutMkLst>
          <pc:spChg chg="del mod">
            <ac:chgData name="Remi de Vogel" userId="5948360e-7b9c-4a22-9ada-df5e8b901c82" providerId="ADAL" clId="{CE3612A8-BCDA-4797-9FD2-28FA85BD9EE9}" dt="2023-02-01T12:18:02.043" v="312" actId="478"/>
            <ac:spMkLst>
              <pc:docMk/>
              <pc:sldMasterMk cId="259861064" sldId="2147483648"/>
              <pc:sldLayoutMk cId="2387091362" sldId="2147483730"/>
              <ac:spMk id="2" creationId="{24804BCE-D695-2D40-FEB4-3A21E91998C3}"/>
            </ac:spMkLst>
          </pc:spChg>
          <pc:spChg chg="add del mod">
            <ac:chgData name="Remi de Vogel" userId="5948360e-7b9c-4a22-9ada-df5e8b901c82" providerId="ADAL" clId="{CE3612A8-BCDA-4797-9FD2-28FA85BD9EE9}" dt="2023-02-01T12:10:37.141" v="226"/>
            <ac:spMkLst>
              <pc:docMk/>
              <pc:sldMasterMk cId="259861064" sldId="2147483648"/>
              <pc:sldLayoutMk cId="2387091362" sldId="2147483730"/>
              <ac:spMk id="3" creationId="{9B336D7E-A18C-BBEE-12E8-63D09A6B2AFD}"/>
            </ac:spMkLst>
          </pc:spChg>
          <pc:spChg chg="mod">
            <ac:chgData name="Remi de Vogel" userId="5948360e-7b9c-4a22-9ada-df5e8b901c82" providerId="ADAL" clId="{CE3612A8-BCDA-4797-9FD2-28FA85BD9EE9}" dt="2023-02-01T12:10:50.996" v="235" actId="1076"/>
            <ac:spMkLst>
              <pc:docMk/>
              <pc:sldMasterMk cId="259861064" sldId="2147483648"/>
              <pc:sldLayoutMk cId="2387091362" sldId="2147483730"/>
              <ac:spMk id="4" creationId="{5C7DBF4E-E388-4A03-BA36-CC88D4908638}"/>
            </ac:spMkLst>
          </pc:spChg>
          <pc:spChg chg="add del">
            <ac:chgData name="Remi de Vogel" userId="5948360e-7b9c-4a22-9ada-df5e8b901c82" providerId="ADAL" clId="{CE3612A8-BCDA-4797-9FD2-28FA85BD9EE9}" dt="2023-02-01T12:10:40.114" v="228"/>
            <ac:spMkLst>
              <pc:docMk/>
              <pc:sldMasterMk cId="259861064" sldId="2147483648"/>
              <pc:sldLayoutMk cId="2387091362" sldId="2147483730"/>
              <ac:spMk id="5" creationId="{2D677C4A-158A-EEA3-FCC3-054976FBC658}"/>
            </ac:spMkLst>
          </pc:spChg>
          <pc:spChg chg="add del">
            <ac:chgData name="Remi de Vogel" userId="5948360e-7b9c-4a22-9ada-df5e8b901c82" providerId="ADAL" clId="{CE3612A8-BCDA-4797-9FD2-28FA85BD9EE9}" dt="2023-02-01T12:10:40.114" v="228"/>
            <ac:spMkLst>
              <pc:docMk/>
              <pc:sldMasterMk cId="259861064" sldId="2147483648"/>
              <pc:sldLayoutMk cId="2387091362" sldId="2147483730"/>
              <ac:spMk id="6" creationId="{D0A7C3D6-2B3E-16E2-E0AE-0932162F50D4}"/>
            </ac:spMkLst>
          </pc:spChg>
          <pc:spChg chg="add del">
            <ac:chgData name="Remi de Vogel" userId="5948360e-7b9c-4a22-9ada-df5e8b901c82" providerId="ADAL" clId="{CE3612A8-BCDA-4797-9FD2-28FA85BD9EE9}" dt="2023-02-01T12:10:40.114" v="228"/>
            <ac:spMkLst>
              <pc:docMk/>
              <pc:sldMasterMk cId="259861064" sldId="2147483648"/>
              <pc:sldLayoutMk cId="2387091362" sldId="2147483730"/>
              <ac:spMk id="7" creationId="{14C5535B-619E-7DFF-3614-9027A1C3683C}"/>
            </ac:spMkLst>
          </pc:spChg>
          <pc:spChg chg="add del mod">
            <ac:chgData name="Remi de Vogel" userId="5948360e-7b9c-4a22-9ada-df5e8b901c82" providerId="ADAL" clId="{CE3612A8-BCDA-4797-9FD2-28FA85BD9EE9}" dt="2023-02-01T12:10:37.141" v="226"/>
            <ac:spMkLst>
              <pc:docMk/>
              <pc:sldMasterMk cId="259861064" sldId="2147483648"/>
              <pc:sldLayoutMk cId="2387091362" sldId="2147483730"/>
              <ac:spMk id="8" creationId="{C692C5EF-3F9C-D5A2-44C3-16BBCD94339C}"/>
            </ac:spMkLst>
          </pc:spChg>
          <pc:spChg chg="add del mod">
            <ac:chgData name="Remi de Vogel" userId="5948360e-7b9c-4a22-9ada-df5e8b901c82" providerId="ADAL" clId="{CE3612A8-BCDA-4797-9FD2-28FA85BD9EE9}" dt="2023-02-01T12:10:37.141" v="226"/>
            <ac:spMkLst>
              <pc:docMk/>
              <pc:sldMasterMk cId="259861064" sldId="2147483648"/>
              <pc:sldLayoutMk cId="2387091362" sldId="2147483730"/>
              <ac:spMk id="10" creationId="{1B91F370-11F1-3977-2ADF-6BF5AB081B2D}"/>
            </ac:spMkLst>
          </pc:spChg>
          <pc:spChg chg="add del mod">
            <ac:chgData name="Remi de Vogel" userId="5948360e-7b9c-4a22-9ada-df5e8b901c82" providerId="ADAL" clId="{CE3612A8-BCDA-4797-9FD2-28FA85BD9EE9}" dt="2023-02-01T12:10:36.844" v="224"/>
            <ac:spMkLst>
              <pc:docMk/>
              <pc:sldMasterMk cId="259861064" sldId="2147483648"/>
              <pc:sldLayoutMk cId="2387091362" sldId="2147483730"/>
              <ac:spMk id="12" creationId="{E30FE240-6A26-672A-3901-0C1313125A4B}"/>
            </ac:spMkLst>
          </pc:spChg>
          <pc:spChg chg="del mod">
            <ac:chgData name="Remi de Vogel" userId="5948360e-7b9c-4a22-9ada-df5e8b901c82" providerId="ADAL" clId="{CE3612A8-BCDA-4797-9FD2-28FA85BD9EE9}" dt="2023-02-01T12:17:55.510" v="299" actId="478"/>
            <ac:spMkLst>
              <pc:docMk/>
              <pc:sldMasterMk cId="259861064" sldId="2147483648"/>
              <pc:sldLayoutMk cId="2387091362" sldId="2147483730"/>
              <ac:spMk id="13" creationId="{55328B23-AFB2-3D6B-E577-9E3D4F984124}"/>
            </ac:spMkLst>
          </pc:spChg>
          <pc:spChg chg="mod">
            <ac:chgData name="Remi de Vogel" userId="5948360e-7b9c-4a22-9ada-df5e8b901c82" providerId="ADAL" clId="{CE3612A8-BCDA-4797-9FD2-28FA85BD9EE9}" dt="2023-02-01T12:18:16.121" v="326" actId="14100"/>
            <ac:spMkLst>
              <pc:docMk/>
              <pc:sldMasterMk cId="259861064" sldId="2147483648"/>
              <pc:sldLayoutMk cId="2387091362" sldId="2147483730"/>
              <ac:spMk id="14" creationId="{0385F304-A428-A018-1977-FEFA6A2486EE}"/>
            </ac:spMkLst>
          </pc:spChg>
          <pc:spChg chg="mod">
            <ac:chgData name="Remi de Vogel" userId="5948360e-7b9c-4a22-9ada-df5e8b901c82" providerId="ADAL" clId="{CE3612A8-BCDA-4797-9FD2-28FA85BD9EE9}" dt="2023-02-01T13:47:49.230" v="737" actId="139"/>
            <ac:spMkLst>
              <pc:docMk/>
              <pc:sldMasterMk cId="259861064" sldId="2147483648"/>
              <pc:sldLayoutMk cId="2387091362" sldId="2147483730"/>
              <ac:spMk id="15" creationId="{C6606F6C-3DBD-CA47-F135-B3D39D613F5C}"/>
            </ac:spMkLst>
          </pc:spChg>
          <pc:spChg chg="mod">
            <ac:chgData name="Remi de Vogel" userId="5948360e-7b9c-4a22-9ada-df5e8b901c82" providerId="ADAL" clId="{CE3612A8-BCDA-4797-9FD2-28FA85BD9EE9}" dt="2023-02-01T13:47:49.232" v="739" actId="139"/>
            <ac:spMkLst>
              <pc:docMk/>
              <pc:sldMasterMk cId="259861064" sldId="2147483648"/>
              <pc:sldLayoutMk cId="2387091362" sldId="2147483730"/>
              <ac:spMk id="16" creationId="{47855D95-75E2-B652-4C23-1E40E9EBC676}"/>
            </ac:spMkLst>
          </pc:spChg>
          <pc:spChg chg="mod">
            <ac:chgData name="Remi de Vogel" userId="5948360e-7b9c-4a22-9ada-df5e8b901c82" providerId="ADAL" clId="{CE3612A8-BCDA-4797-9FD2-28FA85BD9EE9}" dt="2023-02-01T13:47:49.235" v="741" actId="139"/>
            <ac:spMkLst>
              <pc:docMk/>
              <pc:sldMasterMk cId="259861064" sldId="2147483648"/>
              <pc:sldLayoutMk cId="2387091362" sldId="2147483730"/>
              <ac:spMk id="17" creationId="{A2AEBE57-64BB-7F9A-2474-6F715A4BE2D0}"/>
            </ac:spMkLst>
          </pc:spChg>
          <pc:spChg chg="mod">
            <ac:chgData name="Remi de Vogel" userId="5948360e-7b9c-4a22-9ada-df5e8b901c82" providerId="ADAL" clId="{CE3612A8-BCDA-4797-9FD2-28FA85BD9EE9}" dt="2023-02-01T13:47:49.236" v="743" actId="139"/>
            <ac:spMkLst>
              <pc:docMk/>
              <pc:sldMasterMk cId="259861064" sldId="2147483648"/>
              <pc:sldLayoutMk cId="2387091362" sldId="2147483730"/>
              <ac:spMk id="18" creationId="{05AE037A-D980-59A9-69B8-1E18685AC95F}"/>
            </ac:spMkLst>
          </pc:spChg>
          <pc:spChg chg="add del mod">
            <ac:chgData name="Remi de Vogel" userId="5948360e-7b9c-4a22-9ada-df5e8b901c82" providerId="ADAL" clId="{CE3612A8-BCDA-4797-9FD2-28FA85BD9EE9}" dt="2023-02-01T12:10:36.844" v="224"/>
            <ac:spMkLst>
              <pc:docMk/>
              <pc:sldMasterMk cId="259861064" sldId="2147483648"/>
              <pc:sldLayoutMk cId="2387091362" sldId="2147483730"/>
              <ac:spMk id="20" creationId="{7327F050-3A9E-0D3D-29B0-3DAF83AA1B96}"/>
            </ac:spMkLst>
          </pc:spChg>
          <pc:spChg chg="add del mod">
            <ac:chgData name="Remi de Vogel" userId="5948360e-7b9c-4a22-9ada-df5e8b901c82" providerId="ADAL" clId="{CE3612A8-BCDA-4797-9FD2-28FA85BD9EE9}" dt="2023-02-01T12:10:36.844" v="224"/>
            <ac:spMkLst>
              <pc:docMk/>
              <pc:sldMasterMk cId="259861064" sldId="2147483648"/>
              <pc:sldLayoutMk cId="2387091362" sldId="2147483730"/>
              <ac:spMk id="21" creationId="{043AB034-5054-B2F1-067D-0156C66DB51C}"/>
            </ac:spMkLst>
          </pc:spChg>
          <pc:spChg chg="add del mod">
            <ac:chgData name="Remi de Vogel" userId="5948360e-7b9c-4a22-9ada-df5e8b901c82" providerId="ADAL" clId="{CE3612A8-BCDA-4797-9FD2-28FA85BD9EE9}" dt="2023-02-01T12:10:41.763" v="230"/>
            <ac:spMkLst>
              <pc:docMk/>
              <pc:sldMasterMk cId="259861064" sldId="2147483648"/>
              <pc:sldLayoutMk cId="2387091362" sldId="2147483730"/>
              <ac:spMk id="22" creationId="{03AB3224-FD0A-96C3-8EF3-F692DCD38C83}"/>
            </ac:spMkLst>
          </pc:spChg>
          <pc:spChg chg="add del mod">
            <ac:chgData name="Remi de Vogel" userId="5948360e-7b9c-4a22-9ada-df5e8b901c82" providerId="ADAL" clId="{CE3612A8-BCDA-4797-9FD2-28FA85BD9EE9}" dt="2023-02-01T12:10:41.763" v="230"/>
            <ac:spMkLst>
              <pc:docMk/>
              <pc:sldMasterMk cId="259861064" sldId="2147483648"/>
              <pc:sldLayoutMk cId="2387091362" sldId="2147483730"/>
              <ac:spMk id="23" creationId="{33DDE63F-98D4-F10B-861D-32FCDB734D5C}"/>
            </ac:spMkLst>
          </pc:spChg>
          <pc:spChg chg="add del mod">
            <ac:chgData name="Remi de Vogel" userId="5948360e-7b9c-4a22-9ada-df5e8b901c82" providerId="ADAL" clId="{CE3612A8-BCDA-4797-9FD2-28FA85BD9EE9}" dt="2023-02-01T12:10:41.763" v="230"/>
            <ac:spMkLst>
              <pc:docMk/>
              <pc:sldMasterMk cId="259861064" sldId="2147483648"/>
              <pc:sldLayoutMk cId="2387091362" sldId="2147483730"/>
              <ac:spMk id="24" creationId="{962B6DD1-58A2-5530-97AC-8023EDEEB218}"/>
            </ac:spMkLst>
          </pc:spChg>
          <pc:spChg chg="add mod">
            <ac:chgData name="Remi de Vogel" userId="5948360e-7b9c-4a22-9ada-df5e8b901c82" providerId="ADAL" clId="{CE3612A8-BCDA-4797-9FD2-28FA85BD9EE9}" dt="2023-02-01T12:10:42.078" v="231"/>
            <ac:spMkLst>
              <pc:docMk/>
              <pc:sldMasterMk cId="259861064" sldId="2147483648"/>
              <pc:sldLayoutMk cId="2387091362" sldId="2147483730"/>
              <ac:spMk id="25" creationId="{03F1F8C1-F6E0-7708-8AE0-2A01E1D6278B}"/>
            </ac:spMkLst>
          </pc:spChg>
          <pc:spChg chg="add mod ord">
            <ac:chgData name="Remi de Vogel" userId="5948360e-7b9c-4a22-9ada-df5e8b901c82" providerId="ADAL" clId="{CE3612A8-BCDA-4797-9FD2-28FA85BD9EE9}" dt="2023-02-01T12:10:46.910" v="233" actId="166"/>
            <ac:spMkLst>
              <pc:docMk/>
              <pc:sldMasterMk cId="259861064" sldId="2147483648"/>
              <pc:sldLayoutMk cId="2387091362" sldId="2147483730"/>
              <ac:spMk id="26" creationId="{B2996B06-FD0A-1179-DB80-119E27D11ED3}"/>
            </ac:spMkLst>
          </pc:spChg>
          <pc:spChg chg="add mod">
            <ac:chgData name="Remi de Vogel" userId="5948360e-7b9c-4a22-9ada-df5e8b901c82" providerId="ADAL" clId="{CE3612A8-BCDA-4797-9FD2-28FA85BD9EE9}" dt="2023-02-01T12:10:42.078" v="231"/>
            <ac:spMkLst>
              <pc:docMk/>
              <pc:sldMasterMk cId="259861064" sldId="2147483648"/>
              <pc:sldLayoutMk cId="2387091362" sldId="2147483730"/>
              <ac:spMk id="27" creationId="{159246FA-9368-79B8-20B2-5DD719B9AD00}"/>
            </ac:spMkLst>
          </pc:spChg>
          <pc:spChg chg="add mod">
            <ac:chgData name="Remi de Vogel" userId="5948360e-7b9c-4a22-9ada-df5e8b901c82" providerId="ADAL" clId="{CE3612A8-BCDA-4797-9FD2-28FA85BD9EE9}" dt="2023-02-01T12:29:57.651" v="470"/>
            <ac:spMkLst>
              <pc:docMk/>
              <pc:sldMasterMk cId="259861064" sldId="2147483648"/>
              <pc:sldLayoutMk cId="2387091362" sldId="2147483730"/>
              <ac:spMk id="28" creationId="{E15EA6A6-ACB5-D954-83F0-A488F5616739}"/>
            </ac:spMkLst>
          </pc:spChg>
          <pc:spChg chg="add mod">
            <ac:chgData name="Remi de Vogel" userId="5948360e-7b9c-4a22-9ada-df5e8b901c82" providerId="ADAL" clId="{CE3612A8-BCDA-4797-9FD2-28FA85BD9EE9}" dt="2023-02-01T12:18:20.418" v="328" actId="14100"/>
            <ac:spMkLst>
              <pc:docMk/>
              <pc:sldMasterMk cId="259861064" sldId="2147483648"/>
              <pc:sldLayoutMk cId="2387091362" sldId="2147483730"/>
              <ac:spMk id="29" creationId="{E44CC23E-4E0C-BF9F-7154-7FD4ACF71FD1}"/>
            </ac:spMkLst>
          </pc:spChg>
        </pc:sldLayoutChg>
        <pc:sldLayoutChg chg="addSp delSp modSp mod">
          <pc:chgData name="Remi de Vogel" userId="5948360e-7b9c-4a22-9ada-df5e8b901c82" providerId="ADAL" clId="{CE3612A8-BCDA-4797-9FD2-28FA85BD9EE9}" dt="2023-02-01T13:47:49.250" v="751" actId="139"/>
          <pc:sldLayoutMkLst>
            <pc:docMk/>
            <pc:sldMasterMk cId="259861064" sldId="2147483648"/>
            <pc:sldLayoutMk cId="3811794794" sldId="2147483731"/>
          </pc:sldLayoutMkLst>
          <pc:spChg chg="add del mod">
            <ac:chgData name="Remi de Vogel" userId="5948360e-7b9c-4a22-9ada-df5e8b901c82" providerId="ADAL" clId="{CE3612A8-BCDA-4797-9FD2-28FA85BD9EE9}" dt="2023-02-01T12:11:01.284" v="238"/>
            <ac:spMkLst>
              <pc:docMk/>
              <pc:sldMasterMk cId="259861064" sldId="2147483648"/>
              <pc:sldLayoutMk cId="3811794794" sldId="2147483731"/>
              <ac:spMk id="2" creationId="{E223BC85-389F-14EE-37ED-CE10D7EC023A}"/>
            </ac:spMkLst>
          </pc:spChg>
          <pc:spChg chg="del">
            <ac:chgData name="Remi de Vogel" userId="5948360e-7b9c-4a22-9ada-df5e8b901c82" providerId="ADAL" clId="{CE3612A8-BCDA-4797-9FD2-28FA85BD9EE9}" dt="2023-02-01T12:11:00.897" v="236"/>
            <ac:spMkLst>
              <pc:docMk/>
              <pc:sldMasterMk cId="259861064" sldId="2147483648"/>
              <pc:sldLayoutMk cId="3811794794" sldId="2147483731"/>
              <ac:spMk id="3" creationId="{25CAE4B3-9BEC-3808-B9D2-052F1DEC609E}"/>
            </ac:spMkLst>
          </pc:spChg>
          <pc:spChg chg="del">
            <ac:chgData name="Remi de Vogel" userId="5948360e-7b9c-4a22-9ada-df5e8b901c82" providerId="ADAL" clId="{CE3612A8-BCDA-4797-9FD2-28FA85BD9EE9}" dt="2023-02-01T13:15:39.372" v="610" actId="478"/>
            <ac:spMkLst>
              <pc:docMk/>
              <pc:sldMasterMk cId="259861064" sldId="2147483648"/>
              <pc:sldLayoutMk cId="3811794794" sldId="2147483731"/>
              <ac:spMk id="4" creationId="{5C7DBF4E-E388-4A03-BA36-CC88D4908638}"/>
            </ac:spMkLst>
          </pc:spChg>
          <pc:spChg chg="del">
            <ac:chgData name="Remi de Vogel" userId="5948360e-7b9c-4a22-9ada-df5e8b901c82" providerId="ADAL" clId="{CE3612A8-BCDA-4797-9FD2-28FA85BD9EE9}" dt="2023-02-01T12:11:00.897" v="236"/>
            <ac:spMkLst>
              <pc:docMk/>
              <pc:sldMasterMk cId="259861064" sldId="2147483648"/>
              <pc:sldLayoutMk cId="3811794794" sldId="2147483731"/>
              <ac:spMk id="5" creationId="{6BEE50B0-D99A-5161-81B4-7B5ACC6DF320}"/>
            </ac:spMkLst>
          </pc:spChg>
          <pc:spChg chg="del">
            <ac:chgData name="Remi de Vogel" userId="5948360e-7b9c-4a22-9ada-df5e8b901c82" providerId="ADAL" clId="{CE3612A8-BCDA-4797-9FD2-28FA85BD9EE9}" dt="2023-02-01T12:11:00.897" v="236"/>
            <ac:spMkLst>
              <pc:docMk/>
              <pc:sldMasterMk cId="259861064" sldId="2147483648"/>
              <pc:sldLayoutMk cId="3811794794" sldId="2147483731"/>
              <ac:spMk id="6" creationId="{47D3C3F1-A2F7-60D4-B859-4EA14DAA88C9}"/>
            </ac:spMkLst>
          </pc:spChg>
          <pc:spChg chg="add del mod">
            <ac:chgData name="Remi de Vogel" userId="5948360e-7b9c-4a22-9ada-df5e8b901c82" providerId="ADAL" clId="{CE3612A8-BCDA-4797-9FD2-28FA85BD9EE9}" dt="2023-02-01T12:11:01.284" v="238"/>
            <ac:spMkLst>
              <pc:docMk/>
              <pc:sldMasterMk cId="259861064" sldId="2147483648"/>
              <pc:sldLayoutMk cId="3811794794" sldId="2147483731"/>
              <ac:spMk id="7" creationId="{8FDBF4A6-181E-B746-22F3-40C8D1B20A46}"/>
            </ac:spMkLst>
          </pc:spChg>
          <pc:spChg chg="add del mod">
            <ac:chgData name="Remi de Vogel" userId="5948360e-7b9c-4a22-9ada-df5e8b901c82" providerId="ADAL" clId="{CE3612A8-BCDA-4797-9FD2-28FA85BD9EE9}" dt="2023-02-01T12:11:01.284" v="238"/>
            <ac:spMkLst>
              <pc:docMk/>
              <pc:sldMasterMk cId="259861064" sldId="2147483648"/>
              <pc:sldLayoutMk cId="3811794794" sldId="2147483731"/>
              <ac:spMk id="8" creationId="{17A75C83-14B3-4410-0100-04751B4F7458}"/>
            </ac:spMkLst>
          </pc:spChg>
          <pc:spChg chg="add mod">
            <ac:chgData name="Remi de Vogel" userId="5948360e-7b9c-4a22-9ada-df5e8b901c82" providerId="ADAL" clId="{CE3612A8-BCDA-4797-9FD2-28FA85BD9EE9}" dt="2023-02-01T12:11:01.700" v="239"/>
            <ac:spMkLst>
              <pc:docMk/>
              <pc:sldMasterMk cId="259861064" sldId="2147483648"/>
              <pc:sldLayoutMk cId="3811794794" sldId="2147483731"/>
              <ac:spMk id="12" creationId="{2F66AEB5-B213-E809-5D8B-8176C24AC56E}"/>
            </ac:spMkLst>
          </pc:spChg>
          <pc:spChg chg="add mod">
            <ac:chgData name="Remi de Vogel" userId="5948360e-7b9c-4a22-9ada-df5e8b901c82" providerId="ADAL" clId="{CE3612A8-BCDA-4797-9FD2-28FA85BD9EE9}" dt="2023-02-01T12:11:01.700" v="239"/>
            <ac:spMkLst>
              <pc:docMk/>
              <pc:sldMasterMk cId="259861064" sldId="2147483648"/>
              <pc:sldLayoutMk cId="3811794794" sldId="2147483731"/>
              <ac:spMk id="13" creationId="{5DED9CF5-AF42-99E7-AF62-6EC3FB8B3A13}"/>
            </ac:spMkLst>
          </pc:spChg>
          <pc:spChg chg="add mod">
            <ac:chgData name="Remi de Vogel" userId="5948360e-7b9c-4a22-9ada-df5e8b901c82" providerId="ADAL" clId="{CE3612A8-BCDA-4797-9FD2-28FA85BD9EE9}" dt="2023-02-01T12:11:01.700" v="239"/>
            <ac:spMkLst>
              <pc:docMk/>
              <pc:sldMasterMk cId="259861064" sldId="2147483648"/>
              <pc:sldLayoutMk cId="3811794794" sldId="2147483731"/>
              <ac:spMk id="14" creationId="{4A8618C1-66B2-0163-BE9C-333B52D8D2EC}"/>
            </ac:spMkLst>
          </pc:spChg>
          <pc:spChg chg="del">
            <ac:chgData name="Remi de Vogel" userId="5948360e-7b9c-4a22-9ada-df5e8b901c82" providerId="ADAL" clId="{CE3612A8-BCDA-4797-9FD2-28FA85BD9EE9}" dt="2023-02-01T12:18:25.227" v="329" actId="478"/>
            <ac:spMkLst>
              <pc:docMk/>
              <pc:sldMasterMk cId="259861064" sldId="2147483648"/>
              <pc:sldLayoutMk cId="3811794794" sldId="2147483731"/>
              <ac:spMk id="16" creationId="{20F2383E-0DB5-C2DD-1058-CA14E97C826E}"/>
            </ac:spMkLst>
          </pc:spChg>
          <pc:spChg chg="del">
            <ac:chgData name="Remi de Vogel" userId="5948360e-7b9c-4a22-9ada-df5e8b901c82" providerId="ADAL" clId="{CE3612A8-BCDA-4797-9FD2-28FA85BD9EE9}" dt="2023-02-01T12:18:25.227" v="329" actId="478"/>
            <ac:spMkLst>
              <pc:docMk/>
              <pc:sldMasterMk cId="259861064" sldId="2147483648"/>
              <pc:sldLayoutMk cId="3811794794" sldId="2147483731"/>
              <ac:spMk id="17" creationId="{561AE1B7-DA07-9D1B-DF48-1F7465D15EB1}"/>
            </ac:spMkLst>
          </pc:spChg>
          <pc:spChg chg="mod">
            <ac:chgData name="Remi de Vogel" userId="5948360e-7b9c-4a22-9ada-df5e8b901c82" providerId="ADAL" clId="{CE3612A8-BCDA-4797-9FD2-28FA85BD9EE9}" dt="2023-02-01T13:47:49.242" v="745" actId="139"/>
            <ac:spMkLst>
              <pc:docMk/>
              <pc:sldMasterMk cId="259861064" sldId="2147483648"/>
              <pc:sldLayoutMk cId="3811794794" sldId="2147483731"/>
              <ac:spMk id="19" creationId="{0A1D6E7A-A09E-2C6A-5B99-74A97CC81479}"/>
            </ac:spMkLst>
          </pc:spChg>
          <pc:spChg chg="mod">
            <ac:chgData name="Remi de Vogel" userId="5948360e-7b9c-4a22-9ada-df5e8b901c82" providerId="ADAL" clId="{CE3612A8-BCDA-4797-9FD2-28FA85BD9EE9}" dt="2023-02-01T13:47:49.245" v="747" actId="139"/>
            <ac:spMkLst>
              <pc:docMk/>
              <pc:sldMasterMk cId="259861064" sldId="2147483648"/>
              <pc:sldLayoutMk cId="3811794794" sldId="2147483731"/>
              <ac:spMk id="20" creationId="{5A783CE9-BCB9-F844-AB8D-7B7A763CC446}"/>
            </ac:spMkLst>
          </pc:spChg>
          <pc:spChg chg="mod">
            <ac:chgData name="Remi de Vogel" userId="5948360e-7b9c-4a22-9ada-df5e8b901c82" providerId="ADAL" clId="{CE3612A8-BCDA-4797-9FD2-28FA85BD9EE9}" dt="2023-02-01T13:47:49.248" v="749" actId="139"/>
            <ac:spMkLst>
              <pc:docMk/>
              <pc:sldMasterMk cId="259861064" sldId="2147483648"/>
              <pc:sldLayoutMk cId="3811794794" sldId="2147483731"/>
              <ac:spMk id="21" creationId="{61D7DB85-DC0E-911C-AFC0-A00FE9FB4218}"/>
            </ac:spMkLst>
          </pc:spChg>
          <pc:spChg chg="mod">
            <ac:chgData name="Remi de Vogel" userId="5948360e-7b9c-4a22-9ada-df5e8b901c82" providerId="ADAL" clId="{CE3612A8-BCDA-4797-9FD2-28FA85BD9EE9}" dt="2023-02-01T13:47:49.250" v="751" actId="139"/>
            <ac:spMkLst>
              <pc:docMk/>
              <pc:sldMasterMk cId="259861064" sldId="2147483648"/>
              <pc:sldLayoutMk cId="3811794794" sldId="2147483731"/>
              <ac:spMk id="22" creationId="{FBC4D1F0-0B8C-F5F7-35AE-8CBBE25F01E4}"/>
            </ac:spMkLst>
          </pc:spChg>
          <pc:spChg chg="add mod">
            <ac:chgData name="Remi de Vogel" userId="5948360e-7b9c-4a22-9ada-df5e8b901c82" providerId="ADAL" clId="{CE3612A8-BCDA-4797-9FD2-28FA85BD9EE9}" dt="2023-02-01T12:29:59.534" v="472"/>
            <ac:spMkLst>
              <pc:docMk/>
              <pc:sldMasterMk cId="259861064" sldId="2147483648"/>
              <pc:sldLayoutMk cId="3811794794" sldId="2147483731"/>
              <ac:spMk id="24" creationId="{26695D76-282B-8F58-C3D0-42E32978511E}"/>
            </ac:spMkLst>
          </pc:spChg>
          <pc:spChg chg="add mod">
            <ac:chgData name="Remi de Vogel" userId="5948360e-7b9c-4a22-9ada-df5e8b901c82" providerId="ADAL" clId="{CE3612A8-BCDA-4797-9FD2-28FA85BD9EE9}" dt="2023-02-01T12:18:28.578" v="331" actId="14100"/>
            <ac:spMkLst>
              <pc:docMk/>
              <pc:sldMasterMk cId="259861064" sldId="2147483648"/>
              <pc:sldLayoutMk cId="3811794794" sldId="2147483731"/>
              <ac:spMk id="25" creationId="{4ADFFA39-1D88-D336-CA75-F9073F637E13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30.109" v="241"/>
          <pc:sldLayoutMkLst>
            <pc:docMk/>
            <pc:sldMasterMk cId="259861064" sldId="2147483648"/>
            <pc:sldLayoutMk cId="2864453859" sldId="2147483732"/>
          </pc:sldLayoutMkLst>
          <pc:spChg chg="add mod">
            <ac:chgData name="Remi de Vogel" userId="5948360e-7b9c-4a22-9ada-df5e8b901c82" providerId="ADAL" clId="{CE3612A8-BCDA-4797-9FD2-28FA85BD9EE9}" dt="2023-02-01T12:11:30.109" v="241"/>
            <ac:spMkLst>
              <pc:docMk/>
              <pc:sldMasterMk cId="259861064" sldId="2147483648"/>
              <pc:sldLayoutMk cId="2864453859" sldId="2147483732"/>
              <ac:spMk id="2" creationId="{7D3232C5-6D8B-4F49-9338-9EEE93D08DFF}"/>
            </ac:spMkLst>
          </pc:spChg>
          <pc:spChg chg="add mod">
            <ac:chgData name="Remi de Vogel" userId="5948360e-7b9c-4a22-9ada-df5e8b901c82" providerId="ADAL" clId="{CE3612A8-BCDA-4797-9FD2-28FA85BD9EE9}" dt="2023-02-01T12:11:30.109" v="241"/>
            <ac:spMkLst>
              <pc:docMk/>
              <pc:sldMasterMk cId="259861064" sldId="2147483648"/>
              <pc:sldLayoutMk cId="2864453859" sldId="2147483732"/>
              <ac:spMk id="3" creationId="{28A36857-DD03-69F3-C903-8D430627342A}"/>
            </ac:spMkLst>
          </pc:spChg>
          <pc:spChg chg="add mod">
            <ac:chgData name="Remi de Vogel" userId="5948360e-7b9c-4a22-9ada-df5e8b901c82" providerId="ADAL" clId="{CE3612A8-BCDA-4797-9FD2-28FA85BD9EE9}" dt="2023-02-01T12:11:30.109" v="241"/>
            <ac:spMkLst>
              <pc:docMk/>
              <pc:sldMasterMk cId="259861064" sldId="2147483648"/>
              <pc:sldLayoutMk cId="2864453859" sldId="2147483732"/>
              <ac:spMk id="4" creationId="{20C6C845-A033-CD4B-0F11-8FDD1B3B2E70}"/>
            </ac:spMkLst>
          </pc:spChg>
          <pc:spChg chg="del">
            <ac:chgData name="Remi de Vogel" userId="5948360e-7b9c-4a22-9ada-df5e8b901c82" providerId="ADAL" clId="{CE3612A8-BCDA-4797-9FD2-28FA85BD9EE9}" dt="2023-02-01T12:11:29.962" v="240"/>
            <ac:spMkLst>
              <pc:docMk/>
              <pc:sldMasterMk cId="259861064" sldId="2147483648"/>
              <pc:sldLayoutMk cId="2864453859" sldId="2147483732"/>
              <ac:spMk id="6" creationId="{535B67EF-6856-8417-4B45-0607F20274B9}"/>
            </ac:spMkLst>
          </pc:spChg>
          <pc:spChg chg="del">
            <ac:chgData name="Remi de Vogel" userId="5948360e-7b9c-4a22-9ada-df5e8b901c82" providerId="ADAL" clId="{CE3612A8-BCDA-4797-9FD2-28FA85BD9EE9}" dt="2023-02-01T12:11:29.962" v="240"/>
            <ac:spMkLst>
              <pc:docMk/>
              <pc:sldMasterMk cId="259861064" sldId="2147483648"/>
              <pc:sldLayoutMk cId="2864453859" sldId="2147483732"/>
              <ac:spMk id="7" creationId="{5237AA7F-FE4F-086B-4B3D-133DE7E3601E}"/>
            </ac:spMkLst>
          </pc:spChg>
          <pc:spChg chg="del">
            <ac:chgData name="Remi de Vogel" userId="5948360e-7b9c-4a22-9ada-df5e8b901c82" providerId="ADAL" clId="{CE3612A8-BCDA-4797-9FD2-28FA85BD9EE9}" dt="2023-02-01T12:11:29.962" v="240"/>
            <ac:spMkLst>
              <pc:docMk/>
              <pc:sldMasterMk cId="259861064" sldId="2147483648"/>
              <pc:sldLayoutMk cId="2864453859" sldId="2147483732"/>
              <ac:spMk id="8" creationId="{3F02E782-A732-C6C5-63D0-489DBD2EA858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39.460" v="249"/>
          <pc:sldLayoutMkLst>
            <pc:docMk/>
            <pc:sldMasterMk cId="259861064" sldId="2147483648"/>
            <pc:sldLayoutMk cId="3376375726" sldId="2147483733"/>
          </pc:sldLayoutMkLst>
          <pc:spChg chg="add mod">
            <ac:chgData name="Remi de Vogel" userId="5948360e-7b9c-4a22-9ada-df5e8b901c82" providerId="ADAL" clId="{CE3612A8-BCDA-4797-9FD2-28FA85BD9EE9}" dt="2023-02-01T12:11:39.460" v="249"/>
            <ac:spMkLst>
              <pc:docMk/>
              <pc:sldMasterMk cId="259861064" sldId="2147483648"/>
              <pc:sldLayoutMk cId="3376375726" sldId="2147483733"/>
              <ac:spMk id="2" creationId="{EAD9E24B-71D8-7156-2298-1A0AF0B30657}"/>
            </ac:spMkLst>
          </pc:spChg>
          <pc:spChg chg="del">
            <ac:chgData name="Remi de Vogel" userId="5948360e-7b9c-4a22-9ada-df5e8b901c82" providerId="ADAL" clId="{CE3612A8-BCDA-4797-9FD2-28FA85BD9EE9}" dt="2023-02-01T12:11:39.330" v="248"/>
            <ac:spMkLst>
              <pc:docMk/>
              <pc:sldMasterMk cId="259861064" sldId="2147483648"/>
              <pc:sldLayoutMk cId="3376375726" sldId="2147483733"/>
              <ac:spMk id="3" creationId="{0C65D0DF-2E28-0703-6C1C-294E31BE57D1}"/>
            </ac:spMkLst>
          </pc:spChg>
          <pc:spChg chg="del">
            <ac:chgData name="Remi de Vogel" userId="5948360e-7b9c-4a22-9ada-df5e8b901c82" providerId="ADAL" clId="{CE3612A8-BCDA-4797-9FD2-28FA85BD9EE9}" dt="2023-02-01T12:11:39.330" v="248"/>
            <ac:spMkLst>
              <pc:docMk/>
              <pc:sldMasterMk cId="259861064" sldId="2147483648"/>
              <pc:sldLayoutMk cId="3376375726" sldId="2147483733"/>
              <ac:spMk id="4" creationId="{98561BA9-6334-19DB-C8BE-D9FED54A635D}"/>
            </ac:spMkLst>
          </pc:spChg>
          <pc:spChg chg="del">
            <ac:chgData name="Remi de Vogel" userId="5948360e-7b9c-4a22-9ada-df5e8b901c82" providerId="ADAL" clId="{CE3612A8-BCDA-4797-9FD2-28FA85BD9EE9}" dt="2023-02-01T12:11:39.330" v="248"/>
            <ac:spMkLst>
              <pc:docMk/>
              <pc:sldMasterMk cId="259861064" sldId="2147483648"/>
              <pc:sldLayoutMk cId="3376375726" sldId="2147483733"/>
              <ac:spMk id="5" creationId="{688B0F38-5302-4FE4-83FF-4CCCEEFB3AAC}"/>
            </ac:spMkLst>
          </pc:spChg>
          <pc:spChg chg="add mod">
            <ac:chgData name="Remi de Vogel" userId="5948360e-7b9c-4a22-9ada-df5e8b901c82" providerId="ADAL" clId="{CE3612A8-BCDA-4797-9FD2-28FA85BD9EE9}" dt="2023-02-01T12:11:39.460" v="249"/>
            <ac:spMkLst>
              <pc:docMk/>
              <pc:sldMasterMk cId="259861064" sldId="2147483648"/>
              <pc:sldLayoutMk cId="3376375726" sldId="2147483733"/>
              <ac:spMk id="6" creationId="{F3EFC3F8-E326-9397-9699-EC18B2E07BC3}"/>
            </ac:spMkLst>
          </pc:spChg>
          <pc:spChg chg="add mod">
            <ac:chgData name="Remi de Vogel" userId="5948360e-7b9c-4a22-9ada-df5e8b901c82" providerId="ADAL" clId="{CE3612A8-BCDA-4797-9FD2-28FA85BD9EE9}" dt="2023-02-01T12:11:39.460" v="249"/>
            <ac:spMkLst>
              <pc:docMk/>
              <pc:sldMasterMk cId="259861064" sldId="2147483648"/>
              <pc:sldLayoutMk cId="3376375726" sldId="2147483733"/>
              <ac:spMk id="7" creationId="{F8AFBA8A-ADA3-BB5A-C2AB-A0A149B84417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41.324" v="251"/>
          <pc:sldLayoutMkLst>
            <pc:docMk/>
            <pc:sldMasterMk cId="259861064" sldId="2147483648"/>
            <pc:sldLayoutMk cId="2079071838" sldId="2147483734"/>
          </pc:sldLayoutMkLst>
          <pc:spChg chg="add mod">
            <ac:chgData name="Remi de Vogel" userId="5948360e-7b9c-4a22-9ada-df5e8b901c82" providerId="ADAL" clId="{CE3612A8-BCDA-4797-9FD2-28FA85BD9EE9}" dt="2023-02-01T12:11:41.324" v="251"/>
            <ac:spMkLst>
              <pc:docMk/>
              <pc:sldMasterMk cId="259861064" sldId="2147483648"/>
              <pc:sldLayoutMk cId="2079071838" sldId="2147483734"/>
              <ac:spMk id="2" creationId="{F9FE426F-16BC-0B48-6533-9FA719C62AE6}"/>
            </ac:spMkLst>
          </pc:spChg>
          <pc:spChg chg="del">
            <ac:chgData name="Remi de Vogel" userId="5948360e-7b9c-4a22-9ada-df5e8b901c82" providerId="ADAL" clId="{CE3612A8-BCDA-4797-9FD2-28FA85BD9EE9}" dt="2023-02-01T12:11:41.202" v="250"/>
            <ac:spMkLst>
              <pc:docMk/>
              <pc:sldMasterMk cId="259861064" sldId="2147483648"/>
              <pc:sldLayoutMk cId="2079071838" sldId="2147483734"/>
              <ac:spMk id="3" creationId="{EA314F1F-5DC0-798D-1024-E6CB6B0A5428}"/>
            </ac:spMkLst>
          </pc:spChg>
          <pc:spChg chg="del">
            <ac:chgData name="Remi de Vogel" userId="5948360e-7b9c-4a22-9ada-df5e8b901c82" providerId="ADAL" clId="{CE3612A8-BCDA-4797-9FD2-28FA85BD9EE9}" dt="2023-02-01T12:11:41.202" v="250"/>
            <ac:spMkLst>
              <pc:docMk/>
              <pc:sldMasterMk cId="259861064" sldId="2147483648"/>
              <pc:sldLayoutMk cId="2079071838" sldId="2147483734"/>
              <ac:spMk id="4" creationId="{354FFD5A-C787-75DA-20CF-702E70FF3075}"/>
            </ac:spMkLst>
          </pc:spChg>
          <pc:spChg chg="del">
            <ac:chgData name="Remi de Vogel" userId="5948360e-7b9c-4a22-9ada-df5e8b901c82" providerId="ADAL" clId="{CE3612A8-BCDA-4797-9FD2-28FA85BD9EE9}" dt="2023-02-01T12:11:41.202" v="250"/>
            <ac:spMkLst>
              <pc:docMk/>
              <pc:sldMasterMk cId="259861064" sldId="2147483648"/>
              <pc:sldLayoutMk cId="2079071838" sldId="2147483734"/>
              <ac:spMk id="5" creationId="{A906CE3E-478A-ACDF-A57D-F33D925A36F4}"/>
            </ac:spMkLst>
          </pc:spChg>
          <pc:spChg chg="add mod">
            <ac:chgData name="Remi de Vogel" userId="5948360e-7b9c-4a22-9ada-df5e8b901c82" providerId="ADAL" clId="{CE3612A8-BCDA-4797-9FD2-28FA85BD9EE9}" dt="2023-02-01T12:11:41.324" v="251"/>
            <ac:spMkLst>
              <pc:docMk/>
              <pc:sldMasterMk cId="259861064" sldId="2147483648"/>
              <pc:sldLayoutMk cId="2079071838" sldId="2147483734"/>
              <ac:spMk id="6" creationId="{E2A7850A-B39D-8CE1-177C-A24A47507B47}"/>
            </ac:spMkLst>
          </pc:spChg>
          <pc:spChg chg="add mod">
            <ac:chgData name="Remi de Vogel" userId="5948360e-7b9c-4a22-9ada-df5e8b901c82" providerId="ADAL" clId="{CE3612A8-BCDA-4797-9FD2-28FA85BD9EE9}" dt="2023-02-01T12:11:41.324" v="251"/>
            <ac:spMkLst>
              <pc:docMk/>
              <pc:sldMasterMk cId="259861064" sldId="2147483648"/>
              <pc:sldLayoutMk cId="2079071838" sldId="2147483734"/>
              <ac:spMk id="7" creationId="{2D0E3974-B6A4-FFBD-57BA-74E946E974C7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45.076" v="255"/>
          <pc:sldLayoutMkLst>
            <pc:docMk/>
            <pc:sldMasterMk cId="259861064" sldId="2147483648"/>
            <pc:sldLayoutMk cId="2400735421" sldId="2147483735"/>
          </pc:sldLayoutMkLst>
          <pc:spChg chg="del">
            <ac:chgData name="Remi de Vogel" userId="5948360e-7b9c-4a22-9ada-df5e8b901c82" providerId="ADAL" clId="{CE3612A8-BCDA-4797-9FD2-28FA85BD9EE9}" dt="2023-02-01T12:11:44.962" v="254"/>
            <ac:spMkLst>
              <pc:docMk/>
              <pc:sldMasterMk cId="259861064" sldId="2147483648"/>
              <pc:sldLayoutMk cId="2400735421" sldId="2147483735"/>
              <ac:spMk id="2" creationId="{ED956B58-5617-D3B8-C22D-D370273EA083}"/>
            </ac:spMkLst>
          </pc:spChg>
          <pc:spChg chg="del">
            <ac:chgData name="Remi de Vogel" userId="5948360e-7b9c-4a22-9ada-df5e8b901c82" providerId="ADAL" clId="{CE3612A8-BCDA-4797-9FD2-28FA85BD9EE9}" dt="2023-02-01T12:11:44.962" v="254"/>
            <ac:spMkLst>
              <pc:docMk/>
              <pc:sldMasterMk cId="259861064" sldId="2147483648"/>
              <pc:sldLayoutMk cId="2400735421" sldId="2147483735"/>
              <ac:spMk id="3" creationId="{DA02D120-AAAF-5E6A-9856-F9350DAF3DF0}"/>
            </ac:spMkLst>
          </pc:spChg>
          <pc:spChg chg="add mod">
            <ac:chgData name="Remi de Vogel" userId="5948360e-7b9c-4a22-9ada-df5e8b901c82" providerId="ADAL" clId="{CE3612A8-BCDA-4797-9FD2-28FA85BD9EE9}" dt="2023-02-01T12:11:45.076" v="255"/>
            <ac:spMkLst>
              <pc:docMk/>
              <pc:sldMasterMk cId="259861064" sldId="2147483648"/>
              <pc:sldLayoutMk cId="2400735421" sldId="2147483735"/>
              <ac:spMk id="4" creationId="{EDCE6B12-2F68-69AA-4BDE-06821A5FA9A4}"/>
            </ac:spMkLst>
          </pc:spChg>
          <pc:spChg chg="del">
            <ac:chgData name="Remi de Vogel" userId="5948360e-7b9c-4a22-9ada-df5e8b901c82" providerId="ADAL" clId="{CE3612A8-BCDA-4797-9FD2-28FA85BD9EE9}" dt="2023-02-01T12:11:44.962" v="254"/>
            <ac:spMkLst>
              <pc:docMk/>
              <pc:sldMasterMk cId="259861064" sldId="2147483648"/>
              <pc:sldLayoutMk cId="2400735421" sldId="2147483735"/>
              <ac:spMk id="5" creationId="{24FC5D07-268A-8521-4BA1-08979B63C7CD}"/>
            </ac:spMkLst>
          </pc:spChg>
          <pc:spChg chg="add mod">
            <ac:chgData name="Remi de Vogel" userId="5948360e-7b9c-4a22-9ada-df5e8b901c82" providerId="ADAL" clId="{CE3612A8-BCDA-4797-9FD2-28FA85BD9EE9}" dt="2023-02-01T12:11:45.076" v="255"/>
            <ac:spMkLst>
              <pc:docMk/>
              <pc:sldMasterMk cId="259861064" sldId="2147483648"/>
              <pc:sldLayoutMk cId="2400735421" sldId="2147483735"/>
              <ac:spMk id="6" creationId="{BC4297CB-0B71-F645-7D64-5275A718054C}"/>
            </ac:spMkLst>
          </pc:spChg>
          <pc:spChg chg="add mod">
            <ac:chgData name="Remi de Vogel" userId="5948360e-7b9c-4a22-9ada-df5e8b901c82" providerId="ADAL" clId="{CE3612A8-BCDA-4797-9FD2-28FA85BD9EE9}" dt="2023-02-01T12:11:45.076" v="255"/>
            <ac:spMkLst>
              <pc:docMk/>
              <pc:sldMasterMk cId="259861064" sldId="2147483648"/>
              <pc:sldLayoutMk cId="2400735421" sldId="2147483735"/>
              <ac:spMk id="7" creationId="{DB63E056-F69D-C7CD-403E-8BE6622C5B98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37.404" v="247"/>
          <pc:sldLayoutMkLst>
            <pc:docMk/>
            <pc:sldMasterMk cId="259861064" sldId="2147483648"/>
            <pc:sldLayoutMk cId="101923619" sldId="2147483736"/>
          </pc:sldLayoutMkLst>
          <pc:spChg chg="del">
            <ac:chgData name="Remi de Vogel" userId="5948360e-7b9c-4a22-9ada-df5e8b901c82" providerId="ADAL" clId="{CE3612A8-BCDA-4797-9FD2-28FA85BD9EE9}" dt="2023-02-01T12:11:37.266" v="246"/>
            <ac:spMkLst>
              <pc:docMk/>
              <pc:sldMasterMk cId="259861064" sldId="2147483648"/>
              <pc:sldLayoutMk cId="101923619" sldId="2147483736"/>
              <ac:spMk id="2" creationId="{1459C21D-B668-BD7A-2CCA-4932627281FB}"/>
            </ac:spMkLst>
          </pc:spChg>
          <pc:spChg chg="del">
            <ac:chgData name="Remi de Vogel" userId="5948360e-7b9c-4a22-9ada-df5e8b901c82" providerId="ADAL" clId="{CE3612A8-BCDA-4797-9FD2-28FA85BD9EE9}" dt="2023-02-01T12:11:37.266" v="246"/>
            <ac:spMkLst>
              <pc:docMk/>
              <pc:sldMasterMk cId="259861064" sldId="2147483648"/>
              <pc:sldLayoutMk cId="101923619" sldId="2147483736"/>
              <ac:spMk id="3" creationId="{0795BA8B-11B3-B9B9-1C2C-6132B1AE9BC1}"/>
            </ac:spMkLst>
          </pc:spChg>
          <pc:spChg chg="del">
            <ac:chgData name="Remi de Vogel" userId="5948360e-7b9c-4a22-9ada-df5e8b901c82" providerId="ADAL" clId="{CE3612A8-BCDA-4797-9FD2-28FA85BD9EE9}" dt="2023-02-01T12:11:37.266" v="246"/>
            <ac:spMkLst>
              <pc:docMk/>
              <pc:sldMasterMk cId="259861064" sldId="2147483648"/>
              <pc:sldLayoutMk cId="101923619" sldId="2147483736"/>
              <ac:spMk id="4" creationId="{A3A89C0C-EBFF-C0D0-99C7-FB7FBC06BB2C}"/>
            </ac:spMkLst>
          </pc:spChg>
          <pc:spChg chg="add mod">
            <ac:chgData name="Remi de Vogel" userId="5948360e-7b9c-4a22-9ada-df5e8b901c82" providerId="ADAL" clId="{CE3612A8-BCDA-4797-9FD2-28FA85BD9EE9}" dt="2023-02-01T12:11:37.404" v="247"/>
            <ac:spMkLst>
              <pc:docMk/>
              <pc:sldMasterMk cId="259861064" sldId="2147483648"/>
              <pc:sldLayoutMk cId="101923619" sldId="2147483736"/>
              <ac:spMk id="5" creationId="{CF3DD555-C0C0-8C82-66A2-9D13FB020A8E}"/>
            </ac:spMkLst>
          </pc:spChg>
          <pc:spChg chg="add mod">
            <ac:chgData name="Remi de Vogel" userId="5948360e-7b9c-4a22-9ada-df5e8b901c82" providerId="ADAL" clId="{CE3612A8-BCDA-4797-9FD2-28FA85BD9EE9}" dt="2023-02-01T12:11:37.404" v="247"/>
            <ac:spMkLst>
              <pc:docMk/>
              <pc:sldMasterMk cId="259861064" sldId="2147483648"/>
              <pc:sldLayoutMk cId="101923619" sldId="2147483736"/>
              <ac:spMk id="6" creationId="{E5B862BC-A204-E819-9D8B-58F90052FF57}"/>
            </ac:spMkLst>
          </pc:spChg>
          <pc:spChg chg="add mod">
            <ac:chgData name="Remi de Vogel" userId="5948360e-7b9c-4a22-9ada-df5e8b901c82" providerId="ADAL" clId="{CE3612A8-BCDA-4797-9FD2-28FA85BD9EE9}" dt="2023-02-01T12:11:37.404" v="247"/>
            <ac:spMkLst>
              <pc:docMk/>
              <pc:sldMasterMk cId="259861064" sldId="2147483648"/>
              <pc:sldLayoutMk cId="101923619" sldId="2147483736"/>
              <ac:spMk id="7" creationId="{1C785522-9014-FE5A-8A7E-BFC6F76E5643}"/>
            </ac:spMkLst>
          </pc:spChg>
        </pc:sldLayoutChg>
        <pc:sldLayoutChg chg="addSp delSp modSp mod">
          <pc:chgData name="Remi de Vogel" userId="5948360e-7b9c-4a22-9ada-df5e8b901c82" providerId="ADAL" clId="{CE3612A8-BCDA-4797-9FD2-28FA85BD9EE9}" dt="2023-02-01T13:47:49.323" v="767" actId="139"/>
          <pc:sldLayoutMkLst>
            <pc:docMk/>
            <pc:sldMasterMk cId="259861064" sldId="2147483648"/>
            <pc:sldLayoutMk cId="3277208104" sldId="2147483737"/>
          </pc:sldLayoutMkLst>
          <pc:spChg chg="del">
            <ac:chgData name="Remi de Vogel" userId="5948360e-7b9c-4a22-9ada-df5e8b901c82" providerId="ADAL" clId="{CE3612A8-BCDA-4797-9FD2-28FA85BD9EE9}" dt="2023-02-01T12:13:44.745" v="275"/>
            <ac:spMkLst>
              <pc:docMk/>
              <pc:sldMasterMk cId="259861064" sldId="2147483648"/>
              <pc:sldLayoutMk cId="3277208104" sldId="2147483737"/>
              <ac:spMk id="2" creationId="{BA97C245-FFE7-A0BA-8335-79C4A7A06809}"/>
            </ac:spMkLst>
          </pc:spChg>
          <pc:spChg chg="add mod">
            <ac:chgData name="Remi de Vogel" userId="5948360e-7b9c-4a22-9ada-df5e8b901c82" providerId="ADAL" clId="{CE3612A8-BCDA-4797-9FD2-28FA85BD9EE9}" dt="2023-02-01T13:20:03.400" v="673"/>
            <ac:spMkLst>
              <pc:docMk/>
              <pc:sldMasterMk cId="259861064" sldId="2147483648"/>
              <pc:sldLayoutMk cId="3277208104" sldId="2147483737"/>
              <ac:spMk id="2" creationId="{DE82E1BD-FC96-EF97-4626-229F15E33345}"/>
            </ac:spMkLst>
          </pc:spChg>
          <pc:spChg chg="del">
            <ac:chgData name="Remi de Vogel" userId="5948360e-7b9c-4a22-9ada-df5e8b901c82" providerId="ADAL" clId="{CE3612A8-BCDA-4797-9FD2-28FA85BD9EE9}" dt="2023-02-01T12:13:44.745" v="275"/>
            <ac:spMkLst>
              <pc:docMk/>
              <pc:sldMasterMk cId="259861064" sldId="2147483648"/>
              <pc:sldLayoutMk cId="3277208104" sldId="2147483737"/>
              <ac:spMk id="3" creationId="{469A2FC6-0C24-23CF-C943-72756B291A08}"/>
            </ac:spMkLst>
          </pc:spChg>
          <pc:spChg chg="del">
            <ac:chgData name="Remi de Vogel" userId="5948360e-7b9c-4a22-9ada-df5e8b901c82" providerId="ADAL" clId="{CE3612A8-BCDA-4797-9FD2-28FA85BD9EE9}" dt="2023-02-01T12:13:44.745" v="275"/>
            <ac:spMkLst>
              <pc:docMk/>
              <pc:sldMasterMk cId="259861064" sldId="2147483648"/>
              <pc:sldLayoutMk cId="3277208104" sldId="2147483737"/>
              <ac:spMk id="4" creationId="{E764A80B-6C02-FEBD-2A52-A660AC396E03}"/>
            </ac:spMkLst>
          </pc:spChg>
          <pc:spChg chg="add mod">
            <ac:chgData name="Remi de Vogel" userId="5948360e-7b9c-4a22-9ada-df5e8b901c82" providerId="ADAL" clId="{CE3612A8-BCDA-4797-9FD2-28FA85BD9EE9}" dt="2023-02-01T12:13:49.566" v="277" actId="207"/>
            <ac:spMkLst>
              <pc:docMk/>
              <pc:sldMasterMk cId="259861064" sldId="2147483648"/>
              <pc:sldLayoutMk cId="3277208104" sldId="2147483737"/>
              <ac:spMk id="5" creationId="{1DF19C37-F2AC-F897-8812-3E8B0C85EC90}"/>
            </ac:spMkLst>
          </pc:spChg>
          <pc:spChg chg="add mod">
            <ac:chgData name="Remi de Vogel" userId="5948360e-7b9c-4a22-9ada-df5e8b901c82" providerId="ADAL" clId="{CE3612A8-BCDA-4797-9FD2-28FA85BD9EE9}" dt="2023-02-01T12:13:49.566" v="277" actId="207"/>
            <ac:spMkLst>
              <pc:docMk/>
              <pc:sldMasterMk cId="259861064" sldId="2147483648"/>
              <pc:sldLayoutMk cId="3277208104" sldId="2147483737"/>
              <ac:spMk id="6" creationId="{D99588E7-DB3D-84A0-FAD4-46E9BED3C4D3}"/>
            </ac:spMkLst>
          </pc:spChg>
          <pc:spChg chg="add mod">
            <ac:chgData name="Remi de Vogel" userId="5948360e-7b9c-4a22-9ada-df5e8b901c82" providerId="ADAL" clId="{CE3612A8-BCDA-4797-9FD2-28FA85BD9EE9}" dt="2023-02-01T12:13:49.566" v="277" actId="207"/>
            <ac:spMkLst>
              <pc:docMk/>
              <pc:sldMasterMk cId="259861064" sldId="2147483648"/>
              <pc:sldLayoutMk cId="3277208104" sldId="2147483737"/>
              <ac:spMk id="7" creationId="{CBC53028-A7BF-14D5-8EBE-365700BC7A73}"/>
            </ac:spMkLst>
          </pc:spChg>
          <pc:spChg chg="add del mod">
            <ac:chgData name="Remi de Vogel" userId="5948360e-7b9c-4a22-9ada-df5e8b901c82" providerId="ADAL" clId="{CE3612A8-BCDA-4797-9FD2-28FA85BD9EE9}" dt="2023-02-01T12:21:59.239" v="344"/>
            <ac:spMkLst>
              <pc:docMk/>
              <pc:sldMasterMk cId="259861064" sldId="2147483648"/>
              <pc:sldLayoutMk cId="3277208104" sldId="2147483737"/>
              <ac:spMk id="8" creationId="{F20CEF85-DCAC-189B-CBDF-8183029271EC}"/>
            </ac:spMkLst>
          </pc:spChg>
          <pc:spChg chg="del">
            <ac:chgData name="Remi de Vogel" userId="5948360e-7b9c-4a22-9ada-df5e8b901c82" providerId="ADAL" clId="{CE3612A8-BCDA-4797-9FD2-28FA85BD9EE9}" dt="2023-02-01T13:20:03.018" v="672" actId="478"/>
            <ac:spMkLst>
              <pc:docMk/>
              <pc:sldMasterMk cId="259861064" sldId="2147483648"/>
              <pc:sldLayoutMk cId="3277208104" sldId="2147483737"/>
              <ac:spMk id="10" creationId="{5B70325F-275A-3794-6623-7711F7F9DD80}"/>
            </ac:spMkLst>
          </pc:spChg>
          <pc:spChg chg="mod">
            <ac:chgData name="Remi de Vogel" userId="5948360e-7b9c-4a22-9ada-df5e8b901c82" providerId="ADAL" clId="{CE3612A8-BCDA-4797-9FD2-28FA85BD9EE9}" dt="2023-02-01T13:10:50.335" v="552" actId="20577"/>
            <ac:spMkLst>
              <pc:docMk/>
              <pc:sldMasterMk cId="259861064" sldId="2147483648"/>
              <pc:sldLayoutMk cId="3277208104" sldId="2147483737"/>
              <ac:spMk id="11" creationId="{7C3D10E2-AE17-CA71-DC90-8A5F1BDC83F7}"/>
            </ac:spMkLst>
          </pc:spChg>
          <pc:spChg chg="mod">
            <ac:chgData name="Remi de Vogel" userId="5948360e-7b9c-4a22-9ada-df5e8b901c82" providerId="ADAL" clId="{CE3612A8-BCDA-4797-9FD2-28FA85BD9EE9}" dt="2023-02-01T12:30:17.502" v="474"/>
            <ac:spMkLst>
              <pc:docMk/>
              <pc:sldMasterMk cId="259861064" sldId="2147483648"/>
              <pc:sldLayoutMk cId="3277208104" sldId="2147483737"/>
              <ac:spMk id="12" creationId="{923F0AE6-64A0-48D3-2F58-26CEF71B34E0}"/>
            </ac:spMkLst>
          </pc:spChg>
          <pc:spChg chg="mod">
            <ac:chgData name="Remi de Vogel" userId="5948360e-7b9c-4a22-9ada-df5e8b901c82" providerId="ADAL" clId="{CE3612A8-BCDA-4797-9FD2-28FA85BD9EE9}" dt="2023-02-01T13:07:04.302" v="488"/>
            <ac:spMkLst>
              <pc:docMk/>
              <pc:sldMasterMk cId="259861064" sldId="2147483648"/>
              <pc:sldLayoutMk cId="3277208104" sldId="2147483737"/>
              <ac:spMk id="13" creationId="{0B297783-3573-2902-4B98-10768A4D38EF}"/>
            </ac:spMkLst>
          </pc:spChg>
          <pc:spChg chg="mod">
            <ac:chgData name="Remi de Vogel" userId="5948360e-7b9c-4a22-9ada-df5e8b901c82" providerId="ADAL" clId="{CE3612A8-BCDA-4797-9FD2-28FA85BD9EE9}" dt="2023-02-01T13:47:49.313" v="761" actId="139"/>
            <ac:spMkLst>
              <pc:docMk/>
              <pc:sldMasterMk cId="259861064" sldId="2147483648"/>
              <pc:sldLayoutMk cId="3277208104" sldId="2147483737"/>
              <ac:spMk id="14" creationId="{EB7A1E92-C009-56EC-F987-1EBB6B064052}"/>
            </ac:spMkLst>
          </pc:spChg>
          <pc:spChg chg="add mod">
            <ac:chgData name="Remi de Vogel" userId="5948360e-7b9c-4a22-9ada-df5e8b901c82" providerId="ADAL" clId="{CE3612A8-BCDA-4797-9FD2-28FA85BD9EE9}" dt="2023-02-01T12:22:04.626" v="346" actId="207"/>
            <ac:spMkLst>
              <pc:docMk/>
              <pc:sldMasterMk cId="259861064" sldId="2147483648"/>
              <pc:sldLayoutMk cId="3277208104" sldId="2147483737"/>
              <ac:spMk id="15" creationId="{5953DC72-C0F5-D909-0950-92A3A6FBCB07}"/>
            </ac:spMkLst>
          </pc:spChg>
          <pc:spChg chg="mod">
            <ac:chgData name="Remi de Vogel" userId="5948360e-7b9c-4a22-9ada-df5e8b901c82" providerId="ADAL" clId="{CE3612A8-BCDA-4797-9FD2-28FA85BD9EE9}" dt="2023-02-01T13:47:49.316" v="763" actId="139"/>
            <ac:spMkLst>
              <pc:docMk/>
              <pc:sldMasterMk cId="259861064" sldId="2147483648"/>
              <pc:sldLayoutMk cId="3277208104" sldId="2147483737"/>
              <ac:spMk id="16" creationId="{78304E2C-D76F-2456-8633-314BD726A32B}"/>
            </ac:spMkLst>
          </pc:spChg>
          <pc:spChg chg="mod">
            <ac:chgData name="Remi de Vogel" userId="5948360e-7b9c-4a22-9ada-df5e8b901c82" providerId="ADAL" clId="{CE3612A8-BCDA-4797-9FD2-28FA85BD9EE9}" dt="2023-02-01T13:47:49.319" v="765" actId="139"/>
            <ac:spMkLst>
              <pc:docMk/>
              <pc:sldMasterMk cId="259861064" sldId="2147483648"/>
              <pc:sldLayoutMk cId="3277208104" sldId="2147483737"/>
              <ac:spMk id="17" creationId="{591C8154-62BF-6BE3-97D9-C7E7789158C8}"/>
            </ac:spMkLst>
          </pc:spChg>
          <pc:spChg chg="mod">
            <ac:chgData name="Remi de Vogel" userId="5948360e-7b9c-4a22-9ada-df5e8b901c82" providerId="ADAL" clId="{CE3612A8-BCDA-4797-9FD2-28FA85BD9EE9}" dt="2023-02-01T13:47:49.323" v="767" actId="139"/>
            <ac:spMkLst>
              <pc:docMk/>
              <pc:sldMasterMk cId="259861064" sldId="2147483648"/>
              <pc:sldLayoutMk cId="3277208104" sldId="2147483737"/>
              <ac:spMk id="18" creationId="{120D845B-9A3F-D30F-FE80-F4F4A749CB5E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49.140" v="261"/>
          <pc:sldLayoutMkLst>
            <pc:docMk/>
            <pc:sldMasterMk cId="259861064" sldId="2147483648"/>
            <pc:sldLayoutMk cId="353535495" sldId="2147483738"/>
          </pc:sldLayoutMkLst>
          <pc:spChg chg="add mod">
            <ac:chgData name="Remi de Vogel" userId="5948360e-7b9c-4a22-9ada-df5e8b901c82" providerId="ADAL" clId="{CE3612A8-BCDA-4797-9FD2-28FA85BD9EE9}" dt="2023-02-01T12:11:49.140" v="261"/>
            <ac:spMkLst>
              <pc:docMk/>
              <pc:sldMasterMk cId="259861064" sldId="2147483648"/>
              <pc:sldLayoutMk cId="353535495" sldId="2147483738"/>
              <ac:spMk id="2" creationId="{61D76F7F-9BC8-1DF3-705F-813DA533D843}"/>
            </ac:spMkLst>
          </pc:spChg>
          <pc:spChg chg="del">
            <ac:chgData name="Remi de Vogel" userId="5948360e-7b9c-4a22-9ada-df5e8b901c82" providerId="ADAL" clId="{CE3612A8-BCDA-4797-9FD2-28FA85BD9EE9}" dt="2023-02-01T12:11:49.010" v="260"/>
            <ac:spMkLst>
              <pc:docMk/>
              <pc:sldMasterMk cId="259861064" sldId="2147483648"/>
              <pc:sldLayoutMk cId="353535495" sldId="2147483738"/>
              <ac:spMk id="3" creationId="{6C0E64F1-24B5-B50A-A09E-A42828A2E4F2}"/>
            </ac:spMkLst>
          </pc:spChg>
          <pc:spChg chg="del">
            <ac:chgData name="Remi de Vogel" userId="5948360e-7b9c-4a22-9ada-df5e8b901c82" providerId="ADAL" clId="{CE3612A8-BCDA-4797-9FD2-28FA85BD9EE9}" dt="2023-02-01T12:11:49.010" v="260"/>
            <ac:spMkLst>
              <pc:docMk/>
              <pc:sldMasterMk cId="259861064" sldId="2147483648"/>
              <pc:sldLayoutMk cId="353535495" sldId="2147483738"/>
              <ac:spMk id="4" creationId="{63F396F7-E045-30A0-EDC3-BDF39E0FB479}"/>
            </ac:spMkLst>
          </pc:spChg>
          <pc:spChg chg="del">
            <ac:chgData name="Remi de Vogel" userId="5948360e-7b9c-4a22-9ada-df5e8b901c82" providerId="ADAL" clId="{CE3612A8-BCDA-4797-9FD2-28FA85BD9EE9}" dt="2023-02-01T12:11:49.010" v="260"/>
            <ac:spMkLst>
              <pc:docMk/>
              <pc:sldMasterMk cId="259861064" sldId="2147483648"/>
              <pc:sldLayoutMk cId="353535495" sldId="2147483738"/>
              <ac:spMk id="5" creationId="{202F7206-7AA5-5CEF-A63C-030B2DF451E6}"/>
            </ac:spMkLst>
          </pc:spChg>
          <pc:spChg chg="add mod">
            <ac:chgData name="Remi de Vogel" userId="5948360e-7b9c-4a22-9ada-df5e8b901c82" providerId="ADAL" clId="{CE3612A8-BCDA-4797-9FD2-28FA85BD9EE9}" dt="2023-02-01T12:11:49.140" v="261"/>
            <ac:spMkLst>
              <pc:docMk/>
              <pc:sldMasterMk cId="259861064" sldId="2147483648"/>
              <pc:sldLayoutMk cId="353535495" sldId="2147483738"/>
              <ac:spMk id="6" creationId="{754CA73F-F4DB-C69D-3692-87CAF354B3E9}"/>
            </ac:spMkLst>
          </pc:spChg>
          <pc:spChg chg="add mod">
            <ac:chgData name="Remi de Vogel" userId="5948360e-7b9c-4a22-9ada-df5e8b901c82" providerId="ADAL" clId="{CE3612A8-BCDA-4797-9FD2-28FA85BD9EE9}" dt="2023-02-01T12:11:49.140" v="261"/>
            <ac:spMkLst>
              <pc:docMk/>
              <pc:sldMasterMk cId="259861064" sldId="2147483648"/>
              <pc:sldLayoutMk cId="353535495" sldId="2147483738"/>
              <ac:spMk id="7" creationId="{8A88B06B-C1EA-B9F8-5151-31D3A4F89FDE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1:46.308" v="257"/>
          <pc:sldLayoutMkLst>
            <pc:docMk/>
            <pc:sldMasterMk cId="259861064" sldId="2147483648"/>
            <pc:sldLayoutMk cId="2842284886" sldId="2147483740"/>
          </pc:sldLayoutMkLst>
          <pc:spChg chg="del">
            <ac:chgData name="Remi de Vogel" userId="5948360e-7b9c-4a22-9ada-df5e8b901c82" providerId="ADAL" clId="{CE3612A8-BCDA-4797-9FD2-28FA85BD9EE9}" dt="2023-02-01T12:11:46.178" v="256"/>
            <ac:spMkLst>
              <pc:docMk/>
              <pc:sldMasterMk cId="259861064" sldId="2147483648"/>
              <pc:sldLayoutMk cId="2842284886" sldId="2147483740"/>
              <ac:spMk id="2" creationId="{9231AC4F-A9CB-F84E-DA4A-9EB2CBFF2994}"/>
            </ac:spMkLst>
          </pc:spChg>
          <pc:spChg chg="del">
            <ac:chgData name="Remi de Vogel" userId="5948360e-7b9c-4a22-9ada-df5e8b901c82" providerId="ADAL" clId="{CE3612A8-BCDA-4797-9FD2-28FA85BD9EE9}" dt="2023-02-01T12:11:46.178" v="256"/>
            <ac:spMkLst>
              <pc:docMk/>
              <pc:sldMasterMk cId="259861064" sldId="2147483648"/>
              <pc:sldLayoutMk cId="2842284886" sldId="2147483740"/>
              <ac:spMk id="3" creationId="{DAAC68C0-D463-FA41-A24D-DA691F52E7DA}"/>
            </ac:spMkLst>
          </pc:spChg>
          <pc:spChg chg="add mod">
            <ac:chgData name="Remi de Vogel" userId="5948360e-7b9c-4a22-9ada-df5e8b901c82" providerId="ADAL" clId="{CE3612A8-BCDA-4797-9FD2-28FA85BD9EE9}" dt="2023-02-01T12:11:46.308" v="257"/>
            <ac:spMkLst>
              <pc:docMk/>
              <pc:sldMasterMk cId="259861064" sldId="2147483648"/>
              <pc:sldLayoutMk cId="2842284886" sldId="2147483740"/>
              <ac:spMk id="4" creationId="{0AD83EC8-EF43-3CB6-8321-BE6B61C604EE}"/>
            </ac:spMkLst>
          </pc:spChg>
          <pc:spChg chg="del">
            <ac:chgData name="Remi de Vogel" userId="5948360e-7b9c-4a22-9ada-df5e8b901c82" providerId="ADAL" clId="{CE3612A8-BCDA-4797-9FD2-28FA85BD9EE9}" dt="2023-02-01T12:11:46.178" v="256"/>
            <ac:spMkLst>
              <pc:docMk/>
              <pc:sldMasterMk cId="259861064" sldId="2147483648"/>
              <pc:sldLayoutMk cId="2842284886" sldId="2147483740"/>
              <ac:spMk id="5" creationId="{D9D1876B-AEFE-9A07-6EDF-75A877B8FD80}"/>
            </ac:spMkLst>
          </pc:spChg>
          <pc:spChg chg="add mod">
            <ac:chgData name="Remi de Vogel" userId="5948360e-7b9c-4a22-9ada-df5e8b901c82" providerId="ADAL" clId="{CE3612A8-BCDA-4797-9FD2-28FA85BD9EE9}" dt="2023-02-01T12:11:46.308" v="257"/>
            <ac:spMkLst>
              <pc:docMk/>
              <pc:sldMasterMk cId="259861064" sldId="2147483648"/>
              <pc:sldLayoutMk cId="2842284886" sldId="2147483740"/>
              <ac:spMk id="6" creationId="{DCD10B61-C828-BB2B-F385-8B9DFAB33119}"/>
            </ac:spMkLst>
          </pc:spChg>
          <pc:spChg chg="add mod">
            <ac:chgData name="Remi de Vogel" userId="5948360e-7b9c-4a22-9ada-df5e8b901c82" providerId="ADAL" clId="{CE3612A8-BCDA-4797-9FD2-28FA85BD9EE9}" dt="2023-02-01T12:11:46.308" v="257"/>
            <ac:spMkLst>
              <pc:docMk/>
              <pc:sldMasterMk cId="259861064" sldId="2147483648"/>
              <pc:sldLayoutMk cId="2842284886" sldId="2147483740"/>
              <ac:spMk id="7" creationId="{5C1886AA-4A72-64BC-1AF5-D227CB6280C0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3:28.517" v="265"/>
          <pc:sldLayoutMkLst>
            <pc:docMk/>
            <pc:sldMasterMk cId="259861064" sldId="2147483648"/>
            <pc:sldLayoutMk cId="2227878697" sldId="2147483741"/>
          </pc:sldLayoutMkLst>
          <pc:spChg chg="add mod">
            <ac:chgData name="Remi de Vogel" userId="5948360e-7b9c-4a22-9ada-df5e8b901c82" providerId="ADAL" clId="{CE3612A8-BCDA-4797-9FD2-28FA85BD9EE9}" dt="2023-02-01T12:13:28.517" v="265"/>
            <ac:spMkLst>
              <pc:docMk/>
              <pc:sldMasterMk cId="259861064" sldId="2147483648"/>
              <pc:sldLayoutMk cId="2227878697" sldId="2147483741"/>
              <ac:spMk id="2" creationId="{3322C972-CD61-6A31-531A-649CF203A5FE}"/>
            </ac:spMkLst>
          </pc:spChg>
          <pc:spChg chg="del">
            <ac:chgData name="Remi de Vogel" userId="5948360e-7b9c-4a22-9ada-df5e8b901c82" providerId="ADAL" clId="{CE3612A8-BCDA-4797-9FD2-28FA85BD9EE9}" dt="2023-02-01T12:13:28.363" v="264"/>
            <ac:spMkLst>
              <pc:docMk/>
              <pc:sldMasterMk cId="259861064" sldId="2147483648"/>
              <pc:sldLayoutMk cId="2227878697" sldId="2147483741"/>
              <ac:spMk id="3" creationId="{51900EFF-2D07-ED86-EC13-AA159AF2AD62}"/>
            </ac:spMkLst>
          </pc:spChg>
          <pc:spChg chg="del">
            <ac:chgData name="Remi de Vogel" userId="5948360e-7b9c-4a22-9ada-df5e8b901c82" providerId="ADAL" clId="{CE3612A8-BCDA-4797-9FD2-28FA85BD9EE9}" dt="2023-02-01T12:13:28.363" v="264"/>
            <ac:spMkLst>
              <pc:docMk/>
              <pc:sldMasterMk cId="259861064" sldId="2147483648"/>
              <pc:sldLayoutMk cId="2227878697" sldId="2147483741"/>
              <ac:spMk id="4" creationId="{0A18972B-6B5D-57F8-DCA6-60B636D5C18D}"/>
            </ac:spMkLst>
          </pc:spChg>
          <pc:spChg chg="del">
            <ac:chgData name="Remi de Vogel" userId="5948360e-7b9c-4a22-9ada-df5e8b901c82" providerId="ADAL" clId="{CE3612A8-BCDA-4797-9FD2-28FA85BD9EE9}" dt="2023-02-01T12:13:28.363" v="264"/>
            <ac:spMkLst>
              <pc:docMk/>
              <pc:sldMasterMk cId="259861064" sldId="2147483648"/>
              <pc:sldLayoutMk cId="2227878697" sldId="2147483741"/>
              <ac:spMk id="5" creationId="{D4F2D9FC-6346-FE36-8DD5-6513515021BB}"/>
            </ac:spMkLst>
          </pc:spChg>
          <pc:spChg chg="add mod">
            <ac:chgData name="Remi de Vogel" userId="5948360e-7b9c-4a22-9ada-df5e8b901c82" providerId="ADAL" clId="{CE3612A8-BCDA-4797-9FD2-28FA85BD9EE9}" dt="2023-02-01T12:13:28.517" v="265"/>
            <ac:spMkLst>
              <pc:docMk/>
              <pc:sldMasterMk cId="259861064" sldId="2147483648"/>
              <pc:sldLayoutMk cId="2227878697" sldId="2147483741"/>
              <ac:spMk id="9" creationId="{23E29EF2-F798-EA83-46AB-72A88C24EB62}"/>
            </ac:spMkLst>
          </pc:spChg>
          <pc:spChg chg="add mod">
            <ac:chgData name="Remi de Vogel" userId="5948360e-7b9c-4a22-9ada-df5e8b901c82" providerId="ADAL" clId="{CE3612A8-BCDA-4797-9FD2-28FA85BD9EE9}" dt="2023-02-01T12:13:28.517" v="265"/>
            <ac:spMkLst>
              <pc:docMk/>
              <pc:sldMasterMk cId="259861064" sldId="2147483648"/>
              <pc:sldLayoutMk cId="2227878697" sldId="2147483741"/>
              <ac:spMk id="10" creationId="{71C41C69-942B-C972-FF4B-E0B54914E055}"/>
            </ac:spMkLst>
          </pc:spChg>
        </pc:sldLayoutChg>
        <pc:sldLayoutChg chg="addSp delSp modSp">
          <pc:chgData name="Remi de Vogel" userId="5948360e-7b9c-4a22-9ada-df5e8b901c82" providerId="ADAL" clId="{CE3612A8-BCDA-4797-9FD2-28FA85BD9EE9}" dt="2023-02-01T12:13:30.771" v="267"/>
          <pc:sldLayoutMkLst>
            <pc:docMk/>
            <pc:sldMasterMk cId="259861064" sldId="2147483648"/>
            <pc:sldLayoutMk cId="3523900727" sldId="2147483742"/>
          </pc:sldLayoutMkLst>
          <pc:spChg chg="add mod">
            <ac:chgData name="Remi de Vogel" userId="5948360e-7b9c-4a22-9ada-df5e8b901c82" providerId="ADAL" clId="{CE3612A8-BCDA-4797-9FD2-28FA85BD9EE9}" dt="2023-02-01T12:13:30.771" v="267"/>
            <ac:spMkLst>
              <pc:docMk/>
              <pc:sldMasterMk cId="259861064" sldId="2147483648"/>
              <pc:sldLayoutMk cId="3523900727" sldId="2147483742"/>
              <ac:spMk id="2" creationId="{2E91F31F-E193-9B2E-D4B8-29840E9F9E11}"/>
            </ac:spMkLst>
          </pc:spChg>
          <pc:spChg chg="del">
            <ac:chgData name="Remi de Vogel" userId="5948360e-7b9c-4a22-9ada-df5e8b901c82" providerId="ADAL" clId="{CE3612A8-BCDA-4797-9FD2-28FA85BD9EE9}" dt="2023-02-01T12:13:30.658" v="266"/>
            <ac:spMkLst>
              <pc:docMk/>
              <pc:sldMasterMk cId="259861064" sldId="2147483648"/>
              <pc:sldLayoutMk cId="3523900727" sldId="2147483742"/>
              <ac:spMk id="3" creationId="{BE15D75B-4B94-0C7E-9D2C-82D9A801B6B5}"/>
            </ac:spMkLst>
          </pc:spChg>
          <pc:spChg chg="del">
            <ac:chgData name="Remi de Vogel" userId="5948360e-7b9c-4a22-9ada-df5e8b901c82" providerId="ADAL" clId="{CE3612A8-BCDA-4797-9FD2-28FA85BD9EE9}" dt="2023-02-01T12:13:30.658" v="266"/>
            <ac:spMkLst>
              <pc:docMk/>
              <pc:sldMasterMk cId="259861064" sldId="2147483648"/>
              <pc:sldLayoutMk cId="3523900727" sldId="2147483742"/>
              <ac:spMk id="4" creationId="{0A7101A4-CEB6-1CA7-E681-6A73FC8801C8}"/>
            </ac:spMkLst>
          </pc:spChg>
          <pc:spChg chg="del">
            <ac:chgData name="Remi de Vogel" userId="5948360e-7b9c-4a22-9ada-df5e8b901c82" providerId="ADAL" clId="{CE3612A8-BCDA-4797-9FD2-28FA85BD9EE9}" dt="2023-02-01T12:13:30.658" v="266"/>
            <ac:spMkLst>
              <pc:docMk/>
              <pc:sldMasterMk cId="259861064" sldId="2147483648"/>
              <pc:sldLayoutMk cId="3523900727" sldId="2147483742"/>
              <ac:spMk id="5" creationId="{FB66A773-1E1A-85F3-0243-AC027EEB8BBB}"/>
            </ac:spMkLst>
          </pc:spChg>
          <pc:spChg chg="add mod">
            <ac:chgData name="Remi de Vogel" userId="5948360e-7b9c-4a22-9ada-df5e8b901c82" providerId="ADAL" clId="{CE3612A8-BCDA-4797-9FD2-28FA85BD9EE9}" dt="2023-02-01T12:13:30.771" v="267"/>
            <ac:spMkLst>
              <pc:docMk/>
              <pc:sldMasterMk cId="259861064" sldId="2147483648"/>
              <pc:sldLayoutMk cId="3523900727" sldId="2147483742"/>
              <ac:spMk id="9" creationId="{54AC03D6-4F2D-9943-332F-147D10B2461D}"/>
            </ac:spMkLst>
          </pc:spChg>
          <pc:spChg chg="add mod">
            <ac:chgData name="Remi de Vogel" userId="5948360e-7b9c-4a22-9ada-df5e8b901c82" providerId="ADAL" clId="{CE3612A8-BCDA-4797-9FD2-28FA85BD9EE9}" dt="2023-02-01T12:13:30.771" v="267"/>
            <ac:spMkLst>
              <pc:docMk/>
              <pc:sldMasterMk cId="259861064" sldId="2147483648"/>
              <pc:sldLayoutMk cId="3523900727" sldId="2147483742"/>
              <ac:spMk id="10" creationId="{9274EB98-68FF-3BA4-5E75-09F7992E89CA}"/>
            </ac:spMkLst>
          </pc:spChg>
        </pc:sldLayoutChg>
        <pc:sldLayoutChg chg="addSp delSp modSp mod">
          <pc:chgData name="Remi de Vogel" userId="5948360e-7b9c-4a22-9ada-df5e8b901c82" providerId="ADAL" clId="{CE3612A8-BCDA-4797-9FD2-28FA85BD9EE9}" dt="2023-02-01T13:20:10.815" v="676" actId="207"/>
          <pc:sldLayoutMkLst>
            <pc:docMk/>
            <pc:sldMasterMk cId="259861064" sldId="2147483648"/>
            <pc:sldLayoutMk cId="3673328579" sldId="2147483743"/>
          </pc:sldLayoutMkLst>
          <pc:spChg chg="add mod">
            <ac:chgData name="Remi de Vogel" userId="5948360e-7b9c-4a22-9ada-df5e8b901c82" providerId="ADAL" clId="{CE3612A8-BCDA-4797-9FD2-28FA85BD9EE9}" dt="2023-02-01T13:20:10.815" v="676" actId="207"/>
            <ac:spMkLst>
              <pc:docMk/>
              <pc:sldMasterMk cId="259861064" sldId="2147483648"/>
              <pc:sldLayoutMk cId="3673328579" sldId="2147483743"/>
              <ac:spMk id="2" creationId="{DA99007C-F134-2E19-B26C-CC065ECA241B}"/>
            </ac:spMkLst>
          </pc:spChg>
          <pc:spChg chg="del">
            <ac:chgData name="Remi de Vogel" userId="5948360e-7b9c-4a22-9ada-df5e8b901c82" providerId="ADAL" clId="{CE3612A8-BCDA-4797-9FD2-28FA85BD9EE9}" dt="2023-02-01T12:13:53.139" v="278"/>
            <ac:spMkLst>
              <pc:docMk/>
              <pc:sldMasterMk cId="259861064" sldId="2147483648"/>
              <pc:sldLayoutMk cId="3673328579" sldId="2147483743"/>
              <ac:spMk id="2" creationId="{E30AD8D1-F574-F566-C414-DB167693086C}"/>
            </ac:spMkLst>
          </pc:spChg>
          <pc:spChg chg="del">
            <ac:chgData name="Remi de Vogel" userId="5948360e-7b9c-4a22-9ada-df5e8b901c82" providerId="ADAL" clId="{CE3612A8-BCDA-4797-9FD2-28FA85BD9EE9}" dt="2023-02-01T12:13:53.139" v="278"/>
            <ac:spMkLst>
              <pc:docMk/>
              <pc:sldMasterMk cId="259861064" sldId="2147483648"/>
              <pc:sldLayoutMk cId="3673328579" sldId="2147483743"/>
              <ac:spMk id="3" creationId="{D6F269D7-A0E4-01F7-1211-917CC260EB58}"/>
            </ac:spMkLst>
          </pc:spChg>
          <pc:spChg chg="del">
            <ac:chgData name="Remi de Vogel" userId="5948360e-7b9c-4a22-9ada-df5e8b901c82" providerId="ADAL" clId="{CE3612A8-BCDA-4797-9FD2-28FA85BD9EE9}" dt="2023-02-01T12:13:53.139" v="278"/>
            <ac:spMkLst>
              <pc:docMk/>
              <pc:sldMasterMk cId="259861064" sldId="2147483648"/>
              <pc:sldLayoutMk cId="3673328579" sldId="2147483743"/>
              <ac:spMk id="4" creationId="{1E3498BE-B053-F62E-A2CD-AB8AA41B3D65}"/>
            </ac:spMkLst>
          </pc:spChg>
          <pc:spChg chg="add mod">
            <ac:chgData name="Remi de Vogel" userId="5948360e-7b9c-4a22-9ada-df5e8b901c82" providerId="ADAL" clId="{CE3612A8-BCDA-4797-9FD2-28FA85BD9EE9}" dt="2023-02-01T12:13:57.373" v="280" actId="207"/>
            <ac:spMkLst>
              <pc:docMk/>
              <pc:sldMasterMk cId="259861064" sldId="2147483648"/>
              <pc:sldLayoutMk cId="3673328579" sldId="2147483743"/>
              <ac:spMk id="6" creationId="{484585A6-2A98-95D5-56EF-145C827ED615}"/>
            </ac:spMkLst>
          </pc:spChg>
          <pc:spChg chg="add mod">
            <ac:chgData name="Remi de Vogel" userId="5948360e-7b9c-4a22-9ada-df5e8b901c82" providerId="ADAL" clId="{CE3612A8-BCDA-4797-9FD2-28FA85BD9EE9}" dt="2023-02-01T12:13:57.373" v="280" actId="207"/>
            <ac:spMkLst>
              <pc:docMk/>
              <pc:sldMasterMk cId="259861064" sldId="2147483648"/>
              <pc:sldLayoutMk cId="3673328579" sldId="2147483743"/>
              <ac:spMk id="7" creationId="{8A7D857D-75B5-033B-4207-C5EA0CE6B96C}"/>
            </ac:spMkLst>
          </pc:spChg>
          <pc:spChg chg="del">
            <ac:chgData name="Remi de Vogel" userId="5948360e-7b9c-4a22-9ada-df5e8b901c82" providerId="ADAL" clId="{CE3612A8-BCDA-4797-9FD2-28FA85BD9EE9}" dt="2023-02-01T13:20:07.474" v="674" actId="478"/>
            <ac:spMkLst>
              <pc:docMk/>
              <pc:sldMasterMk cId="259861064" sldId="2147483648"/>
              <pc:sldLayoutMk cId="3673328579" sldId="2147483743"/>
              <ac:spMk id="8" creationId="{3B44619E-8BFC-0059-3F20-F7ED87507133}"/>
            </ac:spMkLst>
          </pc:spChg>
          <pc:spChg chg="mod">
            <ac:chgData name="Remi de Vogel" userId="5948360e-7b9c-4a22-9ada-df5e8b901c82" providerId="ADAL" clId="{CE3612A8-BCDA-4797-9FD2-28FA85BD9EE9}" dt="2023-02-01T13:10:54.286" v="555" actId="20577"/>
            <ac:spMkLst>
              <pc:docMk/>
              <pc:sldMasterMk cId="259861064" sldId="2147483648"/>
              <pc:sldLayoutMk cId="3673328579" sldId="2147483743"/>
              <ac:spMk id="9" creationId="{D4749403-08B4-4B8E-0EFA-5684DA4BB62B}"/>
            </ac:spMkLst>
          </pc:spChg>
          <pc:spChg chg="mod">
            <ac:chgData name="Remi de Vogel" userId="5948360e-7b9c-4a22-9ada-df5e8b901c82" providerId="ADAL" clId="{CE3612A8-BCDA-4797-9FD2-28FA85BD9EE9}" dt="2023-02-01T13:07:29.422" v="496"/>
            <ac:spMkLst>
              <pc:docMk/>
              <pc:sldMasterMk cId="259861064" sldId="2147483648"/>
              <pc:sldLayoutMk cId="3673328579" sldId="2147483743"/>
              <ac:spMk id="10" creationId="{B2EA15A6-21DB-E648-3969-4AB72CF970E3}"/>
            </ac:spMkLst>
          </pc:spChg>
          <pc:spChg chg="mod">
            <ac:chgData name="Remi de Vogel" userId="5948360e-7b9c-4a22-9ada-df5e8b901c82" providerId="ADAL" clId="{CE3612A8-BCDA-4797-9FD2-28FA85BD9EE9}" dt="2023-02-01T13:07:33.398" v="498"/>
            <ac:spMkLst>
              <pc:docMk/>
              <pc:sldMasterMk cId="259861064" sldId="2147483648"/>
              <pc:sldLayoutMk cId="3673328579" sldId="2147483743"/>
              <ac:spMk id="11" creationId="{E837E1DF-619C-DC4D-9DE3-483718540483}"/>
            </ac:spMkLst>
          </pc:spChg>
          <pc:spChg chg="add mod">
            <ac:chgData name="Remi de Vogel" userId="5948360e-7b9c-4a22-9ada-df5e8b901c82" providerId="ADAL" clId="{CE3612A8-BCDA-4797-9FD2-28FA85BD9EE9}" dt="2023-02-01T12:13:57.373" v="280" actId="207"/>
            <ac:spMkLst>
              <pc:docMk/>
              <pc:sldMasterMk cId="259861064" sldId="2147483648"/>
              <pc:sldLayoutMk cId="3673328579" sldId="2147483743"/>
              <ac:spMk id="13" creationId="{3399C844-4A8E-FF4F-BAA0-8F19AB1FAC57}"/>
            </ac:spMkLst>
          </pc:spChg>
          <pc:spChg chg="add mod">
            <ac:chgData name="Remi de Vogel" userId="5948360e-7b9c-4a22-9ada-df5e8b901c82" providerId="ADAL" clId="{CE3612A8-BCDA-4797-9FD2-28FA85BD9EE9}" dt="2023-02-01T12:21:56.211" v="342" actId="20577"/>
            <ac:spMkLst>
              <pc:docMk/>
              <pc:sldMasterMk cId="259861064" sldId="2147483648"/>
              <pc:sldLayoutMk cId="3673328579" sldId="2147483743"/>
              <ac:spMk id="14" creationId="{E8CDD0A7-DF41-36AA-3F84-79E1D7EC28AC}"/>
            </ac:spMkLst>
          </pc:spChg>
        </pc:sldLayoutChg>
      </pc:sldMasterChg>
    </pc:docChg>
  </pc:docChgLst>
  <pc:docChgLst>
    <pc:chgData name="Remi de Vogel" userId="5948360e-7b9c-4a22-9ada-df5e8b901c82" providerId="ADAL" clId="{662D4042-5D2C-455F-8718-7BADD92E77B3}"/>
    <pc:docChg chg="addSld delSld modSld">
      <pc:chgData name="Remi de Vogel" userId="5948360e-7b9c-4a22-9ada-df5e8b901c82" providerId="ADAL" clId="{662D4042-5D2C-455F-8718-7BADD92E77B3}" dt="2022-05-30T14:58:01.060" v="7" actId="20577"/>
      <pc:docMkLst>
        <pc:docMk/>
      </pc:docMkLst>
      <pc:sldChg chg="modSp mod">
        <pc:chgData name="Remi de Vogel" userId="5948360e-7b9c-4a22-9ada-df5e8b901c82" providerId="ADAL" clId="{662D4042-5D2C-455F-8718-7BADD92E77B3}" dt="2022-05-17T14:19:02.341" v="1" actId="20577"/>
        <pc:sldMkLst>
          <pc:docMk/>
          <pc:sldMk cId="511627541" sldId="258"/>
        </pc:sldMkLst>
        <pc:spChg chg="mod">
          <ac:chgData name="Remi de Vogel" userId="5948360e-7b9c-4a22-9ada-df5e8b901c82" providerId="ADAL" clId="{662D4042-5D2C-455F-8718-7BADD92E77B3}" dt="2022-05-17T14:19:02.341" v="1" actId="20577"/>
          <ac:spMkLst>
            <pc:docMk/>
            <pc:sldMk cId="511627541" sldId="258"/>
            <ac:spMk id="12" creationId="{74966C7F-E7A2-84BC-674A-EB82AEF4455B}"/>
          </ac:spMkLst>
        </pc:spChg>
      </pc:sldChg>
      <pc:sldChg chg="modSp mod">
        <pc:chgData name="Remi de Vogel" userId="5948360e-7b9c-4a22-9ada-df5e8b901c82" providerId="ADAL" clId="{662D4042-5D2C-455F-8718-7BADD92E77B3}" dt="2022-05-30T14:58:01.060" v="7" actId="20577"/>
        <pc:sldMkLst>
          <pc:docMk/>
          <pc:sldMk cId="2684026461" sldId="259"/>
        </pc:sldMkLst>
        <pc:spChg chg="mod">
          <ac:chgData name="Remi de Vogel" userId="5948360e-7b9c-4a22-9ada-df5e8b901c82" providerId="ADAL" clId="{662D4042-5D2C-455F-8718-7BADD92E77B3}" dt="2022-05-30T14:58:01.060" v="7" actId="20577"/>
          <ac:spMkLst>
            <pc:docMk/>
            <pc:sldMk cId="2684026461" sldId="259"/>
            <ac:spMk id="13" creationId="{633C0219-370D-A42B-DBED-40969943B164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18149506" sldId="260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4262156920" sldId="261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663600804" sldId="27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663600804" sldId="270"/>
            <ac:spMk id="2" creationId="{12DC6BAF-B353-4711-10BC-B11D38B91FAC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865300428" sldId="222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865300428" sldId="2227"/>
            <ac:spMk id="3" creationId="{31793773-E0FE-0658-F0D7-8E17BB7A5301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408361369" sldId="2433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2099305468" sldId="2442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520137780" sldId="2451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520137780" sldId="2451"/>
            <ac:spMk id="4" creationId="{A9AF103F-0931-7EA1-08A3-1B87ADA8CC71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1454409230" sldId="2558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849017147" sldId="259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849017147" sldId="2595"/>
            <ac:spMk id="2" creationId="{CB1A63F8-D5D6-09ED-6647-EEFDC409C22E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000248548" sldId="279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000248548" sldId="2794"/>
            <ac:spMk id="4" creationId="{9FF0A17E-E00D-4088-E6CE-67E2CBAD6E3F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90172150" sldId="2933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90172150" sldId="2933"/>
            <ac:spMk id="4" creationId="{7DA5B7E2-0802-7CE6-23E0-8511EC2CBA8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41193367" sldId="293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41193367" sldId="2934"/>
            <ac:spMk id="2" creationId="{CB8DFEA0-4356-3B8F-BAE4-EB2790C9B774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2506249882" sldId="2937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96051320" sldId="2939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776554645" sldId="2948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2119692" sldId="295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2119692" sldId="2955"/>
            <ac:spMk id="2" creationId="{D2252841-4E6A-23D3-223B-96DEE1E76FA8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964615235" sldId="297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964615235" sldId="2970"/>
            <ac:spMk id="6" creationId="{BA81B842-F5A2-51C1-C23D-5D995B3B3D20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755333530" sldId="297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755333530" sldId="2974"/>
            <ac:spMk id="4" creationId="{67ED370D-804E-CC38-66B2-C6A775B30595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235046630" sldId="3019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259782163" sldId="302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259782163" sldId="3027"/>
            <ac:spMk id="5" creationId="{44559578-E1A9-DD7B-A80D-74CA91C635FF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112809783" sldId="303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112809783" sldId="3030"/>
            <ac:spMk id="4" creationId="{8D2AA798-44AE-2F32-A749-C8A1901117CC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720897888" sldId="3036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720897888" sldId="3036"/>
            <ac:spMk id="4" creationId="{B5BB23CF-2E50-9B66-5C77-37CD0721C132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2304810836" sldId="3038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4271758893" sldId="310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4271758893" sldId="3100"/>
            <ac:spMk id="6" creationId="{9B01423A-79B5-8A6E-D0D1-8F5EDDDFA249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447384709" sldId="310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447384709" sldId="3104"/>
            <ac:spMk id="2" creationId="{BBA10210-CF21-20E2-1CBB-E29B4A915C62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624668475" sldId="310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624668475" sldId="3105"/>
            <ac:spMk id="4" creationId="{8EAEC0A4-1980-11FE-8427-076F6018BD20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996426437" sldId="3106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996426437" sldId="3106"/>
            <ac:spMk id="2" creationId="{05CAC58D-9374-8BE6-7813-201B4F9365B4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083007851" sldId="3107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950438887" sldId="313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950438887" sldId="3137"/>
            <ac:spMk id="5" creationId="{50C81188-CFC2-CB6F-4EC8-FD83AFBFC80A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534708183" sldId="319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534708183" sldId="3194"/>
            <ac:spMk id="3" creationId="{6F910580-9153-EB11-2C5A-C90BB27F072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881246796" sldId="320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881246796" sldId="3204"/>
            <ac:spMk id="3" creationId="{B7B591E4-DB15-7F1D-E746-F4A83628D249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469698976" sldId="3213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469698976" sldId="3213"/>
            <ac:spMk id="5" creationId="{D8C57038-7223-D3AD-5E27-9025FF56D15B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505028935" sldId="321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505028935" sldId="3215"/>
            <ac:spMk id="3" creationId="{7BE76B6E-DD07-0E02-603B-D0960B925DBE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864866864" sldId="324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864866864" sldId="3248"/>
            <ac:spMk id="2" creationId="{0885D11D-A4A2-42DC-D477-02A9A83B9428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889705940" sldId="325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889705940" sldId="3258"/>
            <ac:spMk id="6" creationId="{6948C772-A261-4A4E-8CB1-283D01554E18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779531850" sldId="3259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779531850" sldId="3259"/>
            <ac:spMk id="5" creationId="{193A248B-0158-B6A0-C43F-9247D3CEAA1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494241059" sldId="326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494241059" sldId="3260"/>
            <ac:spMk id="3" creationId="{496CAF0E-335D-369F-9233-5932FB8FE841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879551415" sldId="326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879551415" sldId="3264"/>
            <ac:spMk id="2" creationId="{41FC75E8-3A59-BD45-91AB-01B2DE835D57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594324799" sldId="326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594324799" sldId="3265"/>
            <ac:spMk id="2" creationId="{8FF4EDB2-C798-BC34-DEC2-0A2F6272872E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097487593" sldId="3266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097487593" sldId="3266"/>
            <ac:spMk id="5" creationId="{A852DFF6-DB05-CD82-297F-875D997AF2D7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620188902" sldId="327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620188902" sldId="3274"/>
            <ac:spMk id="3" creationId="{A6C6986A-4F67-A28B-5CAB-7F4721464A37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718841013" sldId="3279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718841013" sldId="3279"/>
            <ac:spMk id="3" creationId="{F3C4EA7B-3EDF-F8E7-9DF8-5B325797749A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170635335" sldId="3282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170635335" sldId="3282"/>
            <ac:spMk id="2" creationId="{54BC8101-577C-462D-C3B6-0303843A8614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4192896799" sldId="3283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4192896799" sldId="3283"/>
            <ac:spMk id="3" creationId="{D1259672-3536-9D29-6B8A-0529955E544D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2697482736" sldId="3288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1921297198" sldId="3290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194852166" sldId="329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194852166" sldId="3298"/>
            <ac:spMk id="5" creationId="{7907190D-E75C-EB1B-F9A7-96B5DAB50F3C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912589455" sldId="330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912589455" sldId="3300"/>
            <ac:spMk id="3" creationId="{72EB0FC6-9883-6E98-617D-D2F5CD84321A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066331870" sldId="3301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066331870" sldId="3301"/>
            <ac:spMk id="2" creationId="{5370FEDC-B0B9-AA5A-14A6-D0A31920A0F9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343711196" sldId="330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343711196" sldId="3304"/>
            <ac:spMk id="3" creationId="{68BB3F42-C7BD-82BC-50C2-DA1DAA60A41F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1472354284" sldId="3312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899552799" sldId="333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899552799" sldId="3338"/>
            <ac:spMk id="4" creationId="{FF682794-1DB7-A75F-FAC0-7505F01BC791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398090761" sldId="3341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398090761" sldId="3341"/>
            <ac:spMk id="4" creationId="{FBC5DF10-D640-9C23-303C-06D4CE5E7ED9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126572166" sldId="3345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520599578" sldId="334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520599578" sldId="3348"/>
            <ac:spMk id="4" creationId="{B6607C09-B0D8-3574-4101-B883774A0F3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006099179" sldId="3349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006099179" sldId="3349"/>
            <ac:spMk id="4" creationId="{1C4CE385-FD60-9F6B-411C-BEFC125AA7B3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1455400394" sldId="3354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042663647" sldId="336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042663647" sldId="3368"/>
            <ac:spMk id="3" creationId="{CA581542-CB79-538A-D090-2B179AB0C472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165234546" sldId="3374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203410125" sldId="337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203410125" sldId="3375"/>
            <ac:spMk id="3" creationId="{9CE35017-8210-1C0C-415C-638F54504B76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781992183" sldId="3394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2845286037" sldId="3401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44081473" sldId="3405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642110963" sldId="341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642110963" sldId="3417"/>
            <ac:spMk id="2" creationId="{AD493243-CA0B-2872-3702-8FEDBAFD7BE9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097763215" sldId="213480584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097763215" sldId="2134805848"/>
            <ac:spMk id="5" creationId="{C5A8C382-7BBE-9E0C-98A5-155E184A4CE6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695806262" sldId="213480585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695806262" sldId="2134805850"/>
            <ac:spMk id="3" creationId="{C0652C74-74AA-CE75-A45F-AD5438DE5737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180306712" sldId="2134805851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180306712" sldId="2134805851"/>
            <ac:spMk id="6" creationId="{B3EBFA84-A85A-66D3-F65C-72699F26A422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818857520" sldId="2134805853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818857520" sldId="2134805853"/>
            <ac:spMk id="2" creationId="{E7C293C2-87F1-E052-DD55-E0FF3DE48A4C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577376723" sldId="2134805862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4201410253" sldId="213480587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4201410253" sldId="2134805877"/>
            <ac:spMk id="4" creationId="{BEFCFCCE-FD74-D0CC-89DF-5EACB4F6F829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444192734" sldId="2134805894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2285178275" sldId="2134805896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615815148" sldId="2134805900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615815148" sldId="2134805900"/>
            <ac:spMk id="4" creationId="{3EAA12A0-5CEE-7EE3-B992-6EBCD3D0750E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64583528" sldId="213480592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64583528" sldId="2134805927"/>
            <ac:spMk id="2" creationId="{2BE4AA6E-E4B5-F38E-9017-8FA3116E92E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771149786" sldId="2134805929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771149786" sldId="2134805929"/>
            <ac:spMk id="2" creationId="{E9A26449-0C25-76DE-D46D-587193A88E71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107079863" sldId="2134805936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107079863" sldId="2134805936"/>
            <ac:spMk id="2" creationId="{D625D8DD-082A-4DF7-6CFE-313E77E6ED4E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944830276" sldId="2134805942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944830276" sldId="2134805942"/>
            <ac:spMk id="2" creationId="{1A73209C-99F9-0B05-9DFC-BE62B9FC33A1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971681297" sldId="213480594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971681297" sldId="2134805944"/>
            <ac:spMk id="2" creationId="{38D9FB1E-4C2A-9531-A75D-80B84C7552CC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1937686259" sldId="2134805957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579090450" sldId="2134805969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579090450" sldId="2134805969"/>
            <ac:spMk id="2" creationId="{3D13374D-CDB5-4B07-ADD0-F2569702FAB2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065352262" sldId="213480597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065352262" sldId="2134805977"/>
            <ac:spMk id="4" creationId="{42A09A56-2DB6-342F-8745-13B7FBCEC2A9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089137052" sldId="2134805992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089137052" sldId="2134805992"/>
            <ac:spMk id="4" creationId="{94DB1E2D-F120-610A-0D78-7BF513DF1D26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132252316" sldId="214570570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132252316" sldId="2145705708"/>
            <ac:spMk id="4" creationId="{A21EA3CC-C11F-B2E6-4793-8AEC81351DCC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854196021" sldId="2145705718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905553784" sldId="2145705721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905553784" sldId="2145705721"/>
            <ac:spMk id="4" creationId="{A0319790-F01A-F935-FD91-9DD2A51F5655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945199968" sldId="2145705723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945199968" sldId="2145705723"/>
            <ac:spMk id="4" creationId="{924F99A4-B1CB-50A3-B536-AFEF4DF3FCC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584325909" sldId="214570573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584325909" sldId="2145705738"/>
            <ac:spMk id="5" creationId="{D0444DFE-46D7-5186-2BFB-656FF6EB9677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578508309" sldId="2145705742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578508309" sldId="2145705742"/>
            <ac:spMk id="2" creationId="{F463BDF4-250A-6A35-6A8B-FAFFD8F741CF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158111833" sldId="214570574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158111833" sldId="2145705745"/>
            <ac:spMk id="2" creationId="{6B15B957-4E25-5761-D232-85D707402B5A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719075109" sldId="2145705746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719075109" sldId="2145705746"/>
            <ac:spMk id="2" creationId="{A2436A24-B86A-4926-4890-8E9A6641E18F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315178886" sldId="2145705747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315178886" sldId="2145705747"/>
            <ac:spMk id="2" creationId="{9C334C73-7179-0E1C-9672-03291F78B21B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61536132" sldId="2145705748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61536132" sldId="2145705748"/>
            <ac:spMk id="3" creationId="{9F7BD4E3-71D6-A9CE-528A-8F5A6247389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763130079" sldId="2145705751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763130079" sldId="2145705751"/>
            <ac:spMk id="4" creationId="{F72B90C5-C974-C03B-6240-A4045B5ACAD4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59465799" sldId="2145705752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59465799" sldId="2145705752"/>
            <ac:spMk id="5" creationId="{29957E34-E01D-12A9-7A24-42CCDAAF1655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2756859938" sldId="2145705753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2756859938" sldId="2145705753"/>
            <ac:spMk id="5" creationId="{92387B02-DF77-4982-BCCB-F1F78FCC9B5D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740771268" sldId="2145705754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740771268" sldId="2145705754"/>
            <ac:spMk id="2" creationId="{CA54E884-F4E5-3268-1215-5E5785E3615E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250400868" sldId="2145705755"/>
        </pc:sldMkLst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3156913983" sldId="2145705759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3831689286" sldId="2145705762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3831689286" sldId="2145705762"/>
            <ac:spMk id="4" creationId="{740507E2-113F-1807-6261-1D7F33F88F35}"/>
          </ac:spMkLst>
        </pc:spChg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098045612" sldId="2145705765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098045612" sldId="2145705765"/>
            <ac:spMk id="2" creationId="{898BB45E-FD6C-A203-BB87-70D3AA4E6DDD}"/>
          </ac:spMkLst>
        </pc:spChg>
      </pc:sldChg>
      <pc:sldChg chg="add del">
        <pc:chgData name="Remi de Vogel" userId="5948360e-7b9c-4a22-9ada-df5e8b901c82" providerId="ADAL" clId="{662D4042-5D2C-455F-8718-7BADD92E77B3}" dt="2022-05-30T12:53:07.422" v="3"/>
        <pc:sldMkLst>
          <pc:docMk/>
          <pc:sldMk cId="4217213984" sldId="2145705768"/>
        </pc:sldMkLst>
      </pc:sldChg>
      <pc:sldChg chg="modSp add del">
        <pc:chgData name="Remi de Vogel" userId="5948360e-7b9c-4a22-9ada-df5e8b901c82" providerId="ADAL" clId="{662D4042-5D2C-455F-8718-7BADD92E77B3}" dt="2022-05-30T12:53:07.422" v="3"/>
        <pc:sldMkLst>
          <pc:docMk/>
          <pc:sldMk cId="1302685159" sldId="2145705769"/>
        </pc:sldMkLst>
        <pc:spChg chg="mod">
          <ac:chgData name="Remi de Vogel" userId="5948360e-7b9c-4a22-9ada-df5e8b901c82" providerId="ADAL" clId="{662D4042-5D2C-455F-8718-7BADD92E77B3}" dt="2022-05-30T12:53:05.912" v="2"/>
          <ac:spMkLst>
            <pc:docMk/>
            <pc:sldMk cId="1302685159" sldId="2145705769"/>
            <ac:spMk id="5" creationId="{30030C25-903E-CAB2-A209-36B1C9AC668E}"/>
          </ac:spMkLst>
        </pc:spChg>
      </pc:sldChg>
    </pc:docChg>
  </pc:docChgLst>
  <pc:docChgLst>
    <pc:chgData name="Charlotte" userId="68a7a230-7b40-4667-aed5-d2dc881ae357" providerId="ADAL" clId="{E8F177CF-B2DE-40B2-A2E6-2289FAF3F855}"/>
    <pc:docChg chg="custSel modMainMaster">
      <pc:chgData name="Charlotte" userId="68a7a230-7b40-4667-aed5-d2dc881ae357" providerId="ADAL" clId="{E8F177CF-B2DE-40B2-A2E6-2289FAF3F855}" dt="2023-03-01T12:37:29.753" v="79" actId="139"/>
      <pc:docMkLst>
        <pc:docMk/>
      </pc:docMkLst>
      <pc:sldMasterChg chg="modSp mod modSldLayout">
        <pc:chgData name="Charlotte" userId="68a7a230-7b40-4667-aed5-d2dc881ae357" providerId="ADAL" clId="{E8F177CF-B2DE-40B2-A2E6-2289FAF3F855}" dt="2023-03-01T12:37:29.753" v="79" actId="139"/>
        <pc:sldMasterMkLst>
          <pc:docMk/>
          <pc:sldMasterMk cId="259861064" sldId="2147483648"/>
        </pc:sldMasterMkLst>
        <pc:spChg chg="mod">
          <ac:chgData name="Charlotte" userId="68a7a230-7b40-4667-aed5-d2dc881ae357" providerId="ADAL" clId="{E8F177CF-B2DE-40B2-A2E6-2289FAF3F855}" dt="2023-03-01T12:37:29.703" v="41" actId="139"/>
          <ac:spMkLst>
            <pc:docMk/>
            <pc:sldMasterMk cId="259861064" sldId="2147483648"/>
            <ac:spMk id="7" creationId="{D6A5A859-4CE8-2837-746E-F8B2E0E6F21F}"/>
          </ac:spMkLst>
        </pc:spChg>
        <pc:spChg chg="mod">
          <ac:chgData name="Charlotte" userId="68a7a230-7b40-4667-aed5-d2dc881ae357" providerId="ADAL" clId="{E8F177CF-B2DE-40B2-A2E6-2289FAF3F855}" dt="2023-03-01T12:37:29.705" v="43" actId="139"/>
          <ac:spMkLst>
            <pc:docMk/>
            <pc:sldMasterMk cId="259861064" sldId="2147483648"/>
            <ac:spMk id="68" creationId="{61C71873-52D3-45F7-59C2-98B44A61CBDD}"/>
          </ac:spMkLst>
        </pc:spChg>
        <pc:spChg chg="mod">
          <ac:chgData name="Charlotte" userId="68a7a230-7b40-4667-aed5-d2dc881ae357" providerId="ADAL" clId="{E8F177CF-B2DE-40B2-A2E6-2289FAF3F855}" dt="2023-03-01T12:37:29.706" v="45" actId="139"/>
          <ac:spMkLst>
            <pc:docMk/>
            <pc:sldMasterMk cId="259861064" sldId="2147483648"/>
            <ac:spMk id="72" creationId="{D0CCF352-5FE7-85C8-603C-8D9FD1E2CB4D}"/>
          </ac:spMkLst>
        </pc:spChg>
        <pc:spChg chg="mod">
          <ac:chgData name="Charlotte" userId="68a7a230-7b40-4667-aed5-d2dc881ae357" providerId="ADAL" clId="{E8F177CF-B2DE-40B2-A2E6-2289FAF3F855}" dt="2023-03-01T12:37:29.707" v="47" actId="139"/>
          <ac:spMkLst>
            <pc:docMk/>
            <pc:sldMasterMk cId="259861064" sldId="2147483648"/>
            <ac:spMk id="73" creationId="{DDC0E9FF-D178-AF74-F5DF-8B06BE4DAB13}"/>
          </ac:spMkLst>
        </pc:spChg>
        <pc:sldLayoutChg chg="modSp mod">
          <pc:chgData name="Charlotte" userId="68a7a230-7b40-4667-aed5-d2dc881ae357" providerId="ADAL" clId="{E8F177CF-B2DE-40B2-A2E6-2289FAF3F855}" dt="2023-03-01T12:37:29.745" v="71" actId="139"/>
          <pc:sldLayoutMkLst>
            <pc:docMk/>
            <pc:sldMasterMk cId="259861064" sldId="2147483648"/>
            <pc:sldLayoutMk cId="2755087783" sldId="2147483663"/>
          </pc:sldLayoutMkLst>
          <pc:spChg chg="mod">
            <ac:chgData name="Charlotte" userId="68a7a230-7b40-4667-aed5-d2dc881ae357" providerId="ADAL" clId="{E8F177CF-B2DE-40B2-A2E6-2289FAF3F855}" dt="2023-03-01T12:37:29.742" v="65" actId="139"/>
            <ac:spMkLst>
              <pc:docMk/>
              <pc:sldMasterMk cId="259861064" sldId="2147483648"/>
              <pc:sldLayoutMk cId="2755087783" sldId="2147483663"/>
              <ac:spMk id="8" creationId="{E02A060C-053E-D862-35FF-299067B3407D}"/>
            </ac:spMkLst>
          </pc:spChg>
          <pc:spChg chg="mod">
            <ac:chgData name="Charlotte" userId="68a7a230-7b40-4667-aed5-d2dc881ae357" providerId="ADAL" clId="{E8F177CF-B2DE-40B2-A2E6-2289FAF3F855}" dt="2023-03-01T12:37:29.743" v="67" actId="139"/>
            <ac:spMkLst>
              <pc:docMk/>
              <pc:sldMasterMk cId="259861064" sldId="2147483648"/>
              <pc:sldLayoutMk cId="2755087783" sldId="2147483663"/>
              <ac:spMk id="9" creationId="{A98BE92A-9755-AE15-B4A4-1FDC0DBC7C86}"/>
            </ac:spMkLst>
          </pc:spChg>
          <pc:spChg chg="mod">
            <ac:chgData name="Charlotte" userId="68a7a230-7b40-4667-aed5-d2dc881ae357" providerId="ADAL" clId="{E8F177CF-B2DE-40B2-A2E6-2289FAF3F855}" dt="2023-03-01T12:37:29.744" v="69" actId="139"/>
            <ac:spMkLst>
              <pc:docMk/>
              <pc:sldMasterMk cId="259861064" sldId="2147483648"/>
              <pc:sldLayoutMk cId="2755087783" sldId="2147483663"/>
              <ac:spMk id="10" creationId="{81990056-6B89-CFA7-4E7C-45F24B4D7E7B}"/>
            </ac:spMkLst>
          </pc:spChg>
          <pc:spChg chg="mod">
            <ac:chgData name="Charlotte" userId="68a7a230-7b40-4667-aed5-d2dc881ae357" providerId="ADAL" clId="{E8F177CF-B2DE-40B2-A2E6-2289FAF3F855}" dt="2023-03-01T12:37:29.745" v="71" actId="139"/>
            <ac:spMkLst>
              <pc:docMk/>
              <pc:sldMasterMk cId="259861064" sldId="2147483648"/>
              <pc:sldLayoutMk cId="2755087783" sldId="2147483663"/>
              <ac:spMk id="13" creationId="{51583ABD-977D-1686-D80C-B218197E49E9}"/>
            </ac:spMkLst>
          </pc:spChg>
        </pc:sldLayoutChg>
        <pc:sldLayoutChg chg="modSp mod">
          <pc:chgData name="Charlotte" userId="68a7a230-7b40-4667-aed5-d2dc881ae357" providerId="ADAL" clId="{E8F177CF-B2DE-40B2-A2E6-2289FAF3F855}" dt="2023-03-01T12:37:29.713" v="55" actId="139"/>
          <pc:sldLayoutMkLst>
            <pc:docMk/>
            <pc:sldMasterMk cId="259861064" sldId="2147483648"/>
            <pc:sldLayoutMk cId="2387091362" sldId="2147483730"/>
          </pc:sldLayoutMkLst>
          <pc:spChg chg="mod">
            <ac:chgData name="Charlotte" userId="68a7a230-7b40-4667-aed5-d2dc881ae357" providerId="ADAL" clId="{E8F177CF-B2DE-40B2-A2E6-2289FAF3F855}" dt="2023-03-01T12:37:29.710" v="49" actId="139"/>
            <ac:spMkLst>
              <pc:docMk/>
              <pc:sldMasterMk cId="259861064" sldId="2147483648"/>
              <pc:sldLayoutMk cId="2387091362" sldId="2147483730"/>
              <ac:spMk id="15" creationId="{C6606F6C-3DBD-CA47-F135-B3D39D613F5C}"/>
            </ac:spMkLst>
          </pc:spChg>
          <pc:spChg chg="mod">
            <ac:chgData name="Charlotte" userId="68a7a230-7b40-4667-aed5-d2dc881ae357" providerId="ADAL" clId="{E8F177CF-B2DE-40B2-A2E6-2289FAF3F855}" dt="2023-03-01T12:37:29.711" v="51" actId="139"/>
            <ac:spMkLst>
              <pc:docMk/>
              <pc:sldMasterMk cId="259861064" sldId="2147483648"/>
              <pc:sldLayoutMk cId="2387091362" sldId="2147483730"/>
              <ac:spMk id="16" creationId="{47855D95-75E2-B652-4C23-1E40E9EBC676}"/>
            </ac:spMkLst>
          </pc:spChg>
          <pc:spChg chg="mod">
            <ac:chgData name="Charlotte" userId="68a7a230-7b40-4667-aed5-d2dc881ae357" providerId="ADAL" clId="{E8F177CF-B2DE-40B2-A2E6-2289FAF3F855}" dt="2023-03-01T12:37:29.712" v="53" actId="139"/>
            <ac:spMkLst>
              <pc:docMk/>
              <pc:sldMasterMk cId="259861064" sldId="2147483648"/>
              <pc:sldLayoutMk cId="2387091362" sldId="2147483730"/>
              <ac:spMk id="17" creationId="{A2AEBE57-64BB-7F9A-2474-6F715A4BE2D0}"/>
            </ac:spMkLst>
          </pc:spChg>
          <pc:spChg chg="mod">
            <ac:chgData name="Charlotte" userId="68a7a230-7b40-4667-aed5-d2dc881ae357" providerId="ADAL" clId="{E8F177CF-B2DE-40B2-A2E6-2289FAF3F855}" dt="2023-03-01T12:37:29.713" v="55" actId="139"/>
            <ac:spMkLst>
              <pc:docMk/>
              <pc:sldMasterMk cId="259861064" sldId="2147483648"/>
              <pc:sldLayoutMk cId="2387091362" sldId="2147483730"/>
              <ac:spMk id="18" creationId="{05AE037A-D980-59A9-69B8-1E18685AC95F}"/>
            </ac:spMkLst>
          </pc:spChg>
        </pc:sldLayoutChg>
        <pc:sldLayoutChg chg="modSp mod">
          <pc:chgData name="Charlotte" userId="68a7a230-7b40-4667-aed5-d2dc881ae357" providerId="ADAL" clId="{E8F177CF-B2DE-40B2-A2E6-2289FAF3F855}" dt="2023-03-01T12:37:29.720" v="63" actId="139"/>
          <pc:sldLayoutMkLst>
            <pc:docMk/>
            <pc:sldMasterMk cId="259861064" sldId="2147483648"/>
            <pc:sldLayoutMk cId="3811794794" sldId="2147483731"/>
          </pc:sldLayoutMkLst>
          <pc:spChg chg="mod">
            <ac:chgData name="Charlotte" userId="68a7a230-7b40-4667-aed5-d2dc881ae357" providerId="ADAL" clId="{E8F177CF-B2DE-40B2-A2E6-2289FAF3F855}" dt="2023-03-01T12:37:29.717" v="57" actId="139"/>
            <ac:spMkLst>
              <pc:docMk/>
              <pc:sldMasterMk cId="259861064" sldId="2147483648"/>
              <pc:sldLayoutMk cId="3811794794" sldId="2147483731"/>
              <ac:spMk id="19" creationId="{0A1D6E7A-A09E-2C6A-5B99-74A97CC81479}"/>
            </ac:spMkLst>
          </pc:spChg>
          <pc:spChg chg="mod">
            <ac:chgData name="Charlotte" userId="68a7a230-7b40-4667-aed5-d2dc881ae357" providerId="ADAL" clId="{E8F177CF-B2DE-40B2-A2E6-2289FAF3F855}" dt="2023-03-01T12:37:29.718" v="59" actId="139"/>
            <ac:spMkLst>
              <pc:docMk/>
              <pc:sldMasterMk cId="259861064" sldId="2147483648"/>
              <pc:sldLayoutMk cId="3811794794" sldId="2147483731"/>
              <ac:spMk id="20" creationId="{5A783CE9-BCB9-F844-AB8D-7B7A763CC446}"/>
            </ac:spMkLst>
          </pc:spChg>
          <pc:spChg chg="mod">
            <ac:chgData name="Charlotte" userId="68a7a230-7b40-4667-aed5-d2dc881ae357" providerId="ADAL" clId="{E8F177CF-B2DE-40B2-A2E6-2289FAF3F855}" dt="2023-03-01T12:37:29.719" v="61" actId="139"/>
            <ac:spMkLst>
              <pc:docMk/>
              <pc:sldMasterMk cId="259861064" sldId="2147483648"/>
              <pc:sldLayoutMk cId="3811794794" sldId="2147483731"/>
              <ac:spMk id="21" creationId="{61D7DB85-DC0E-911C-AFC0-A00FE9FB4218}"/>
            </ac:spMkLst>
          </pc:spChg>
          <pc:spChg chg="mod">
            <ac:chgData name="Charlotte" userId="68a7a230-7b40-4667-aed5-d2dc881ae357" providerId="ADAL" clId="{E8F177CF-B2DE-40B2-A2E6-2289FAF3F855}" dt="2023-03-01T12:37:29.720" v="63" actId="139"/>
            <ac:spMkLst>
              <pc:docMk/>
              <pc:sldMasterMk cId="259861064" sldId="2147483648"/>
              <pc:sldLayoutMk cId="3811794794" sldId="2147483731"/>
              <ac:spMk id="22" creationId="{FBC4D1F0-0B8C-F5F7-35AE-8CBBE25F01E4}"/>
            </ac:spMkLst>
          </pc:spChg>
        </pc:sldLayoutChg>
        <pc:sldLayoutChg chg="modSp mod">
          <pc:chgData name="Charlotte" userId="68a7a230-7b40-4667-aed5-d2dc881ae357" providerId="ADAL" clId="{E8F177CF-B2DE-40B2-A2E6-2289FAF3F855}" dt="2023-03-01T12:37:29.753" v="79" actId="139"/>
          <pc:sldLayoutMkLst>
            <pc:docMk/>
            <pc:sldMasterMk cId="259861064" sldId="2147483648"/>
            <pc:sldLayoutMk cId="3277208104" sldId="2147483737"/>
          </pc:sldLayoutMkLst>
          <pc:spChg chg="mod">
            <ac:chgData name="Charlotte" userId="68a7a230-7b40-4667-aed5-d2dc881ae357" providerId="ADAL" clId="{E8F177CF-B2DE-40B2-A2E6-2289FAF3F855}" dt="2023-03-01T12:37:29.749" v="73" actId="139"/>
            <ac:spMkLst>
              <pc:docMk/>
              <pc:sldMasterMk cId="259861064" sldId="2147483648"/>
              <pc:sldLayoutMk cId="3277208104" sldId="2147483737"/>
              <ac:spMk id="14" creationId="{EB7A1E92-C009-56EC-F987-1EBB6B064052}"/>
            </ac:spMkLst>
          </pc:spChg>
          <pc:spChg chg="mod">
            <ac:chgData name="Charlotte" userId="68a7a230-7b40-4667-aed5-d2dc881ae357" providerId="ADAL" clId="{E8F177CF-B2DE-40B2-A2E6-2289FAF3F855}" dt="2023-03-01T12:37:29.750" v="75" actId="139"/>
            <ac:spMkLst>
              <pc:docMk/>
              <pc:sldMasterMk cId="259861064" sldId="2147483648"/>
              <pc:sldLayoutMk cId="3277208104" sldId="2147483737"/>
              <ac:spMk id="16" creationId="{78304E2C-D76F-2456-8633-314BD726A32B}"/>
            </ac:spMkLst>
          </pc:spChg>
          <pc:spChg chg="mod">
            <ac:chgData name="Charlotte" userId="68a7a230-7b40-4667-aed5-d2dc881ae357" providerId="ADAL" clId="{E8F177CF-B2DE-40B2-A2E6-2289FAF3F855}" dt="2023-03-01T12:37:29.752" v="77" actId="139"/>
            <ac:spMkLst>
              <pc:docMk/>
              <pc:sldMasterMk cId="259861064" sldId="2147483648"/>
              <pc:sldLayoutMk cId="3277208104" sldId="2147483737"/>
              <ac:spMk id="17" creationId="{591C8154-62BF-6BE3-97D9-C7E7789158C8}"/>
            </ac:spMkLst>
          </pc:spChg>
          <pc:spChg chg="mod">
            <ac:chgData name="Charlotte" userId="68a7a230-7b40-4667-aed5-d2dc881ae357" providerId="ADAL" clId="{E8F177CF-B2DE-40B2-A2E6-2289FAF3F855}" dt="2023-03-01T12:37:29.753" v="79" actId="139"/>
            <ac:spMkLst>
              <pc:docMk/>
              <pc:sldMasterMk cId="259861064" sldId="2147483648"/>
              <pc:sldLayoutMk cId="3277208104" sldId="2147483737"/>
              <ac:spMk id="18" creationId="{120D845B-9A3F-D30F-FE80-F4F4A749CB5E}"/>
            </ac:spMkLst>
          </pc:spChg>
        </pc:sldLayoutChg>
      </pc:sldMasterChg>
    </pc:docChg>
  </pc:docChgLst>
  <pc:docChgLst>
    <pc:chgData name="Charlotte Knaupp" userId="68a7a230-7b40-4667-aed5-d2dc881ae357" providerId="ADAL" clId="{C61B69AA-3283-423E-948B-C291F1199F0A}"/>
    <pc:docChg chg="undo custSel addSld delSld modSld modMainMaster">
      <pc:chgData name="Charlotte Knaupp" userId="68a7a230-7b40-4667-aed5-d2dc881ae357" providerId="ADAL" clId="{C61B69AA-3283-423E-948B-C291F1199F0A}" dt="2023-02-24T16:12:45.134" v="690" actId="139"/>
      <pc:docMkLst>
        <pc:docMk/>
      </pc:docMkLst>
      <pc:sldChg chg="delSp modSp mod">
        <pc:chgData name="Charlotte Knaupp" userId="68a7a230-7b40-4667-aed5-d2dc881ae357" providerId="ADAL" clId="{C61B69AA-3283-423E-948B-C291F1199F0A}" dt="2023-02-21T14:19:47.074" v="143" actId="478"/>
        <pc:sldMkLst>
          <pc:docMk/>
          <pc:sldMk cId="186648442" sldId="260"/>
        </pc:sldMkLst>
        <pc:spChg chg="del mod">
          <ac:chgData name="Charlotte Knaupp" userId="68a7a230-7b40-4667-aed5-d2dc881ae357" providerId="ADAL" clId="{C61B69AA-3283-423E-948B-C291F1199F0A}" dt="2023-02-21T14:19:47.074" v="143" actId="478"/>
          <ac:spMkLst>
            <pc:docMk/>
            <pc:sldMk cId="186648442" sldId="260"/>
            <ac:spMk id="2" creationId="{96324DBE-A223-F86C-CDA1-EEEF949EB93C}"/>
          </ac:spMkLst>
        </pc:spChg>
        <pc:spChg chg="del mod">
          <ac:chgData name="Charlotte Knaupp" userId="68a7a230-7b40-4667-aed5-d2dc881ae357" providerId="ADAL" clId="{C61B69AA-3283-423E-948B-C291F1199F0A}" dt="2023-02-21T14:19:42.479" v="141"/>
          <ac:spMkLst>
            <pc:docMk/>
            <pc:sldMk cId="186648442" sldId="260"/>
            <ac:spMk id="3" creationId="{246B2296-105D-E196-A2D2-664E5722DC27}"/>
          </ac:spMkLst>
        </pc:spChg>
        <pc:spChg chg="del mod">
          <ac:chgData name="Charlotte Knaupp" userId="68a7a230-7b40-4667-aed5-d2dc881ae357" providerId="ADAL" clId="{C61B69AA-3283-423E-948B-C291F1199F0A}" dt="2023-02-21T14:19:47.074" v="143" actId="478"/>
          <ac:spMkLst>
            <pc:docMk/>
            <pc:sldMk cId="186648442" sldId="260"/>
            <ac:spMk id="4" creationId="{4F533BC2-1991-C0F0-0292-283438CE374A}"/>
          </ac:spMkLst>
        </pc:spChg>
      </pc:sldChg>
      <pc:sldChg chg="addSp delSp modSp mod">
        <pc:chgData name="Charlotte Knaupp" userId="68a7a230-7b40-4667-aed5-d2dc881ae357" providerId="ADAL" clId="{C61B69AA-3283-423E-948B-C291F1199F0A}" dt="2023-02-22T14:12:28.960" v="520"/>
        <pc:sldMkLst>
          <pc:docMk/>
          <pc:sldMk cId="2164116393" sldId="261"/>
        </pc:sldMkLst>
        <pc:spChg chg="add del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2" creationId="{656203B9-730E-FF01-9C6A-F742BBBAA81C}"/>
          </ac:spMkLst>
        </pc:spChg>
        <pc:spChg chg="del">
          <ac:chgData name="Charlotte Knaupp" userId="68a7a230-7b40-4667-aed5-d2dc881ae357" providerId="ADAL" clId="{C61B69AA-3283-423E-948B-C291F1199F0A}" dt="2023-02-21T14:16:40.734" v="92"/>
          <ac:spMkLst>
            <pc:docMk/>
            <pc:sldMk cId="2164116393" sldId="261"/>
            <ac:spMk id="2" creationId="{AAC38E7E-F41C-8D76-ECD0-20DA94F4DAED}"/>
          </ac:spMkLst>
        </pc:spChg>
        <pc:spChg chg="del">
          <ac:chgData name="Charlotte Knaupp" userId="68a7a230-7b40-4667-aed5-d2dc881ae357" providerId="ADAL" clId="{C61B69AA-3283-423E-948B-C291F1199F0A}" dt="2023-02-21T14:16:40.734" v="92"/>
          <ac:spMkLst>
            <pc:docMk/>
            <pc:sldMk cId="2164116393" sldId="261"/>
            <ac:spMk id="3" creationId="{6235AE1B-8714-8782-357C-729C5DBA2FDE}"/>
          </ac:spMkLst>
        </pc:spChg>
        <pc:spChg chg="add del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3" creationId="{89D4DA01-7CB0-E948-0735-CE30B08B6E57}"/>
          </ac:spMkLst>
        </pc:spChg>
        <pc:spChg chg="add del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4" creationId="{C4619AA4-84EB-10AC-450A-CD13887FC1A4}"/>
          </ac:spMkLst>
        </pc:spChg>
        <pc:spChg chg="del mod">
          <ac:chgData name="Charlotte Knaupp" userId="68a7a230-7b40-4667-aed5-d2dc881ae357" providerId="ADAL" clId="{C61B69AA-3283-423E-948B-C291F1199F0A}" dt="2023-02-21T14:16:47.338" v="95" actId="478"/>
          <ac:spMkLst>
            <pc:docMk/>
            <pc:sldMk cId="2164116393" sldId="261"/>
            <ac:spMk id="4" creationId="{FCA2D5AC-1F41-D4AE-ECCD-33F1F82B5CF1}"/>
          </ac:spMkLst>
        </pc:spChg>
        <pc:spChg chg="del mod">
          <ac:chgData name="Charlotte Knaupp" userId="68a7a230-7b40-4667-aed5-d2dc881ae357" providerId="ADAL" clId="{C61B69AA-3283-423E-948B-C291F1199F0A}" dt="2023-02-21T14:16:47.338" v="95" actId="478"/>
          <ac:spMkLst>
            <pc:docMk/>
            <pc:sldMk cId="2164116393" sldId="261"/>
            <ac:spMk id="5" creationId="{60541485-6DFA-2691-590D-4F715434C237}"/>
          </ac:spMkLst>
        </pc:spChg>
        <pc:spChg chg="add del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5" creationId="{87289745-9FC0-0860-1D45-BF4F761CD24D}"/>
          </ac:spMkLst>
        </pc:spChg>
        <pc:spChg chg="del mod">
          <ac:chgData name="Charlotte Knaupp" userId="68a7a230-7b40-4667-aed5-d2dc881ae357" providerId="ADAL" clId="{C61B69AA-3283-423E-948B-C291F1199F0A}" dt="2023-02-21T14:16:40.734" v="92"/>
          <ac:spMkLst>
            <pc:docMk/>
            <pc:sldMk cId="2164116393" sldId="261"/>
            <ac:spMk id="6" creationId="{98BB7342-3B50-549C-1BA8-465DD0C1A5A1}"/>
          </ac:spMkLst>
        </pc:spChg>
        <pc:spChg chg="add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6" creationId="{B0551305-24D2-DAC1-01AC-B89A128F2A97}"/>
          </ac:spMkLst>
        </pc:spChg>
        <pc:spChg chg="del">
          <ac:chgData name="Charlotte Knaupp" userId="68a7a230-7b40-4667-aed5-d2dc881ae357" providerId="ADAL" clId="{C61B69AA-3283-423E-948B-C291F1199F0A}" dt="2023-02-21T14:16:40.734" v="92"/>
          <ac:spMkLst>
            <pc:docMk/>
            <pc:sldMk cId="2164116393" sldId="261"/>
            <ac:spMk id="7" creationId="{0CF750D6-5C2F-A29C-5119-45E745F7DD35}"/>
          </ac:spMkLst>
        </pc:spChg>
        <pc:spChg chg="add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7" creationId="{62DCF3EF-DD9C-6345-B159-AFB31F89B9E5}"/>
          </ac:spMkLst>
        </pc:spChg>
        <pc:spChg chg="del">
          <ac:chgData name="Charlotte Knaupp" userId="68a7a230-7b40-4667-aed5-d2dc881ae357" providerId="ADAL" clId="{C61B69AA-3283-423E-948B-C291F1199F0A}" dt="2023-02-21T14:16:40.734" v="92"/>
          <ac:spMkLst>
            <pc:docMk/>
            <pc:sldMk cId="2164116393" sldId="261"/>
            <ac:spMk id="8" creationId="{1F747B7D-4A81-3CD9-5F57-2DAD5B80FFD5}"/>
          </ac:spMkLst>
        </pc:spChg>
        <pc:spChg chg="add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8" creationId="{9F9BD2F9-2D3B-B64E-7CE1-ED15B6316FDC}"/>
          </ac:spMkLst>
        </pc:spChg>
        <pc:spChg chg="add mod">
          <ac:chgData name="Charlotte Knaupp" userId="68a7a230-7b40-4667-aed5-d2dc881ae357" providerId="ADAL" clId="{C61B69AA-3283-423E-948B-C291F1199F0A}" dt="2023-02-22T14:12:28.960" v="520"/>
          <ac:spMkLst>
            <pc:docMk/>
            <pc:sldMk cId="2164116393" sldId="261"/>
            <ac:spMk id="9" creationId="{9245DE44-DEF4-F898-340A-ABB2FB6FD98C}"/>
          </ac:spMkLst>
        </pc:spChg>
        <pc:spChg chg="add del mod">
          <ac:chgData name="Charlotte Knaupp" userId="68a7a230-7b40-4667-aed5-d2dc881ae357" providerId="ADAL" clId="{C61B69AA-3283-423E-948B-C291F1199F0A}" dt="2023-02-21T14:16:42.019" v="93"/>
          <ac:spMkLst>
            <pc:docMk/>
            <pc:sldMk cId="2164116393" sldId="261"/>
            <ac:spMk id="9" creationId="{B7767A88-A9C8-DEC6-C746-91C7B05DC7CD}"/>
          </ac:spMkLst>
        </pc:spChg>
        <pc:spChg chg="add del mod">
          <ac:chgData name="Charlotte Knaupp" userId="68a7a230-7b40-4667-aed5-d2dc881ae357" providerId="ADAL" clId="{C61B69AA-3283-423E-948B-C291F1199F0A}" dt="2023-02-21T14:16:42.019" v="93"/>
          <ac:spMkLst>
            <pc:docMk/>
            <pc:sldMk cId="2164116393" sldId="261"/>
            <ac:spMk id="10" creationId="{0DAC50D7-4E22-10C2-8461-77BC6E62A822}"/>
          </ac:spMkLst>
        </pc:spChg>
        <pc:spChg chg="add del mod">
          <ac:chgData name="Charlotte Knaupp" userId="68a7a230-7b40-4667-aed5-d2dc881ae357" providerId="ADAL" clId="{C61B69AA-3283-423E-948B-C291F1199F0A}" dt="2023-02-21T14:16:42.019" v="93"/>
          <ac:spMkLst>
            <pc:docMk/>
            <pc:sldMk cId="2164116393" sldId="261"/>
            <ac:spMk id="11" creationId="{71235844-B9F9-BBAA-113C-969DD5A0BDCE}"/>
          </ac:spMkLst>
        </pc:spChg>
        <pc:spChg chg="add del mod">
          <ac:chgData name="Charlotte Knaupp" userId="68a7a230-7b40-4667-aed5-d2dc881ae357" providerId="ADAL" clId="{C61B69AA-3283-423E-948B-C291F1199F0A}" dt="2023-02-21T14:16:42.019" v="93"/>
          <ac:spMkLst>
            <pc:docMk/>
            <pc:sldMk cId="2164116393" sldId="261"/>
            <ac:spMk id="12" creationId="{B7C83D0A-C07C-B949-4E34-AE45412CA6C3}"/>
          </ac:spMkLst>
        </pc:spChg>
        <pc:spChg chg="add del mod">
          <ac:chgData name="Charlotte Knaupp" userId="68a7a230-7b40-4667-aed5-d2dc881ae357" providerId="ADAL" clId="{C61B69AA-3283-423E-948B-C291F1199F0A}" dt="2023-02-21T14:16:43.202" v="94"/>
          <ac:spMkLst>
            <pc:docMk/>
            <pc:sldMk cId="2164116393" sldId="261"/>
            <ac:spMk id="13" creationId="{32AB9FC7-E89A-E92C-E598-19074400FB42}"/>
          </ac:spMkLst>
        </pc:spChg>
        <pc:spChg chg="add del mod">
          <ac:chgData name="Charlotte Knaupp" userId="68a7a230-7b40-4667-aed5-d2dc881ae357" providerId="ADAL" clId="{C61B69AA-3283-423E-948B-C291F1199F0A}" dt="2023-02-21T14:16:43.202" v="94"/>
          <ac:spMkLst>
            <pc:docMk/>
            <pc:sldMk cId="2164116393" sldId="261"/>
            <ac:spMk id="14" creationId="{67F28FFF-3F5C-15E7-5ABB-2A3CE62D99A8}"/>
          </ac:spMkLst>
        </pc:spChg>
        <pc:spChg chg="add del mod">
          <ac:chgData name="Charlotte Knaupp" userId="68a7a230-7b40-4667-aed5-d2dc881ae357" providerId="ADAL" clId="{C61B69AA-3283-423E-948B-C291F1199F0A}" dt="2023-02-21T14:16:43.202" v="94"/>
          <ac:spMkLst>
            <pc:docMk/>
            <pc:sldMk cId="2164116393" sldId="261"/>
            <ac:spMk id="15" creationId="{0EE7FD24-D844-C7CD-7D21-0FC6B035C9ED}"/>
          </ac:spMkLst>
        </pc:spChg>
        <pc:spChg chg="add del mod">
          <ac:chgData name="Charlotte Knaupp" userId="68a7a230-7b40-4667-aed5-d2dc881ae357" providerId="ADAL" clId="{C61B69AA-3283-423E-948B-C291F1199F0A}" dt="2023-02-21T14:16:43.202" v="94"/>
          <ac:spMkLst>
            <pc:docMk/>
            <pc:sldMk cId="2164116393" sldId="261"/>
            <ac:spMk id="16" creationId="{FD628978-0FE1-BAEF-86AB-2606290F4F5F}"/>
          </ac:spMkLst>
        </pc:spChg>
        <pc:spChg chg="add del mod">
          <ac:chgData name="Charlotte Knaupp" userId="68a7a230-7b40-4667-aed5-d2dc881ae357" providerId="ADAL" clId="{C61B69AA-3283-423E-948B-C291F1199F0A}" dt="2023-02-21T14:16:48.896" v="96"/>
          <ac:spMkLst>
            <pc:docMk/>
            <pc:sldMk cId="2164116393" sldId="261"/>
            <ac:spMk id="17" creationId="{BE9A79BB-FE02-EA31-CB99-39ABB8020BC9}"/>
          </ac:spMkLst>
        </pc:spChg>
        <pc:spChg chg="add del mod">
          <ac:chgData name="Charlotte Knaupp" userId="68a7a230-7b40-4667-aed5-d2dc881ae357" providerId="ADAL" clId="{C61B69AA-3283-423E-948B-C291F1199F0A}" dt="2023-02-21T14:16:48.896" v="96"/>
          <ac:spMkLst>
            <pc:docMk/>
            <pc:sldMk cId="2164116393" sldId="261"/>
            <ac:spMk id="18" creationId="{2009C716-F6DA-8484-4EE8-1FB914BBD09E}"/>
          </ac:spMkLst>
        </pc:spChg>
        <pc:spChg chg="add del mod">
          <ac:chgData name="Charlotte Knaupp" userId="68a7a230-7b40-4667-aed5-d2dc881ae357" providerId="ADAL" clId="{C61B69AA-3283-423E-948B-C291F1199F0A}" dt="2023-02-21T14:16:48.896" v="96"/>
          <ac:spMkLst>
            <pc:docMk/>
            <pc:sldMk cId="2164116393" sldId="261"/>
            <ac:spMk id="19" creationId="{3C14FF5A-B7DD-5B34-450E-81CE14732453}"/>
          </ac:spMkLst>
        </pc:spChg>
        <pc:spChg chg="add del mod">
          <ac:chgData name="Charlotte Knaupp" userId="68a7a230-7b40-4667-aed5-d2dc881ae357" providerId="ADAL" clId="{C61B69AA-3283-423E-948B-C291F1199F0A}" dt="2023-02-21T14:16:48.896" v="96"/>
          <ac:spMkLst>
            <pc:docMk/>
            <pc:sldMk cId="2164116393" sldId="261"/>
            <ac:spMk id="20" creationId="{D106F769-1B06-A240-1141-60C37D403153}"/>
          </ac:spMkLst>
        </pc:spChg>
        <pc:spChg chg="add del mod">
          <ac:chgData name="Charlotte Knaupp" userId="68a7a230-7b40-4667-aed5-d2dc881ae357" providerId="ADAL" clId="{C61B69AA-3283-423E-948B-C291F1199F0A}" dt="2023-02-21T14:16:49.352" v="97"/>
          <ac:spMkLst>
            <pc:docMk/>
            <pc:sldMk cId="2164116393" sldId="261"/>
            <ac:spMk id="21" creationId="{7B0049F4-15DE-1F5E-8863-877B1ABF4925}"/>
          </ac:spMkLst>
        </pc:spChg>
        <pc:spChg chg="add del mod">
          <ac:chgData name="Charlotte Knaupp" userId="68a7a230-7b40-4667-aed5-d2dc881ae357" providerId="ADAL" clId="{C61B69AA-3283-423E-948B-C291F1199F0A}" dt="2023-02-21T14:16:49.352" v="97"/>
          <ac:spMkLst>
            <pc:docMk/>
            <pc:sldMk cId="2164116393" sldId="261"/>
            <ac:spMk id="22" creationId="{58DE4BE2-4657-76D8-7038-F8EA48C67DCF}"/>
          </ac:spMkLst>
        </pc:spChg>
        <pc:spChg chg="add del mod">
          <ac:chgData name="Charlotte Knaupp" userId="68a7a230-7b40-4667-aed5-d2dc881ae357" providerId="ADAL" clId="{C61B69AA-3283-423E-948B-C291F1199F0A}" dt="2023-02-21T14:16:49.352" v="97"/>
          <ac:spMkLst>
            <pc:docMk/>
            <pc:sldMk cId="2164116393" sldId="261"/>
            <ac:spMk id="23" creationId="{38FF8CE7-6D4C-F604-683D-E21EBCA327B6}"/>
          </ac:spMkLst>
        </pc:spChg>
        <pc:spChg chg="add del mod">
          <ac:chgData name="Charlotte Knaupp" userId="68a7a230-7b40-4667-aed5-d2dc881ae357" providerId="ADAL" clId="{C61B69AA-3283-423E-948B-C291F1199F0A}" dt="2023-02-21T14:16:49.352" v="97"/>
          <ac:spMkLst>
            <pc:docMk/>
            <pc:sldMk cId="2164116393" sldId="261"/>
            <ac:spMk id="24" creationId="{D30BEC73-8899-D176-4DF0-E67E1000B648}"/>
          </ac:spMkLst>
        </pc:spChg>
        <pc:spChg chg="add del mod">
          <ac:chgData name="Charlotte Knaupp" userId="68a7a230-7b40-4667-aed5-d2dc881ae357" providerId="ADAL" clId="{C61B69AA-3283-423E-948B-C291F1199F0A}" dt="2023-02-21T14:16:49.541" v="98"/>
          <ac:spMkLst>
            <pc:docMk/>
            <pc:sldMk cId="2164116393" sldId="261"/>
            <ac:spMk id="25" creationId="{2C96FA19-C31E-4A5B-75B7-D27E4618880E}"/>
          </ac:spMkLst>
        </pc:spChg>
        <pc:spChg chg="add del mod">
          <ac:chgData name="Charlotte Knaupp" userId="68a7a230-7b40-4667-aed5-d2dc881ae357" providerId="ADAL" clId="{C61B69AA-3283-423E-948B-C291F1199F0A}" dt="2023-02-21T14:16:49.541" v="98"/>
          <ac:spMkLst>
            <pc:docMk/>
            <pc:sldMk cId="2164116393" sldId="261"/>
            <ac:spMk id="26" creationId="{DF07A8F8-8A1B-9D45-6714-6CCB43FC5D2B}"/>
          </ac:spMkLst>
        </pc:spChg>
        <pc:spChg chg="add del mod">
          <ac:chgData name="Charlotte Knaupp" userId="68a7a230-7b40-4667-aed5-d2dc881ae357" providerId="ADAL" clId="{C61B69AA-3283-423E-948B-C291F1199F0A}" dt="2023-02-21T14:16:49.541" v="98"/>
          <ac:spMkLst>
            <pc:docMk/>
            <pc:sldMk cId="2164116393" sldId="261"/>
            <ac:spMk id="27" creationId="{4747E8EA-5DFD-5C7F-96E7-BD6F6A5FFD5C}"/>
          </ac:spMkLst>
        </pc:spChg>
        <pc:spChg chg="add del mod">
          <ac:chgData name="Charlotte Knaupp" userId="68a7a230-7b40-4667-aed5-d2dc881ae357" providerId="ADAL" clId="{C61B69AA-3283-423E-948B-C291F1199F0A}" dt="2023-02-21T14:16:49.541" v="98"/>
          <ac:spMkLst>
            <pc:docMk/>
            <pc:sldMk cId="2164116393" sldId="261"/>
            <ac:spMk id="28" creationId="{79E14678-EB7C-B871-7342-831BE2D4DE55}"/>
          </ac:spMkLst>
        </pc:spChg>
        <pc:spChg chg="add del mod">
          <ac:chgData name="Charlotte Knaupp" userId="68a7a230-7b40-4667-aed5-d2dc881ae357" providerId="ADAL" clId="{C61B69AA-3283-423E-948B-C291F1199F0A}" dt="2023-02-21T14:16:49.713" v="99"/>
          <ac:spMkLst>
            <pc:docMk/>
            <pc:sldMk cId="2164116393" sldId="261"/>
            <ac:spMk id="29" creationId="{FF7D71AD-CC73-1FF7-FE9E-6A4AF6B253C5}"/>
          </ac:spMkLst>
        </pc:spChg>
        <pc:spChg chg="add del mod">
          <ac:chgData name="Charlotte Knaupp" userId="68a7a230-7b40-4667-aed5-d2dc881ae357" providerId="ADAL" clId="{C61B69AA-3283-423E-948B-C291F1199F0A}" dt="2023-02-21T14:16:49.713" v="99"/>
          <ac:spMkLst>
            <pc:docMk/>
            <pc:sldMk cId="2164116393" sldId="261"/>
            <ac:spMk id="30" creationId="{F45DE6E8-1D2E-EBF5-4BA3-FC2EDF88E2D7}"/>
          </ac:spMkLst>
        </pc:spChg>
        <pc:spChg chg="add del mod">
          <ac:chgData name="Charlotte Knaupp" userId="68a7a230-7b40-4667-aed5-d2dc881ae357" providerId="ADAL" clId="{C61B69AA-3283-423E-948B-C291F1199F0A}" dt="2023-02-21T14:16:49.713" v="99"/>
          <ac:spMkLst>
            <pc:docMk/>
            <pc:sldMk cId="2164116393" sldId="261"/>
            <ac:spMk id="31" creationId="{C2B78D7B-E665-02A9-A6FE-AF650E858127}"/>
          </ac:spMkLst>
        </pc:spChg>
        <pc:spChg chg="add del mod">
          <ac:chgData name="Charlotte Knaupp" userId="68a7a230-7b40-4667-aed5-d2dc881ae357" providerId="ADAL" clId="{C61B69AA-3283-423E-948B-C291F1199F0A}" dt="2023-02-21T14:16:49.713" v="99"/>
          <ac:spMkLst>
            <pc:docMk/>
            <pc:sldMk cId="2164116393" sldId="261"/>
            <ac:spMk id="32" creationId="{86591065-BCE7-AB92-C6D7-69268E6BF5B7}"/>
          </ac:spMkLst>
        </pc:spChg>
        <pc:spChg chg="add del mod">
          <ac:chgData name="Charlotte Knaupp" userId="68a7a230-7b40-4667-aed5-d2dc881ae357" providerId="ADAL" clId="{C61B69AA-3283-423E-948B-C291F1199F0A}" dt="2023-02-21T14:16:49.890" v="100"/>
          <ac:spMkLst>
            <pc:docMk/>
            <pc:sldMk cId="2164116393" sldId="261"/>
            <ac:spMk id="33" creationId="{F2E4258D-8055-E98A-3C1D-6238A785A5B2}"/>
          </ac:spMkLst>
        </pc:spChg>
        <pc:spChg chg="add del mod">
          <ac:chgData name="Charlotte Knaupp" userId="68a7a230-7b40-4667-aed5-d2dc881ae357" providerId="ADAL" clId="{C61B69AA-3283-423E-948B-C291F1199F0A}" dt="2023-02-21T14:16:49.890" v="100"/>
          <ac:spMkLst>
            <pc:docMk/>
            <pc:sldMk cId="2164116393" sldId="261"/>
            <ac:spMk id="34" creationId="{2E1264BC-AC8D-12D3-C839-6CCD9FF440FB}"/>
          </ac:spMkLst>
        </pc:spChg>
        <pc:spChg chg="add del mod">
          <ac:chgData name="Charlotte Knaupp" userId="68a7a230-7b40-4667-aed5-d2dc881ae357" providerId="ADAL" clId="{C61B69AA-3283-423E-948B-C291F1199F0A}" dt="2023-02-21T14:16:49.890" v="100"/>
          <ac:spMkLst>
            <pc:docMk/>
            <pc:sldMk cId="2164116393" sldId="261"/>
            <ac:spMk id="35" creationId="{9EA7D365-64E5-E84E-121D-90EEA2A05923}"/>
          </ac:spMkLst>
        </pc:spChg>
        <pc:spChg chg="add del mod">
          <ac:chgData name="Charlotte Knaupp" userId="68a7a230-7b40-4667-aed5-d2dc881ae357" providerId="ADAL" clId="{C61B69AA-3283-423E-948B-C291F1199F0A}" dt="2023-02-21T14:16:49.890" v="100"/>
          <ac:spMkLst>
            <pc:docMk/>
            <pc:sldMk cId="2164116393" sldId="261"/>
            <ac:spMk id="36" creationId="{492CC36D-2486-11EB-1ED3-1FF506D67501}"/>
          </ac:spMkLst>
        </pc:spChg>
        <pc:spChg chg="add del mod">
          <ac:chgData name="Charlotte Knaupp" userId="68a7a230-7b40-4667-aed5-d2dc881ae357" providerId="ADAL" clId="{C61B69AA-3283-423E-948B-C291F1199F0A}" dt="2023-02-21T14:19:44.932" v="142"/>
          <ac:spMkLst>
            <pc:docMk/>
            <pc:sldMk cId="2164116393" sldId="261"/>
            <ac:spMk id="37" creationId="{2525A1AE-1697-0CE5-32A6-10B09C390692}"/>
          </ac:spMkLst>
        </pc:spChg>
        <pc:spChg chg="add del mod">
          <ac:chgData name="Charlotte Knaupp" userId="68a7a230-7b40-4667-aed5-d2dc881ae357" providerId="ADAL" clId="{C61B69AA-3283-423E-948B-C291F1199F0A}" dt="2023-02-21T14:19:44.932" v="142"/>
          <ac:spMkLst>
            <pc:docMk/>
            <pc:sldMk cId="2164116393" sldId="261"/>
            <ac:spMk id="38" creationId="{B0EEC070-7527-1AF0-BF9D-9BC727BA52BB}"/>
          </ac:spMkLst>
        </pc:spChg>
        <pc:spChg chg="add del mod">
          <ac:chgData name="Charlotte Knaupp" userId="68a7a230-7b40-4667-aed5-d2dc881ae357" providerId="ADAL" clId="{C61B69AA-3283-423E-948B-C291F1199F0A}" dt="2023-02-21T14:19:44.932" v="142"/>
          <ac:spMkLst>
            <pc:docMk/>
            <pc:sldMk cId="2164116393" sldId="261"/>
            <ac:spMk id="39" creationId="{1453CA4D-70D4-FA21-D6D2-8A7A65D6147E}"/>
          </ac:spMkLst>
        </pc:spChg>
        <pc:spChg chg="add del mod">
          <ac:chgData name="Charlotte Knaupp" userId="68a7a230-7b40-4667-aed5-d2dc881ae357" providerId="ADAL" clId="{C61B69AA-3283-423E-948B-C291F1199F0A}" dt="2023-02-21T14:19:44.932" v="142"/>
          <ac:spMkLst>
            <pc:docMk/>
            <pc:sldMk cId="2164116393" sldId="261"/>
            <ac:spMk id="40" creationId="{6F3A3D9E-A956-B7A3-952D-751A15BF93CE}"/>
          </ac:spMkLst>
        </pc:spChg>
      </pc:sldChg>
      <pc:sldChg chg="addSp delSp modSp">
        <pc:chgData name="Charlotte Knaupp" userId="68a7a230-7b40-4667-aed5-d2dc881ae357" providerId="ADAL" clId="{C61B69AA-3283-423E-948B-C291F1199F0A}" dt="2023-02-22T14:12:33.788" v="524"/>
        <pc:sldMkLst>
          <pc:docMk/>
          <pc:sldMk cId="984917374" sldId="262"/>
        </pc:sldMkLst>
        <pc:spChg chg="del">
          <ac:chgData name="Charlotte Knaupp" userId="68a7a230-7b40-4667-aed5-d2dc881ae357" providerId="ADAL" clId="{C61B69AA-3283-423E-948B-C291F1199F0A}" dt="2023-02-22T14:12:30.586" v="521"/>
          <ac:spMkLst>
            <pc:docMk/>
            <pc:sldMk cId="984917374" sldId="262"/>
            <ac:spMk id="2" creationId="{B2BF2CA7-F52D-4E23-E40A-C59EBA779CF1}"/>
          </ac:spMkLst>
        </pc:spChg>
        <pc:spChg chg="del">
          <ac:chgData name="Charlotte Knaupp" userId="68a7a230-7b40-4667-aed5-d2dc881ae357" providerId="ADAL" clId="{C61B69AA-3283-423E-948B-C291F1199F0A}" dt="2023-02-22T14:12:30.586" v="521"/>
          <ac:spMkLst>
            <pc:docMk/>
            <pc:sldMk cId="984917374" sldId="262"/>
            <ac:spMk id="3" creationId="{37EF5468-99B9-3FD2-BEEB-2D99E1027AB6}"/>
          </ac:spMkLst>
        </pc:spChg>
        <pc:spChg chg="del">
          <ac:chgData name="Charlotte Knaupp" userId="68a7a230-7b40-4667-aed5-d2dc881ae357" providerId="ADAL" clId="{C61B69AA-3283-423E-948B-C291F1199F0A}" dt="2023-02-22T14:12:30.586" v="521"/>
          <ac:spMkLst>
            <pc:docMk/>
            <pc:sldMk cId="984917374" sldId="262"/>
            <ac:spMk id="4" creationId="{EADD673A-48F7-378F-2270-BC7127E693C1}"/>
          </ac:spMkLst>
        </pc:spChg>
        <pc:spChg chg="del">
          <ac:chgData name="Charlotte Knaupp" userId="68a7a230-7b40-4667-aed5-d2dc881ae357" providerId="ADAL" clId="{C61B69AA-3283-423E-948B-C291F1199F0A}" dt="2023-02-22T14:12:30.586" v="521"/>
          <ac:spMkLst>
            <pc:docMk/>
            <pc:sldMk cId="984917374" sldId="262"/>
            <ac:spMk id="5" creationId="{45D9B077-449B-5E87-D840-1CCAA776964E}"/>
          </ac:spMkLst>
        </pc:spChg>
        <pc:spChg chg="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6" creationId="{22B3927C-1215-CBE7-63F4-197A6FEDEC57}"/>
          </ac:spMkLst>
        </pc:spChg>
        <pc:spChg chg="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7" creationId="{8F8C2AFC-5BF8-951E-F258-1D96F4A1BC39}"/>
          </ac:spMkLst>
        </pc:spChg>
        <pc:spChg chg="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8" creationId="{63D8A443-C158-6ED8-3D65-03E0E8980F70}"/>
          </ac:spMkLst>
        </pc:spChg>
        <pc:spChg chg="add del mod">
          <ac:chgData name="Charlotte Knaupp" userId="68a7a230-7b40-4667-aed5-d2dc881ae357" providerId="ADAL" clId="{C61B69AA-3283-423E-948B-C291F1199F0A}" dt="2023-02-22T14:12:30.586" v="521"/>
          <ac:spMkLst>
            <pc:docMk/>
            <pc:sldMk cId="984917374" sldId="262"/>
            <ac:spMk id="9" creationId="{A263BFFB-603F-4BE2-4851-B414DAC5C8DC}"/>
          </ac:spMkLst>
        </pc:spChg>
        <pc:spChg chg="add del mod">
          <ac:chgData name="Charlotte Knaupp" userId="68a7a230-7b40-4667-aed5-d2dc881ae357" providerId="ADAL" clId="{C61B69AA-3283-423E-948B-C291F1199F0A}" dt="2023-02-22T14:12:30.586" v="521"/>
          <ac:spMkLst>
            <pc:docMk/>
            <pc:sldMk cId="984917374" sldId="262"/>
            <ac:spMk id="10" creationId="{0CF37A74-D343-763C-C38C-FCC3A8188137}"/>
          </ac:spMkLst>
        </pc:spChg>
        <pc:spChg chg="add del mod">
          <ac:chgData name="Charlotte Knaupp" userId="68a7a230-7b40-4667-aed5-d2dc881ae357" providerId="ADAL" clId="{C61B69AA-3283-423E-948B-C291F1199F0A}" dt="2023-02-22T14:12:30.586" v="521"/>
          <ac:spMkLst>
            <pc:docMk/>
            <pc:sldMk cId="984917374" sldId="262"/>
            <ac:spMk id="11" creationId="{EC29C69D-D185-04E4-8F1B-6FCB8F21AA1E}"/>
          </ac:spMkLst>
        </pc:spChg>
        <pc:spChg chg="add del mod">
          <ac:chgData name="Charlotte Knaupp" userId="68a7a230-7b40-4667-aed5-d2dc881ae357" providerId="ADAL" clId="{C61B69AA-3283-423E-948B-C291F1199F0A}" dt="2023-02-22T14:12:33.288" v="522"/>
          <ac:spMkLst>
            <pc:docMk/>
            <pc:sldMk cId="984917374" sldId="262"/>
            <ac:spMk id="12" creationId="{5BEB2DD6-B38A-3942-224C-EE29287C06CA}"/>
          </ac:spMkLst>
        </pc:spChg>
        <pc:spChg chg="add del mod">
          <ac:chgData name="Charlotte Knaupp" userId="68a7a230-7b40-4667-aed5-d2dc881ae357" providerId="ADAL" clId="{C61B69AA-3283-423E-948B-C291F1199F0A}" dt="2023-02-22T14:12:33.288" v="522"/>
          <ac:spMkLst>
            <pc:docMk/>
            <pc:sldMk cId="984917374" sldId="262"/>
            <ac:spMk id="13" creationId="{333878C8-180C-2B5A-CBE7-035012948D21}"/>
          </ac:spMkLst>
        </pc:spChg>
        <pc:spChg chg="add del mod">
          <ac:chgData name="Charlotte Knaupp" userId="68a7a230-7b40-4667-aed5-d2dc881ae357" providerId="ADAL" clId="{C61B69AA-3283-423E-948B-C291F1199F0A}" dt="2023-02-22T14:12:33.288" v="522"/>
          <ac:spMkLst>
            <pc:docMk/>
            <pc:sldMk cId="984917374" sldId="262"/>
            <ac:spMk id="14" creationId="{8D9B3E83-F5DD-9A70-DAB3-782E27490675}"/>
          </ac:spMkLst>
        </pc:spChg>
        <pc:spChg chg="add del mod">
          <ac:chgData name="Charlotte Knaupp" userId="68a7a230-7b40-4667-aed5-d2dc881ae357" providerId="ADAL" clId="{C61B69AA-3283-423E-948B-C291F1199F0A}" dt="2023-02-22T14:12:33.288" v="522"/>
          <ac:spMkLst>
            <pc:docMk/>
            <pc:sldMk cId="984917374" sldId="262"/>
            <ac:spMk id="15" creationId="{4BE981A9-4783-7A18-EC2A-3CE3CF353739}"/>
          </ac:spMkLst>
        </pc:spChg>
        <pc:spChg chg="add del mod">
          <ac:chgData name="Charlotte Knaupp" userId="68a7a230-7b40-4667-aed5-d2dc881ae357" providerId="ADAL" clId="{C61B69AA-3283-423E-948B-C291F1199F0A}" dt="2023-02-22T14:12:33.288" v="522"/>
          <ac:spMkLst>
            <pc:docMk/>
            <pc:sldMk cId="984917374" sldId="262"/>
            <ac:spMk id="16" creationId="{A1831793-3522-800D-6758-231E870227C2}"/>
          </ac:spMkLst>
        </pc:spChg>
        <pc:spChg chg="add del mod">
          <ac:chgData name="Charlotte Knaupp" userId="68a7a230-7b40-4667-aed5-d2dc881ae357" providerId="ADAL" clId="{C61B69AA-3283-423E-948B-C291F1199F0A}" dt="2023-02-22T14:12:33.288" v="522"/>
          <ac:spMkLst>
            <pc:docMk/>
            <pc:sldMk cId="984917374" sldId="262"/>
            <ac:spMk id="17" creationId="{8C25EA36-BBC8-7032-AD01-CE7182FC1545}"/>
          </ac:spMkLst>
        </pc:spChg>
        <pc:spChg chg="add del mod">
          <ac:chgData name="Charlotte Knaupp" userId="68a7a230-7b40-4667-aed5-d2dc881ae357" providerId="ADAL" clId="{C61B69AA-3283-423E-948B-C291F1199F0A}" dt="2023-02-22T14:12:33.288" v="522"/>
          <ac:spMkLst>
            <pc:docMk/>
            <pc:sldMk cId="984917374" sldId="262"/>
            <ac:spMk id="18" creationId="{5401F693-1ECB-3CF1-3510-8CE32F95486C}"/>
          </ac:spMkLst>
        </pc:spChg>
        <pc:spChg chg="add del mod">
          <ac:chgData name="Charlotte Knaupp" userId="68a7a230-7b40-4667-aed5-d2dc881ae357" providerId="ADAL" clId="{C61B69AA-3283-423E-948B-C291F1199F0A}" dt="2023-02-22T14:12:33.627" v="523"/>
          <ac:spMkLst>
            <pc:docMk/>
            <pc:sldMk cId="984917374" sldId="262"/>
            <ac:spMk id="19" creationId="{0CE38F89-21C1-64FD-7DF4-7DE41A4692CA}"/>
          </ac:spMkLst>
        </pc:spChg>
        <pc:spChg chg="add del mod">
          <ac:chgData name="Charlotte Knaupp" userId="68a7a230-7b40-4667-aed5-d2dc881ae357" providerId="ADAL" clId="{C61B69AA-3283-423E-948B-C291F1199F0A}" dt="2023-02-22T14:12:33.627" v="523"/>
          <ac:spMkLst>
            <pc:docMk/>
            <pc:sldMk cId="984917374" sldId="262"/>
            <ac:spMk id="20" creationId="{BE385E1B-01CB-B8CD-CF9A-733F00028413}"/>
          </ac:spMkLst>
        </pc:spChg>
        <pc:spChg chg="add del mod">
          <ac:chgData name="Charlotte Knaupp" userId="68a7a230-7b40-4667-aed5-d2dc881ae357" providerId="ADAL" clId="{C61B69AA-3283-423E-948B-C291F1199F0A}" dt="2023-02-22T14:12:33.627" v="523"/>
          <ac:spMkLst>
            <pc:docMk/>
            <pc:sldMk cId="984917374" sldId="262"/>
            <ac:spMk id="21" creationId="{3376FA3E-1ADF-4BFA-C945-4A4C85454BDC}"/>
          </ac:spMkLst>
        </pc:spChg>
        <pc:spChg chg="add del mod">
          <ac:chgData name="Charlotte Knaupp" userId="68a7a230-7b40-4667-aed5-d2dc881ae357" providerId="ADAL" clId="{C61B69AA-3283-423E-948B-C291F1199F0A}" dt="2023-02-22T14:12:33.627" v="523"/>
          <ac:spMkLst>
            <pc:docMk/>
            <pc:sldMk cId="984917374" sldId="262"/>
            <ac:spMk id="22" creationId="{3BB8DF16-00F2-ADB9-852D-66957526BB2D}"/>
          </ac:spMkLst>
        </pc:spChg>
        <pc:spChg chg="add del mod">
          <ac:chgData name="Charlotte Knaupp" userId="68a7a230-7b40-4667-aed5-d2dc881ae357" providerId="ADAL" clId="{C61B69AA-3283-423E-948B-C291F1199F0A}" dt="2023-02-22T14:12:33.627" v="523"/>
          <ac:spMkLst>
            <pc:docMk/>
            <pc:sldMk cId="984917374" sldId="262"/>
            <ac:spMk id="23" creationId="{03C5DC7F-5FCD-5740-DDEA-13F779397309}"/>
          </ac:spMkLst>
        </pc:spChg>
        <pc:spChg chg="add del mod">
          <ac:chgData name="Charlotte Knaupp" userId="68a7a230-7b40-4667-aed5-d2dc881ae357" providerId="ADAL" clId="{C61B69AA-3283-423E-948B-C291F1199F0A}" dt="2023-02-22T14:12:33.627" v="523"/>
          <ac:spMkLst>
            <pc:docMk/>
            <pc:sldMk cId="984917374" sldId="262"/>
            <ac:spMk id="24" creationId="{3F72DA6F-2DAF-DFD8-E051-2539F6F5C454}"/>
          </ac:spMkLst>
        </pc:spChg>
        <pc:spChg chg="add del mod">
          <ac:chgData name="Charlotte Knaupp" userId="68a7a230-7b40-4667-aed5-d2dc881ae357" providerId="ADAL" clId="{C61B69AA-3283-423E-948B-C291F1199F0A}" dt="2023-02-22T14:12:33.627" v="523"/>
          <ac:spMkLst>
            <pc:docMk/>
            <pc:sldMk cId="984917374" sldId="262"/>
            <ac:spMk id="25" creationId="{15F858B8-2086-55FE-73A6-5B1DA87DBD27}"/>
          </ac:spMkLst>
        </pc:spChg>
        <pc:spChg chg="add del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26" creationId="{205D66AC-5471-ECE0-A083-BCCDC9E13723}"/>
          </ac:spMkLst>
        </pc:spChg>
        <pc:spChg chg="add del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27" creationId="{AD756538-19E2-B88C-0A5A-746D78A335BC}"/>
          </ac:spMkLst>
        </pc:spChg>
        <pc:spChg chg="add del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28" creationId="{E0D0ED47-F2A1-F221-3F6E-71E9F9A73082}"/>
          </ac:spMkLst>
        </pc:spChg>
        <pc:spChg chg="add del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29" creationId="{A13D8BC5-8FA2-5A81-D44E-2D639752A299}"/>
          </ac:spMkLst>
        </pc:spChg>
        <pc:spChg chg="add del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30" creationId="{C67B4BE8-E7C4-4D47-61DF-0562D3C9691C}"/>
          </ac:spMkLst>
        </pc:spChg>
        <pc:spChg chg="add del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31" creationId="{E2CD24B6-6456-A3D2-9ECE-0E0FC0C82E12}"/>
          </ac:spMkLst>
        </pc:spChg>
        <pc:spChg chg="add del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32" creationId="{C2A24036-E30B-39CA-FD54-9F26AB6B37B1}"/>
          </ac:spMkLst>
        </pc:spChg>
        <pc:spChg chg="add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33" creationId="{879B5052-E1B9-036A-CB26-66E08361DB18}"/>
          </ac:spMkLst>
        </pc:spChg>
        <pc:spChg chg="add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34" creationId="{2AF8A848-A1E8-4C60-A62B-BAF20F4DFC07}"/>
          </ac:spMkLst>
        </pc:spChg>
        <pc:spChg chg="add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35" creationId="{3C1250BC-687A-B2B3-994A-A640512AEA7F}"/>
          </ac:spMkLst>
        </pc:spChg>
        <pc:spChg chg="add mod">
          <ac:chgData name="Charlotte Knaupp" userId="68a7a230-7b40-4667-aed5-d2dc881ae357" providerId="ADAL" clId="{C61B69AA-3283-423E-948B-C291F1199F0A}" dt="2023-02-22T14:12:33.788" v="524"/>
          <ac:spMkLst>
            <pc:docMk/>
            <pc:sldMk cId="984917374" sldId="262"/>
            <ac:spMk id="36" creationId="{0B88EAE5-993D-BC09-6C12-FFA1119F8D1E}"/>
          </ac:spMkLst>
        </pc:spChg>
      </pc:sldChg>
      <pc:sldChg chg="new del">
        <pc:chgData name="Charlotte Knaupp" userId="68a7a230-7b40-4667-aed5-d2dc881ae357" providerId="ADAL" clId="{C61B69AA-3283-423E-948B-C291F1199F0A}" dt="2023-02-21T14:14:04.865" v="86" actId="680"/>
        <pc:sldMkLst>
          <pc:docMk/>
          <pc:sldMk cId="104485793" sldId="263"/>
        </pc:sldMkLst>
      </pc:sldChg>
      <pc:sldChg chg="new del">
        <pc:chgData name="Charlotte Knaupp" userId="68a7a230-7b40-4667-aed5-d2dc881ae357" providerId="ADAL" clId="{C61B69AA-3283-423E-948B-C291F1199F0A}" dt="2023-02-24T16:12:44.919" v="650" actId="680"/>
        <pc:sldMkLst>
          <pc:docMk/>
          <pc:sldMk cId="1580966547" sldId="263"/>
        </pc:sldMkLst>
      </pc:sldChg>
      <pc:sldChg chg="new del">
        <pc:chgData name="Charlotte Knaupp" userId="68a7a230-7b40-4667-aed5-d2dc881ae357" providerId="ADAL" clId="{C61B69AA-3283-423E-948B-C291F1199F0A}" dt="2023-02-21T16:25:37.901" v="374" actId="47"/>
        <pc:sldMkLst>
          <pc:docMk/>
          <pc:sldMk cId="2579042626" sldId="263"/>
        </pc:sldMkLst>
      </pc:sldChg>
      <pc:sldChg chg="add del">
        <pc:chgData name="Charlotte Knaupp" userId="68a7a230-7b40-4667-aed5-d2dc881ae357" providerId="ADAL" clId="{C61B69AA-3283-423E-948B-C291F1199F0A}" dt="2023-02-21T16:25:31.951" v="373" actId="47"/>
        <pc:sldMkLst>
          <pc:docMk/>
          <pc:sldMk cId="1302685159" sldId="264"/>
        </pc:sldMkLst>
      </pc:sldChg>
      <pc:sldChg chg="add del">
        <pc:chgData name="Charlotte Knaupp" userId="68a7a230-7b40-4667-aed5-d2dc881ae357" providerId="ADAL" clId="{C61B69AA-3283-423E-948B-C291F1199F0A}" dt="2023-02-22T10:03:19.899" v="466"/>
        <pc:sldMkLst>
          <pc:docMk/>
          <pc:sldMk cId="2037325303" sldId="4358"/>
        </pc:sldMkLst>
      </pc:sldChg>
      <pc:sldChg chg="add del">
        <pc:chgData name="Charlotte Knaupp" userId="68a7a230-7b40-4667-aed5-d2dc881ae357" providerId="ADAL" clId="{C61B69AA-3283-423E-948B-C291F1199F0A}" dt="2023-02-22T10:03:19.739" v="465"/>
        <pc:sldMkLst>
          <pc:docMk/>
          <pc:sldMk cId="4226155834" sldId="4359"/>
        </pc:sldMkLst>
      </pc:sldChg>
      <pc:sldMasterChg chg="modSp mod modSldLayout">
        <pc:chgData name="Charlotte Knaupp" userId="68a7a230-7b40-4667-aed5-d2dc881ae357" providerId="ADAL" clId="{C61B69AA-3283-423E-948B-C291F1199F0A}" dt="2023-02-24T16:12:45.134" v="690" actId="139"/>
        <pc:sldMasterMkLst>
          <pc:docMk/>
          <pc:sldMasterMk cId="259861064" sldId="2147483648"/>
        </pc:sldMasterMkLst>
        <pc:spChg chg="mod">
          <ac:chgData name="Charlotte Knaupp" userId="68a7a230-7b40-4667-aed5-d2dc881ae357" providerId="ADAL" clId="{C61B69AA-3283-423E-948B-C291F1199F0A}" dt="2023-02-24T16:12:45.134" v="690" actId="139"/>
          <ac:spMkLst>
            <pc:docMk/>
            <pc:sldMasterMk cId="259861064" sldId="2147483648"/>
            <ac:spMk id="7" creationId="{D6A5A859-4CE8-2837-746E-F8B2E0E6F21F}"/>
          </ac:spMkLst>
        </pc:spChg>
        <pc:spChg chg="mod">
          <ac:chgData name="Charlotte Knaupp" userId="68a7a230-7b40-4667-aed5-d2dc881ae357" providerId="ADAL" clId="{C61B69AA-3283-423E-948B-C291F1199F0A}" dt="2023-02-24T16:12:45.134" v="688" actId="139"/>
          <ac:spMkLst>
            <pc:docMk/>
            <pc:sldMasterMk cId="259861064" sldId="2147483648"/>
            <ac:spMk id="68" creationId="{61C71873-52D3-45F7-59C2-98B44A61CBDD}"/>
          </ac:spMkLst>
        </pc:spChg>
        <pc:spChg chg="mod">
          <ac:chgData name="Charlotte Knaupp" userId="68a7a230-7b40-4667-aed5-d2dc881ae357" providerId="ADAL" clId="{C61B69AA-3283-423E-948B-C291F1199F0A}" dt="2023-02-22T14:14:10.040" v="525" actId="20577"/>
          <ac:spMkLst>
            <pc:docMk/>
            <pc:sldMasterMk cId="259861064" sldId="2147483648"/>
            <ac:spMk id="69" creationId="{C07C95ED-9BF9-6B8B-ADC1-7714C14E9097}"/>
          </ac:spMkLst>
        </pc:spChg>
        <pc:spChg chg="mod">
          <ac:chgData name="Charlotte Knaupp" userId="68a7a230-7b40-4667-aed5-d2dc881ae357" providerId="ADAL" clId="{C61B69AA-3283-423E-948B-C291F1199F0A}" dt="2023-02-24T16:12:45.133" v="686" actId="139"/>
          <ac:spMkLst>
            <pc:docMk/>
            <pc:sldMasterMk cId="259861064" sldId="2147483648"/>
            <ac:spMk id="72" creationId="{D0CCF352-5FE7-85C8-603C-8D9FD1E2CB4D}"/>
          </ac:spMkLst>
        </pc:spChg>
        <pc:spChg chg="mod">
          <ac:chgData name="Charlotte Knaupp" userId="68a7a230-7b40-4667-aed5-d2dc881ae357" providerId="ADAL" clId="{C61B69AA-3283-423E-948B-C291F1199F0A}" dt="2023-02-24T16:12:45.132" v="684" actId="139"/>
          <ac:spMkLst>
            <pc:docMk/>
            <pc:sldMasterMk cId="259861064" sldId="2147483648"/>
            <ac:spMk id="73" creationId="{DDC0E9FF-D178-AF74-F5DF-8B06BE4DAB13}"/>
          </ac:spMkLst>
        </pc:spChg>
        <pc:sldLayoutChg chg="addSp delSp modSp mod">
          <pc:chgData name="Charlotte Knaupp" userId="68a7a230-7b40-4667-aed5-d2dc881ae357" providerId="ADAL" clId="{C61B69AA-3283-423E-948B-C291F1199F0A}" dt="2023-02-22T14:10:48.790" v="511" actId="1076"/>
          <pc:sldLayoutMkLst>
            <pc:docMk/>
            <pc:sldMasterMk cId="259861064" sldId="2147483648"/>
            <pc:sldLayoutMk cId="3031695121" sldId="2147483649"/>
          </pc:sldLayoutMkLst>
          <pc:spChg chg="del">
            <ac:chgData name="Charlotte Knaupp" userId="68a7a230-7b40-4667-aed5-d2dc881ae357" providerId="ADAL" clId="{C61B69AA-3283-423E-948B-C291F1199F0A}" dt="2023-02-21T14:13:38.800" v="80"/>
            <ac:spMkLst>
              <pc:docMk/>
              <pc:sldMasterMk cId="259861064" sldId="2147483648"/>
              <pc:sldLayoutMk cId="3031695121" sldId="2147483649"/>
              <ac:spMk id="2" creationId="{27B25C63-4906-3070-0973-0D77FC698CE8}"/>
            </ac:spMkLst>
          </pc:spChg>
          <pc:spChg chg="add mod">
            <ac:chgData name="Charlotte Knaupp" userId="68a7a230-7b40-4667-aed5-d2dc881ae357" providerId="ADAL" clId="{C61B69AA-3283-423E-948B-C291F1199F0A}" dt="2023-02-22T14:10:48.790" v="511" actId="1076"/>
            <ac:spMkLst>
              <pc:docMk/>
              <pc:sldMasterMk cId="259861064" sldId="2147483648"/>
              <pc:sldLayoutMk cId="3031695121" sldId="2147483649"/>
              <ac:spMk id="2" creationId="{63043356-50D3-592D-34F3-52F8DC47517B}"/>
            </ac:spMkLst>
          </pc:spChg>
          <pc:spChg chg="del">
            <ac:chgData name="Charlotte Knaupp" userId="68a7a230-7b40-4667-aed5-d2dc881ae357" providerId="ADAL" clId="{C61B69AA-3283-423E-948B-C291F1199F0A}" dt="2023-02-21T14:13:38.800" v="80"/>
            <ac:spMkLst>
              <pc:docMk/>
              <pc:sldMasterMk cId="259861064" sldId="2147483648"/>
              <pc:sldLayoutMk cId="3031695121" sldId="2147483649"/>
              <ac:spMk id="4" creationId="{666CBA16-F3FE-4AD5-965B-DA7569493BCC}"/>
            </ac:spMkLst>
          </pc:spChg>
          <pc:spChg chg="add mod">
            <ac:chgData name="Charlotte Knaupp" userId="68a7a230-7b40-4667-aed5-d2dc881ae357" providerId="ADAL" clId="{C61B69AA-3283-423E-948B-C291F1199F0A}" dt="2023-02-22T14:10:48.790" v="511" actId="1076"/>
            <ac:spMkLst>
              <pc:docMk/>
              <pc:sldMasterMk cId="259861064" sldId="2147483648"/>
              <pc:sldLayoutMk cId="3031695121" sldId="2147483649"/>
              <ac:spMk id="4" creationId="{83E8B293-C428-0428-25CF-C795EC5F5711}"/>
            </ac:spMkLst>
          </pc:spChg>
          <pc:spChg chg="add mod">
            <ac:chgData name="Charlotte Knaupp" userId="68a7a230-7b40-4667-aed5-d2dc881ae357" providerId="ADAL" clId="{C61B69AA-3283-423E-948B-C291F1199F0A}" dt="2023-02-22T14:10:48.790" v="511" actId="1076"/>
            <ac:spMkLst>
              <pc:docMk/>
              <pc:sldMasterMk cId="259861064" sldId="2147483648"/>
              <pc:sldLayoutMk cId="3031695121" sldId="2147483649"/>
              <ac:spMk id="5" creationId="{5686E34D-AF61-4405-20B2-99C0E2931D6D}"/>
            </ac:spMkLst>
          </pc:spChg>
          <pc:spChg chg="del">
            <ac:chgData name="Charlotte Knaupp" userId="68a7a230-7b40-4667-aed5-d2dc881ae357" providerId="ADAL" clId="{C61B69AA-3283-423E-948B-C291F1199F0A}" dt="2023-02-21T14:13:38.800" v="80"/>
            <ac:spMkLst>
              <pc:docMk/>
              <pc:sldMasterMk cId="259861064" sldId="2147483648"/>
              <pc:sldLayoutMk cId="3031695121" sldId="2147483649"/>
              <ac:spMk id="5" creationId="{DAA4B8CD-4137-EB9C-2B31-3C763670DDB7}"/>
            </ac:spMkLst>
          </pc:spChg>
          <pc:spChg chg="add del mod">
            <ac:chgData name="Charlotte Knaupp" userId="68a7a230-7b40-4667-aed5-d2dc881ae357" providerId="ADAL" clId="{C61B69AA-3283-423E-948B-C291F1199F0A}" dt="2023-02-21T14:13:42.919" v="82"/>
            <ac:spMkLst>
              <pc:docMk/>
              <pc:sldMasterMk cId="259861064" sldId="2147483648"/>
              <pc:sldLayoutMk cId="3031695121" sldId="2147483649"/>
              <ac:spMk id="6" creationId="{7C42DB2E-15F2-E4EE-005D-E0B4285A0343}"/>
            </ac:spMkLst>
          </pc:spChg>
          <pc:spChg chg="add del mod">
            <ac:chgData name="Charlotte Knaupp" userId="68a7a230-7b40-4667-aed5-d2dc881ae357" providerId="ADAL" clId="{C61B69AA-3283-423E-948B-C291F1199F0A}" dt="2023-02-21T14:13:42.919" v="82"/>
            <ac:spMkLst>
              <pc:docMk/>
              <pc:sldMasterMk cId="259861064" sldId="2147483648"/>
              <pc:sldLayoutMk cId="3031695121" sldId="2147483649"/>
              <ac:spMk id="10" creationId="{AFEC750C-29BD-B4B9-3BD3-0E9EE83672DA}"/>
            </ac:spMkLst>
          </pc:spChg>
          <pc:spChg chg="add del mod">
            <ac:chgData name="Charlotte Knaupp" userId="68a7a230-7b40-4667-aed5-d2dc881ae357" providerId="ADAL" clId="{C61B69AA-3283-423E-948B-C291F1199F0A}" dt="2023-02-21T14:13:42.919" v="82"/>
            <ac:spMkLst>
              <pc:docMk/>
              <pc:sldMasterMk cId="259861064" sldId="2147483648"/>
              <pc:sldLayoutMk cId="3031695121" sldId="2147483649"/>
              <ac:spMk id="12" creationId="{615C92D8-5A32-EAA9-A5DE-7320C38AF3D0}"/>
            </ac:spMkLst>
          </pc:spChg>
          <pc:spChg chg="add del mod">
            <ac:chgData name="Charlotte Knaupp" userId="68a7a230-7b40-4667-aed5-d2dc881ae357" providerId="ADAL" clId="{C61B69AA-3283-423E-948B-C291F1199F0A}" dt="2023-02-21T14:14:20.188" v="89"/>
            <ac:spMkLst>
              <pc:docMk/>
              <pc:sldMasterMk cId="259861064" sldId="2147483648"/>
              <pc:sldLayoutMk cId="3031695121" sldId="2147483649"/>
              <ac:spMk id="14" creationId="{EBBF66B2-CA96-43AC-0F5A-58168CF19F83}"/>
            </ac:spMkLst>
          </pc:spChg>
          <pc:spChg chg="add del mod">
            <ac:chgData name="Charlotte Knaupp" userId="68a7a230-7b40-4667-aed5-d2dc881ae357" providerId="ADAL" clId="{C61B69AA-3283-423E-948B-C291F1199F0A}" dt="2023-02-21T14:14:20.188" v="89"/>
            <ac:spMkLst>
              <pc:docMk/>
              <pc:sldMasterMk cId="259861064" sldId="2147483648"/>
              <pc:sldLayoutMk cId="3031695121" sldId="2147483649"/>
              <ac:spMk id="15" creationId="{2D553C82-A80C-C9DD-FF01-60A3824510CE}"/>
            </ac:spMkLst>
          </pc:spChg>
          <pc:spChg chg="add del mod">
            <ac:chgData name="Charlotte Knaupp" userId="68a7a230-7b40-4667-aed5-d2dc881ae357" providerId="ADAL" clId="{C61B69AA-3283-423E-948B-C291F1199F0A}" dt="2023-02-21T14:14:20.188" v="89"/>
            <ac:spMkLst>
              <pc:docMk/>
              <pc:sldMasterMk cId="259861064" sldId="2147483648"/>
              <pc:sldLayoutMk cId="3031695121" sldId="2147483649"/>
              <ac:spMk id="16" creationId="{CEF276A6-DD2C-C8D1-41E8-7EB3E1A900AE}"/>
            </ac:spMkLst>
          </pc:spChg>
        </pc:sldLayoutChg>
        <pc:sldLayoutChg chg="addSp delSp modSp">
          <pc:chgData name="Charlotte Knaupp" userId="68a7a230-7b40-4667-aed5-d2dc881ae357" providerId="ADAL" clId="{C61B69AA-3283-423E-948B-C291F1199F0A}" dt="2023-02-21T15:36:21.151" v="280"/>
          <pc:sldLayoutMkLst>
            <pc:docMk/>
            <pc:sldMasterMk cId="259861064" sldId="2147483648"/>
            <pc:sldLayoutMk cId="2538990565" sldId="2147483654"/>
          </pc:sldLayoutMkLst>
          <pc:spChg chg="add del mod">
            <ac:chgData name="Charlotte Knaupp" userId="68a7a230-7b40-4667-aed5-d2dc881ae357" providerId="ADAL" clId="{C61B69AA-3283-423E-948B-C291F1199F0A}" dt="2023-02-21T15:36:20.741" v="279"/>
            <ac:spMkLst>
              <pc:docMk/>
              <pc:sldMasterMk cId="259861064" sldId="2147483648"/>
              <pc:sldLayoutMk cId="2538990565" sldId="2147483654"/>
              <ac:spMk id="2" creationId="{499F5D65-1E66-87D5-3416-1E6200C28AA1}"/>
            </ac:spMkLst>
          </pc:spChg>
          <pc:spChg chg="del">
            <ac:chgData name="Charlotte Knaupp" userId="68a7a230-7b40-4667-aed5-d2dc881ae357" providerId="ADAL" clId="{C61B69AA-3283-423E-948B-C291F1199F0A}" dt="2023-02-21T15:36:04.491" v="277"/>
            <ac:spMkLst>
              <pc:docMk/>
              <pc:sldMasterMk cId="259861064" sldId="2147483648"/>
              <pc:sldLayoutMk cId="2538990565" sldId="2147483654"/>
              <ac:spMk id="3" creationId="{CCA5FDA2-15FE-80C0-EE7B-61C3094AC966}"/>
            </ac:spMkLst>
          </pc:spChg>
          <pc:spChg chg="add del mod">
            <ac:chgData name="Charlotte Knaupp" userId="68a7a230-7b40-4667-aed5-d2dc881ae357" providerId="ADAL" clId="{C61B69AA-3283-423E-948B-C291F1199F0A}" dt="2023-02-21T15:36:20.741" v="279"/>
            <ac:spMkLst>
              <pc:docMk/>
              <pc:sldMasterMk cId="259861064" sldId="2147483648"/>
              <pc:sldLayoutMk cId="2538990565" sldId="2147483654"/>
              <ac:spMk id="4" creationId="{AFF40C45-4C3D-2AB5-B0CF-DD03E26D3901}"/>
            </ac:spMkLst>
          </pc:spChg>
          <pc:spChg chg="add del mod">
            <ac:chgData name="Charlotte Knaupp" userId="68a7a230-7b40-4667-aed5-d2dc881ae357" providerId="ADAL" clId="{C61B69AA-3283-423E-948B-C291F1199F0A}" dt="2023-02-21T15:36:20.741" v="279"/>
            <ac:spMkLst>
              <pc:docMk/>
              <pc:sldMasterMk cId="259861064" sldId="2147483648"/>
              <pc:sldLayoutMk cId="2538990565" sldId="2147483654"/>
              <ac:spMk id="5" creationId="{63DFD0A1-C621-8985-1256-95891F3712C9}"/>
            </ac:spMkLst>
          </pc:spChg>
          <pc:spChg chg="del">
            <ac:chgData name="Charlotte Knaupp" userId="68a7a230-7b40-4667-aed5-d2dc881ae357" providerId="ADAL" clId="{C61B69AA-3283-423E-948B-C291F1199F0A}" dt="2023-02-21T15:36:04.491" v="277"/>
            <ac:spMkLst>
              <pc:docMk/>
              <pc:sldMasterMk cId="259861064" sldId="2147483648"/>
              <pc:sldLayoutMk cId="2538990565" sldId="2147483654"/>
              <ac:spMk id="8" creationId="{71F2FA62-D339-01DE-F554-87858F02C24F}"/>
            </ac:spMkLst>
          </pc:spChg>
          <pc:spChg chg="del">
            <ac:chgData name="Charlotte Knaupp" userId="68a7a230-7b40-4667-aed5-d2dc881ae357" providerId="ADAL" clId="{C61B69AA-3283-423E-948B-C291F1199F0A}" dt="2023-02-21T15:36:04.491" v="277"/>
            <ac:spMkLst>
              <pc:docMk/>
              <pc:sldMasterMk cId="259861064" sldId="2147483648"/>
              <pc:sldLayoutMk cId="2538990565" sldId="2147483654"/>
              <ac:spMk id="10" creationId="{667C5A0F-4480-59BD-8FCA-8684304B9268}"/>
            </ac:spMkLst>
          </pc:spChg>
          <pc:spChg chg="add mod">
            <ac:chgData name="Charlotte Knaupp" userId="68a7a230-7b40-4667-aed5-d2dc881ae357" providerId="ADAL" clId="{C61B69AA-3283-423E-948B-C291F1199F0A}" dt="2023-02-21T15:36:21.151" v="280"/>
            <ac:spMkLst>
              <pc:docMk/>
              <pc:sldMasterMk cId="259861064" sldId="2147483648"/>
              <pc:sldLayoutMk cId="2538990565" sldId="2147483654"/>
              <ac:spMk id="11" creationId="{4DF6ADD4-CCC2-19BF-8989-765B61C14882}"/>
            </ac:spMkLst>
          </pc:spChg>
          <pc:spChg chg="add mod">
            <ac:chgData name="Charlotte Knaupp" userId="68a7a230-7b40-4667-aed5-d2dc881ae357" providerId="ADAL" clId="{C61B69AA-3283-423E-948B-C291F1199F0A}" dt="2023-02-21T15:36:21.151" v="280"/>
            <ac:spMkLst>
              <pc:docMk/>
              <pc:sldMasterMk cId="259861064" sldId="2147483648"/>
              <pc:sldLayoutMk cId="2538990565" sldId="2147483654"/>
              <ac:spMk id="12" creationId="{C8EDF942-4CEC-3A38-6F89-C32E708A4F4C}"/>
            </ac:spMkLst>
          </pc:spChg>
          <pc:spChg chg="add mod">
            <ac:chgData name="Charlotte Knaupp" userId="68a7a230-7b40-4667-aed5-d2dc881ae357" providerId="ADAL" clId="{C61B69AA-3283-423E-948B-C291F1199F0A}" dt="2023-02-21T15:36:21.151" v="280"/>
            <ac:spMkLst>
              <pc:docMk/>
              <pc:sldMasterMk cId="259861064" sldId="2147483648"/>
              <pc:sldLayoutMk cId="2538990565" sldId="2147483654"/>
              <ac:spMk id="13" creationId="{76E90A2F-8A5C-F19B-DC08-BB89E8ABEF03}"/>
            </ac:spMkLst>
          </pc:spChg>
        </pc:sldLayoutChg>
        <pc:sldLayoutChg chg="addSp delSp modSp mod">
          <pc:chgData name="Charlotte Knaupp" userId="68a7a230-7b40-4667-aed5-d2dc881ae357" providerId="ADAL" clId="{C61B69AA-3283-423E-948B-C291F1199F0A}" dt="2023-02-24T15:14:33.382" v="568" actId="20577"/>
          <pc:sldLayoutMkLst>
            <pc:docMk/>
            <pc:sldMasterMk cId="259861064" sldId="2147483648"/>
            <pc:sldLayoutMk cId="1622635753" sldId="2147483658"/>
          </pc:sldLayoutMkLst>
          <pc:spChg chg="add del mod">
            <ac:chgData name="Charlotte Knaupp" userId="68a7a230-7b40-4667-aed5-d2dc881ae357" providerId="ADAL" clId="{C61B69AA-3283-423E-948B-C291F1199F0A}" dt="2023-02-21T15:02:29.615" v="188"/>
            <ac:spMkLst>
              <pc:docMk/>
              <pc:sldMasterMk cId="259861064" sldId="2147483648"/>
              <pc:sldLayoutMk cId="1622635753" sldId="2147483658"/>
              <ac:spMk id="3" creationId="{2359E163-3984-07CE-3918-BDCE7998D8B6}"/>
            </ac:spMkLst>
          </pc:spChg>
          <pc:spChg chg="add del mod">
            <ac:chgData name="Charlotte Knaupp" userId="68a7a230-7b40-4667-aed5-d2dc881ae357" providerId="ADAL" clId="{C61B69AA-3283-423E-948B-C291F1199F0A}" dt="2023-02-21T15:02:31.405" v="190"/>
            <ac:spMkLst>
              <pc:docMk/>
              <pc:sldMasterMk cId="259861064" sldId="2147483648"/>
              <pc:sldLayoutMk cId="1622635753" sldId="2147483658"/>
              <ac:spMk id="4" creationId="{D4024BD6-3CFF-9DCF-5A29-83ABD37CE10B}"/>
            </ac:spMkLst>
          </pc:spChg>
          <pc:spChg chg="mod">
            <ac:chgData name="Charlotte Knaupp" userId="68a7a230-7b40-4667-aed5-d2dc881ae357" providerId="ADAL" clId="{C61B69AA-3283-423E-948B-C291F1199F0A}" dt="2023-02-24T15:14:33.382" v="568" actId="20577"/>
            <ac:spMkLst>
              <pc:docMk/>
              <pc:sldMasterMk cId="259861064" sldId="2147483648"/>
              <pc:sldLayoutMk cId="1622635753" sldId="2147483658"/>
              <ac:spMk id="5" creationId="{F3822651-1186-2EFC-CF2B-60155273A121}"/>
            </ac:spMkLst>
          </pc:spChg>
          <pc:spChg chg="del">
            <ac:chgData name="Charlotte Knaupp" userId="68a7a230-7b40-4667-aed5-d2dc881ae357" providerId="ADAL" clId="{C61B69AA-3283-423E-948B-C291F1199F0A}" dt="2023-02-21T15:02:43.373" v="191" actId="478"/>
            <ac:spMkLst>
              <pc:docMk/>
              <pc:sldMasterMk cId="259861064" sldId="2147483648"/>
              <pc:sldLayoutMk cId="1622635753" sldId="2147483658"/>
              <ac:spMk id="7" creationId="{420606C7-922F-FFA6-1E2D-634FF12CFDB0}"/>
            </ac:spMkLst>
          </pc:spChg>
          <pc:spChg chg="add mod">
            <ac:chgData name="Charlotte Knaupp" userId="68a7a230-7b40-4667-aed5-d2dc881ae357" providerId="ADAL" clId="{C61B69AA-3283-423E-948B-C291F1199F0A}" dt="2023-02-21T15:02:48.758" v="193" actId="207"/>
            <ac:spMkLst>
              <pc:docMk/>
              <pc:sldMasterMk cId="259861064" sldId="2147483648"/>
              <pc:sldLayoutMk cId="1622635753" sldId="2147483658"/>
              <ac:spMk id="10" creationId="{D63D6E89-68B9-468D-C7ED-9F5E85B7283A}"/>
            </ac:spMkLst>
          </pc:spChg>
          <pc:spChg chg="add mod">
            <ac:chgData name="Charlotte Knaupp" userId="68a7a230-7b40-4667-aed5-d2dc881ae357" providerId="ADAL" clId="{C61B69AA-3283-423E-948B-C291F1199F0A}" dt="2023-02-21T15:02:48.758" v="193" actId="207"/>
            <ac:spMkLst>
              <pc:docMk/>
              <pc:sldMasterMk cId="259861064" sldId="2147483648"/>
              <pc:sldLayoutMk cId="1622635753" sldId="2147483658"/>
              <ac:spMk id="11" creationId="{3211E6A7-8B6E-099F-CDE9-3C2B9C711568}"/>
            </ac:spMkLst>
          </pc:spChg>
          <pc:spChg chg="add mod">
            <ac:chgData name="Charlotte Knaupp" userId="68a7a230-7b40-4667-aed5-d2dc881ae357" providerId="ADAL" clId="{C61B69AA-3283-423E-948B-C291F1199F0A}" dt="2023-02-21T15:02:48.758" v="193" actId="207"/>
            <ac:spMkLst>
              <pc:docMk/>
              <pc:sldMasterMk cId="259861064" sldId="2147483648"/>
              <pc:sldLayoutMk cId="1622635753" sldId="2147483658"/>
              <ac:spMk id="12" creationId="{D242E176-F4AE-BD2B-63BE-D00C9691D546}"/>
            </ac:spMkLst>
          </pc:spChg>
          <pc:spChg chg="add mod">
            <ac:chgData name="Charlotte Knaupp" userId="68a7a230-7b40-4667-aed5-d2dc881ae357" providerId="ADAL" clId="{C61B69AA-3283-423E-948B-C291F1199F0A}" dt="2023-02-21T15:02:48.758" v="193" actId="207"/>
            <ac:spMkLst>
              <pc:docMk/>
              <pc:sldMasterMk cId="259861064" sldId="2147483648"/>
              <pc:sldLayoutMk cId="1622635753" sldId="2147483658"/>
              <ac:spMk id="13" creationId="{F9AAE541-2FFE-F00D-2A09-5A73D72904DD}"/>
            </ac:spMkLst>
          </pc:spChg>
        </pc:sldLayoutChg>
        <pc:sldLayoutChg chg="modSp mod">
          <pc:chgData name="Charlotte Knaupp" userId="68a7a230-7b40-4667-aed5-d2dc881ae357" providerId="ADAL" clId="{C61B69AA-3283-423E-948B-C291F1199F0A}" dt="2023-02-24T15:14:19.714" v="567" actId="20577"/>
          <pc:sldLayoutMkLst>
            <pc:docMk/>
            <pc:sldMasterMk cId="259861064" sldId="2147483648"/>
            <pc:sldLayoutMk cId="1494416066" sldId="2147483662"/>
          </pc:sldLayoutMkLst>
          <pc:spChg chg="mod">
            <ac:chgData name="Charlotte Knaupp" userId="68a7a230-7b40-4667-aed5-d2dc881ae357" providerId="ADAL" clId="{C61B69AA-3283-423E-948B-C291F1199F0A}" dt="2023-02-24T15:14:19.714" v="567" actId="20577"/>
            <ac:spMkLst>
              <pc:docMk/>
              <pc:sldMasterMk cId="259861064" sldId="2147483648"/>
              <pc:sldLayoutMk cId="1494416066" sldId="2147483662"/>
              <ac:spMk id="16" creationId="{FC7458CD-F13A-D2D3-EF79-4ADFDA25367E}"/>
            </ac:spMkLst>
          </pc:spChg>
        </pc:sldLayoutChg>
        <pc:sldLayoutChg chg="modSp mod">
          <pc:chgData name="Charlotte Knaupp" userId="68a7a230-7b40-4667-aed5-d2dc881ae357" providerId="ADAL" clId="{C61B69AA-3283-423E-948B-C291F1199F0A}" dt="2023-02-24T16:12:45.125" v="666" actId="139"/>
          <pc:sldLayoutMkLst>
            <pc:docMk/>
            <pc:sldMasterMk cId="259861064" sldId="2147483648"/>
            <pc:sldLayoutMk cId="2755087783" sldId="2147483663"/>
          </pc:sldLayoutMkLst>
          <pc:spChg chg="mod">
            <ac:chgData name="Charlotte Knaupp" userId="68a7a230-7b40-4667-aed5-d2dc881ae357" providerId="ADAL" clId="{C61B69AA-3283-423E-948B-C291F1199F0A}" dt="2023-02-24T16:12:45.125" v="666" actId="139"/>
            <ac:spMkLst>
              <pc:docMk/>
              <pc:sldMasterMk cId="259861064" sldId="2147483648"/>
              <pc:sldLayoutMk cId="2755087783" sldId="2147483663"/>
              <ac:spMk id="8" creationId="{E02A060C-053E-D862-35FF-299067B3407D}"/>
            </ac:spMkLst>
          </pc:spChg>
          <pc:spChg chg="mod">
            <ac:chgData name="Charlotte Knaupp" userId="68a7a230-7b40-4667-aed5-d2dc881ae357" providerId="ADAL" clId="{C61B69AA-3283-423E-948B-C291F1199F0A}" dt="2023-02-24T16:12:45.125" v="664" actId="139"/>
            <ac:spMkLst>
              <pc:docMk/>
              <pc:sldMasterMk cId="259861064" sldId="2147483648"/>
              <pc:sldLayoutMk cId="2755087783" sldId="2147483663"/>
              <ac:spMk id="9" creationId="{A98BE92A-9755-AE15-B4A4-1FDC0DBC7C86}"/>
            </ac:spMkLst>
          </pc:spChg>
          <pc:spChg chg="mod">
            <ac:chgData name="Charlotte Knaupp" userId="68a7a230-7b40-4667-aed5-d2dc881ae357" providerId="ADAL" clId="{C61B69AA-3283-423E-948B-C291F1199F0A}" dt="2023-02-24T16:12:45.124" v="662" actId="139"/>
            <ac:spMkLst>
              <pc:docMk/>
              <pc:sldMasterMk cId="259861064" sldId="2147483648"/>
              <pc:sldLayoutMk cId="2755087783" sldId="2147483663"/>
              <ac:spMk id="10" creationId="{81990056-6B89-CFA7-4E7C-45F24B4D7E7B}"/>
            </ac:spMkLst>
          </pc:spChg>
          <pc:spChg chg="mod">
            <ac:chgData name="Charlotte Knaupp" userId="68a7a230-7b40-4667-aed5-d2dc881ae357" providerId="ADAL" clId="{C61B69AA-3283-423E-948B-C291F1199F0A}" dt="2023-02-24T16:12:45.124" v="660" actId="139"/>
            <ac:spMkLst>
              <pc:docMk/>
              <pc:sldMasterMk cId="259861064" sldId="2147483648"/>
              <pc:sldLayoutMk cId="2755087783" sldId="2147483663"/>
              <ac:spMk id="13" creationId="{51583ABD-977D-1686-D80C-B218197E49E9}"/>
            </ac:spMkLst>
          </pc:spChg>
        </pc:sldLayoutChg>
        <pc:sldLayoutChg chg="addSp delSp modSp mod">
          <pc:chgData name="Charlotte Knaupp" userId="68a7a230-7b40-4667-aed5-d2dc881ae357" providerId="ADAL" clId="{C61B69AA-3283-423E-948B-C291F1199F0A}" dt="2023-02-22T14:11:57.620" v="519" actId="1076"/>
          <pc:sldLayoutMkLst>
            <pc:docMk/>
            <pc:sldMasterMk cId="259861064" sldId="2147483648"/>
            <pc:sldLayoutMk cId="2882847530" sldId="2147483728"/>
          </pc:sldLayoutMkLst>
          <pc:spChg chg="add mod">
            <ac:chgData name="Charlotte Knaupp" userId="68a7a230-7b40-4667-aed5-d2dc881ae357" providerId="ADAL" clId="{C61B69AA-3283-423E-948B-C291F1199F0A}" dt="2023-02-22T14:11:57.620" v="519" actId="1076"/>
            <ac:spMkLst>
              <pc:docMk/>
              <pc:sldMasterMk cId="259861064" sldId="2147483648"/>
              <pc:sldLayoutMk cId="2882847530" sldId="2147483728"/>
              <ac:spMk id="2" creationId="{C40C9144-5E88-8B96-973E-F9B2D5B4C8A5}"/>
            </ac:spMkLst>
          </pc:spChg>
          <pc:spChg chg="add mod">
            <ac:chgData name="Charlotte Knaupp" userId="68a7a230-7b40-4667-aed5-d2dc881ae357" providerId="ADAL" clId="{C61B69AA-3283-423E-948B-C291F1199F0A}" dt="2023-02-22T14:11:57.620" v="519" actId="1076"/>
            <ac:spMkLst>
              <pc:docMk/>
              <pc:sldMasterMk cId="259861064" sldId="2147483648"/>
              <pc:sldLayoutMk cId="2882847530" sldId="2147483728"/>
              <ac:spMk id="3" creationId="{D9EED0D6-7073-915E-77AB-8366ED6CB299}"/>
            </ac:spMkLst>
          </pc:spChg>
          <pc:spChg chg="add mod">
            <ac:chgData name="Charlotte Knaupp" userId="68a7a230-7b40-4667-aed5-d2dc881ae357" providerId="ADAL" clId="{C61B69AA-3283-423E-948B-C291F1199F0A}" dt="2023-02-22T14:11:57.620" v="519" actId="1076"/>
            <ac:spMkLst>
              <pc:docMk/>
              <pc:sldMasterMk cId="259861064" sldId="2147483648"/>
              <pc:sldLayoutMk cId="2882847530" sldId="2147483728"/>
              <ac:spMk id="4" creationId="{7725D061-4A1C-46EC-69AA-FD5F7209B289}"/>
            </ac:spMkLst>
          </pc:spChg>
          <pc:spChg chg="del">
            <ac:chgData name="Charlotte Knaupp" userId="68a7a230-7b40-4667-aed5-d2dc881ae357" providerId="ADAL" clId="{C61B69AA-3283-423E-948B-C291F1199F0A}" dt="2023-02-21T14:14:23.206" v="90"/>
            <ac:spMkLst>
              <pc:docMk/>
              <pc:sldMasterMk cId="259861064" sldId="2147483648"/>
              <pc:sldLayoutMk cId="2882847530" sldId="2147483728"/>
              <ac:spMk id="17" creationId="{FB93366F-D42E-BEF7-7FC1-5ED772D7AABD}"/>
            </ac:spMkLst>
          </pc:spChg>
          <pc:spChg chg="del">
            <ac:chgData name="Charlotte Knaupp" userId="68a7a230-7b40-4667-aed5-d2dc881ae357" providerId="ADAL" clId="{C61B69AA-3283-423E-948B-C291F1199F0A}" dt="2023-02-21T14:14:23.206" v="90"/>
            <ac:spMkLst>
              <pc:docMk/>
              <pc:sldMasterMk cId="259861064" sldId="2147483648"/>
              <pc:sldLayoutMk cId="2882847530" sldId="2147483728"/>
              <ac:spMk id="18" creationId="{F6E1F025-683C-65A4-355D-316B89D4A038}"/>
            </ac:spMkLst>
          </pc:spChg>
          <pc:spChg chg="del">
            <ac:chgData name="Charlotte Knaupp" userId="68a7a230-7b40-4667-aed5-d2dc881ae357" providerId="ADAL" clId="{C61B69AA-3283-423E-948B-C291F1199F0A}" dt="2023-02-21T14:14:23.206" v="90"/>
            <ac:spMkLst>
              <pc:docMk/>
              <pc:sldMasterMk cId="259861064" sldId="2147483648"/>
              <pc:sldLayoutMk cId="2882847530" sldId="2147483728"/>
              <ac:spMk id="19" creationId="{CB58EACD-F96D-6DD7-D76F-154478C777C5}"/>
            </ac:spMkLst>
          </pc:spChg>
        </pc:sldLayoutChg>
        <pc:sldLayoutChg chg="addSp delSp modSp mod">
          <pc:chgData name="Charlotte Knaupp" userId="68a7a230-7b40-4667-aed5-d2dc881ae357" providerId="ADAL" clId="{C61B69AA-3283-423E-948B-C291F1199F0A}" dt="2023-02-24T16:12:45.130" v="682" actId="139"/>
          <pc:sldLayoutMkLst>
            <pc:docMk/>
            <pc:sldMasterMk cId="259861064" sldId="2147483648"/>
            <pc:sldLayoutMk cId="2387091362" sldId="2147483730"/>
          </pc:sldLayoutMkLst>
          <pc:spChg chg="add mod">
            <ac:chgData name="Charlotte Knaupp" userId="68a7a230-7b40-4667-aed5-d2dc881ae357" providerId="ADAL" clId="{C61B69AA-3283-423E-948B-C291F1199F0A}" dt="2023-02-22T14:11:20.872" v="513" actId="1076"/>
            <ac:spMkLst>
              <pc:docMk/>
              <pc:sldMasterMk cId="259861064" sldId="2147483648"/>
              <pc:sldLayoutMk cId="2387091362" sldId="2147483730"/>
              <ac:spMk id="2" creationId="{7272AE2B-B269-B726-A41C-13045DA612BF}"/>
            </ac:spMkLst>
          </pc:spChg>
          <pc:spChg chg="add mod">
            <ac:chgData name="Charlotte Knaupp" userId="68a7a230-7b40-4667-aed5-d2dc881ae357" providerId="ADAL" clId="{C61B69AA-3283-423E-948B-C291F1199F0A}" dt="2023-02-22T14:11:20.872" v="513" actId="1076"/>
            <ac:spMkLst>
              <pc:docMk/>
              <pc:sldMasterMk cId="259861064" sldId="2147483648"/>
              <pc:sldLayoutMk cId="2387091362" sldId="2147483730"/>
              <ac:spMk id="3" creationId="{798943EE-4C55-33FB-6F23-084B4653E5D2}"/>
            </ac:spMkLst>
          </pc:spChg>
          <pc:spChg chg="add mod">
            <ac:chgData name="Charlotte Knaupp" userId="68a7a230-7b40-4667-aed5-d2dc881ae357" providerId="ADAL" clId="{C61B69AA-3283-423E-948B-C291F1199F0A}" dt="2023-02-22T14:11:20.872" v="513" actId="1076"/>
            <ac:spMkLst>
              <pc:docMk/>
              <pc:sldMasterMk cId="259861064" sldId="2147483648"/>
              <pc:sldLayoutMk cId="2387091362" sldId="2147483730"/>
              <ac:spMk id="5" creationId="{C68B9EF1-FCCA-7A34-0BC0-AA8509E37991}"/>
            </ac:spMkLst>
          </pc:spChg>
          <pc:spChg chg="mod">
            <ac:chgData name="Charlotte Knaupp" userId="68a7a230-7b40-4667-aed5-d2dc881ae357" providerId="ADAL" clId="{C61B69AA-3283-423E-948B-C291F1199F0A}" dt="2023-02-24T16:12:45.130" v="682" actId="139"/>
            <ac:spMkLst>
              <pc:docMk/>
              <pc:sldMasterMk cId="259861064" sldId="2147483648"/>
              <pc:sldLayoutMk cId="2387091362" sldId="2147483730"/>
              <ac:spMk id="15" creationId="{C6606F6C-3DBD-CA47-F135-B3D39D613F5C}"/>
            </ac:spMkLst>
          </pc:spChg>
          <pc:spChg chg="mod">
            <ac:chgData name="Charlotte Knaupp" userId="68a7a230-7b40-4667-aed5-d2dc881ae357" providerId="ADAL" clId="{C61B69AA-3283-423E-948B-C291F1199F0A}" dt="2023-02-24T16:12:45.130" v="680" actId="139"/>
            <ac:spMkLst>
              <pc:docMk/>
              <pc:sldMasterMk cId="259861064" sldId="2147483648"/>
              <pc:sldLayoutMk cId="2387091362" sldId="2147483730"/>
              <ac:spMk id="16" creationId="{47855D95-75E2-B652-4C23-1E40E9EBC676}"/>
            </ac:spMkLst>
          </pc:spChg>
          <pc:spChg chg="mod">
            <ac:chgData name="Charlotte Knaupp" userId="68a7a230-7b40-4667-aed5-d2dc881ae357" providerId="ADAL" clId="{C61B69AA-3283-423E-948B-C291F1199F0A}" dt="2023-02-24T16:12:45.129" v="678" actId="139"/>
            <ac:spMkLst>
              <pc:docMk/>
              <pc:sldMasterMk cId="259861064" sldId="2147483648"/>
              <pc:sldLayoutMk cId="2387091362" sldId="2147483730"/>
              <ac:spMk id="17" creationId="{A2AEBE57-64BB-7F9A-2474-6F715A4BE2D0}"/>
            </ac:spMkLst>
          </pc:spChg>
          <pc:spChg chg="mod">
            <ac:chgData name="Charlotte Knaupp" userId="68a7a230-7b40-4667-aed5-d2dc881ae357" providerId="ADAL" clId="{C61B69AA-3283-423E-948B-C291F1199F0A}" dt="2023-02-24T16:12:45.128" v="676" actId="139"/>
            <ac:spMkLst>
              <pc:docMk/>
              <pc:sldMasterMk cId="259861064" sldId="2147483648"/>
              <pc:sldLayoutMk cId="2387091362" sldId="2147483730"/>
              <ac:spMk id="18" creationId="{05AE037A-D980-59A9-69B8-1E18685AC95F}"/>
            </ac:spMkLst>
          </pc:spChg>
          <pc:spChg chg="del">
            <ac:chgData name="Charlotte Knaupp" userId="68a7a230-7b40-4667-aed5-d2dc881ae357" providerId="ADAL" clId="{C61B69AA-3283-423E-948B-C291F1199F0A}" dt="2023-02-21T14:13:46.949" v="84"/>
            <ac:spMkLst>
              <pc:docMk/>
              <pc:sldMasterMk cId="259861064" sldId="2147483648"/>
              <pc:sldLayoutMk cId="2387091362" sldId="2147483730"/>
              <ac:spMk id="25" creationId="{03F1F8C1-F6E0-7708-8AE0-2A01E1D6278B}"/>
            </ac:spMkLst>
          </pc:spChg>
          <pc:spChg chg="del">
            <ac:chgData name="Charlotte Knaupp" userId="68a7a230-7b40-4667-aed5-d2dc881ae357" providerId="ADAL" clId="{C61B69AA-3283-423E-948B-C291F1199F0A}" dt="2023-02-21T14:13:46.949" v="84"/>
            <ac:spMkLst>
              <pc:docMk/>
              <pc:sldMasterMk cId="259861064" sldId="2147483648"/>
              <pc:sldLayoutMk cId="2387091362" sldId="2147483730"/>
              <ac:spMk id="26" creationId="{B2996B06-FD0A-1179-DB80-119E27D11ED3}"/>
            </ac:spMkLst>
          </pc:spChg>
          <pc:spChg chg="del">
            <ac:chgData name="Charlotte Knaupp" userId="68a7a230-7b40-4667-aed5-d2dc881ae357" providerId="ADAL" clId="{C61B69AA-3283-423E-948B-C291F1199F0A}" dt="2023-02-21T14:13:46.949" v="84"/>
            <ac:spMkLst>
              <pc:docMk/>
              <pc:sldMasterMk cId="259861064" sldId="2147483648"/>
              <pc:sldLayoutMk cId="2387091362" sldId="2147483730"/>
              <ac:spMk id="27" creationId="{159246FA-9368-79B8-20B2-5DD719B9AD00}"/>
            </ac:spMkLst>
          </pc:spChg>
        </pc:sldLayoutChg>
        <pc:sldLayoutChg chg="addSp delSp modSp mod">
          <pc:chgData name="Charlotte Knaupp" userId="68a7a230-7b40-4667-aed5-d2dc881ae357" providerId="ADAL" clId="{C61B69AA-3283-423E-948B-C291F1199F0A}" dt="2023-02-24T16:12:45.128" v="674" actId="139"/>
          <pc:sldLayoutMkLst>
            <pc:docMk/>
            <pc:sldMasterMk cId="259861064" sldId="2147483648"/>
            <pc:sldLayoutMk cId="3811794794" sldId="2147483731"/>
          </pc:sldLayoutMkLst>
          <pc:spChg chg="add mod">
            <ac:chgData name="Charlotte Knaupp" userId="68a7a230-7b40-4667-aed5-d2dc881ae357" providerId="ADAL" clId="{C61B69AA-3283-423E-948B-C291F1199F0A}" dt="2023-02-22T14:11:35.128" v="515" actId="1076"/>
            <ac:spMkLst>
              <pc:docMk/>
              <pc:sldMasterMk cId="259861064" sldId="2147483648"/>
              <pc:sldLayoutMk cId="3811794794" sldId="2147483731"/>
              <ac:spMk id="2" creationId="{AE43D200-2137-93CF-74AD-698CFEDC929B}"/>
            </ac:spMkLst>
          </pc:spChg>
          <pc:spChg chg="add mod">
            <ac:chgData name="Charlotte Knaupp" userId="68a7a230-7b40-4667-aed5-d2dc881ae357" providerId="ADAL" clId="{C61B69AA-3283-423E-948B-C291F1199F0A}" dt="2023-02-22T14:11:35.128" v="515" actId="1076"/>
            <ac:spMkLst>
              <pc:docMk/>
              <pc:sldMasterMk cId="259861064" sldId="2147483648"/>
              <pc:sldLayoutMk cId="3811794794" sldId="2147483731"/>
              <ac:spMk id="3" creationId="{76BD5AFC-471D-629A-9A2A-4601BCADC7D1}"/>
            </ac:spMkLst>
          </pc:spChg>
          <pc:spChg chg="add mod">
            <ac:chgData name="Charlotte Knaupp" userId="68a7a230-7b40-4667-aed5-d2dc881ae357" providerId="ADAL" clId="{C61B69AA-3283-423E-948B-C291F1199F0A}" dt="2023-02-22T14:11:35.128" v="515" actId="1076"/>
            <ac:spMkLst>
              <pc:docMk/>
              <pc:sldMasterMk cId="259861064" sldId="2147483648"/>
              <pc:sldLayoutMk cId="3811794794" sldId="2147483731"/>
              <ac:spMk id="4" creationId="{66373F47-B535-364F-6C19-99CDA3FAEE52}"/>
            </ac:spMkLst>
          </pc:spChg>
          <pc:spChg chg="del">
            <ac:chgData name="Charlotte Knaupp" userId="68a7a230-7b40-4667-aed5-d2dc881ae357" providerId="ADAL" clId="{C61B69AA-3283-423E-948B-C291F1199F0A}" dt="2023-02-21T14:15:12.546" v="91"/>
            <ac:spMkLst>
              <pc:docMk/>
              <pc:sldMasterMk cId="259861064" sldId="2147483648"/>
              <pc:sldLayoutMk cId="3811794794" sldId="2147483731"/>
              <ac:spMk id="12" creationId="{2F66AEB5-B213-E809-5D8B-8176C24AC56E}"/>
            </ac:spMkLst>
          </pc:spChg>
          <pc:spChg chg="del">
            <ac:chgData name="Charlotte Knaupp" userId="68a7a230-7b40-4667-aed5-d2dc881ae357" providerId="ADAL" clId="{C61B69AA-3283-423E-948B-C291F1199F0A}" dt="2023-02-21T14:15:12.546" v="91"/>
            <ac:spMkLst>
              <pc:docMk/>
              <pc:sldMasterMk cId="259861064" sldId="2147483648"/>
              <pc:sldLayoutMk cId="3811794794" sldId="2147483731"/>
              <ac:spMk id="13" creationId="{5DED9CF5-AF42-99E7-AF62-6EC3FB8B3A13}"/>
            </ac:spMkLst>
          </pc:spChg>
          <pc:spChg chg="del">
            <ac:chgData name="Charlotte Knaupp" userId="68a7a230-7b40-4667-aed5-d2dc881ae357" providerId="ADAL" clId="{C61B69AA-3283-423E-948B-C291F1199F0A}" dt="2023-02-21T14:15:12.546" v="91"/>
            <ac:spMkLst>
              <pc:docMk/>
              <pc:sldMasterMk cId="259861064" sldId="2147483648"/>
              <pc:sldLayoutMk cId="3811794794" sldId="2147483731"/>
              <ac:spMk id="14" creationId="{4A8618C1-66B2-0163-BE9C-333B52D8D2EC}"/>
            </ac:spMkLst>
          </pc:spChg>
          <pc:spChg chg="mod">
            <ac:chgData name="Charlotte Knaupp" userId="68a7a230-7b40-4667-aed5-d2dc881ae357" providerId="ADAL" clId="{C61B69AA-3283-423E-948B-C291F1199F0A}" dt="2023-02-24T16:12:45.128" v="674" actId="139"/>
            <ac:spMkLst>
              <pc:docMk/>
              <pc:sldMasterMk cId="259861064" sldId="2147483648"/>
              <pc:sldLayoutMk cId="3811794794" sldId="2147483731"/>
              <ac:spMk id="19" creationId="{0A1D6E7A-A09E-2C6A-5B99-74A97CC81479}"/>
            </ac:spMkLst>
          </pc:spChg>
          <pc:spChg chg="mod">
            <ac:chgData name="Charlotte Knaupp" userId="68a7a230-7b40-4667-aed5-d2dc881ae357" providerId="ADAL" clId="{C61B69AA-3283-423E-948B-C291F1199F0A}" dt="2023-02-24T16:12:45.127" v="672" actId="139"/>
            <ac:spMkLst>
              <pc:docMk/>
              <pc:sldMasterMk cId="259861064" sldId="2147483648"/>
              <pc:sldLayoutMk cId="3811794794" sldId="2147483731"/>
              <ac:spMk id="20" creationId="{5A783CE9-BCB9-F844-AB8D-7B7A763CC446}"/>
            </ac:spMkLst>
          </pc:spChg>
          <pc:spChg chg="mod">
            <ac:chgData name="Charlotte Knaupp" userId="68a7a230-7b40-4667-aed5-d2dc881ae357" providerId="ADAL" clId="{C61B69AA-3283-423E-948B-C291F1199F0A}" dt="2023-02-24T16:12:45.126" v="670" actId="139"/>
            <ac:spMkLst>
              <pc:docMk/>
              <pc:sldMasterMk cId="259861064" sldId="2147483648"/>
              <pc:sldLayoutMk cId="3811794794" sldId="2147483731"/>
              <ac:spMk id="21" creationId="{61D7DB85-DC0E-911C-AFC0-A00FE9FB4218}"/>
            </ac:spMkLst>
          </pc:spChg>
          <pc:spChg chg="mod">
            <ac:chgData name="Charlotte Knaupp" userId="68a7a230-7b40-4667-aed5-d2dc881ae357" providerId="ADAL" clId="{C61B69AA-3283-423E-948B-C291F1199F0A}" dt="2023-02-24T16:12:45.126" v="668" actId="139"/>
            <ac:spMkLst>
              <pc:docMk/>
              <pc:sldMasterMk cId="259861064" sldId="2147483648"/>
              <pc:sldLayoutMk cId="3811794794" sldId="2147483731"/>
              <ac:spMk id="22" creationId="{FBC4D1F0-0B8C-F5F7-35AE-8CBBE25F01E4}"/>
            </ac:spMkLst>
          </pc:spChg>
        </pc:sldLayoutChg>
        <pc:sldLayoutChg chg="modSp mod">
          <pc:chgData name="Charlotte Knaupp" userId="68a7a230-7b40-4667-aed5-d2dc881ae357" providerId="ADAL" clId="{C61B69AA-3283-423E-948B-C291F1199F0A}" dt="2023-02-24T16:12:45.122" v="658" actId="139"/>
          <pc:sldLayoutMkLst>
            <pc:docMk/>
            <pc:sldMasterMk cId="259861064" sldId="2147483648"/>
            <pc:sldLayoutMk cId="3277208104" sldId="2147483737"/>
          </pc:sldLayoutMkLst>
          <pc:spChg chg="mod">
            <ac:chgData name="Charlotte Knaupp" userId="68a7a230-7b40-4667-aed5-d2dc881ae357" providerId="ADAL" clId="{C61B69AA-3283-423E-948B-C291F1199F0A}" dt="2023-02-24T16:12:45.122" v="658" actId="139"/>
            <ac:spMkLst>
              <pc:docMk/>
              <pc:sldMasterMk cId="259861064" sldId="2147483648"/>
              <pc:sldLayoutMk cId="3277208104" sldId="2147483737"/>
              <ac:spMk id="14" creationId="{EB7A1E92-C009-56EC-F987-1EBB6B064052}"/>
            </ac:spMkLst>
          </pc:spChg>
          <pc:spChg chg="mod">
            <ac:chgData name="Charlotte Knaupp" userId="68a7a230-7b40-4667-aed5-d2dc881ae357" providerId="ADAL" clId="{C61B69AA-3283-423E-948B-C291F1199F0A}" dt="2023-02-24T16:12:45.122" v="656" actId="139"/>
            <ac:spMkLst>
              <pc:docMk/>
              <pc:sldMasterMk cId="259861064" sldId="2147483648"/>
              <pc:sldLayoutMk cId="3277208104" sldId="2147483737"/>
              <ac:spMk id="16" creationId="{78304E2C-D76F-2456-8633-314BD726A32B}"/>
            </ac:spMkLst>
          </pc:spChg>
          <pc:spChg chg="mod">
            <ac:chgData name="Charlotte Knaupp" userId="68a7a230-7b40-4667-aed5-d2dc881ae357" providerId="ADAL" clId="{C61B69AA-3283-423E-948B-C291F1199F0A}" dt="2023-02-24T16:12:45.121" v="654" actId="139"/>
            <ac:spMkLst>
              <pc:docMk/>
              <pc:sldMasterMk cId="259861064" sldId="2147483648"/>
              <pc:sldLayoutMk cId="3277208104" sldId="2147483737"/>
              <ac:spMk id="17" creationId="{591C8154-62BF-6BE3-97D9-C7E7789158C8}"/>
            </ac:spMkLst>
          </pc:spChg>
          <pc:spChg chg="mod">
            <ac:chgData name="Charlotte Knaupp" userId="68a7a230-7b40-4667-aed5-d2dc881ae357" providerId="ADAL" clId="{C61B69AA-3283-423E-948B-C291F1199F0A}" dt="2023-02-24T16:12:45.120" v="652" actId="139"/>
            <ac:spMkLst>
              <pc:docMk/>
              <pc:sldMasterMk cId="259861064" sldId="2147483648"/>
              <pc:sldLayoutMk cId="3277208104" sldId="2147483737"/>
              <ac:spMk id="18" creationId="{120D845B-9A3F-D30F-FE80-F4F4A749CB5E}"/>
            </ac:spMkLst>
          </pc:spChg>
        </pc:sldLayoutChg>
        <pc:sldLayoutChg chg="modSp mod">
          <pc:chgData name="Charlotte Knaupp" userId="68a7a230-7b40-4667-aed5-d2dc881ae357" providerId="ADAL" clId="{C61B69AA-3283-423E-948B-C291F1199F0A}" dt="2023-02-24T15:14:13.947" v="566" actId="20577"/>
          <pc:sldLayoutMkLst>
            <pc:docMk/>
            <pc:sldMasterMk cId="259861064" sldId="2147483648"/>
            <pc:sldLayoutMk cId="3673328579" sldId="2147483743"/>
          </pc:sldLayoutMkLst>
          <pc:spChg chg="mod">
            <ac:chgData name="Charlotte Knaupp" userId="68a7a230-7b40-4667-aed5-d2dc881ae357" providerId="ADAL" clId="{C61B69AA-3283-423E-948B-C291F1199F0A}" dt="2023-02-24T15:14:13.947" v="566" actId="20577"/>
            <ac:spMkLst>
              <pc:docMk/>
              <pc:sldMasterMk cId="259861064" sldId="2147483648"/>
              <pc:sldLayoutMk cId="3673328579" sldId="2147483743"/>
              <ac:spMk id="12" creationId="{94F818CE-0743-0EF4-42B7-43FDA8A07AA5}"/>
            </ac:spMkLst>
          </pc:spChg>
        </pc:sldLayoutChg>
      </pc:sldMasterChg>
    </pc:docChg>
  </pc:docChgLst>
  <pc:docChgLst>
    <pc:chgData name="Remi de Vogel" userId="5948360e-7b9c-4a22-9ada-df5e8b901c82" providerId="ADAL" clId="{61768BA7-1DA1-45A4-8DE2-51C6D6714D84}"/>
    <pc:docChg chg="undo custSel modSld modMainMaster">
      <pc:chgData name="Remi de Vogel" userId="5948360e-7b9c-4a22-9ada-df5e8b901c82" providerId="ADAL" clId="{61768BA7-1DA1-45A4-8DE2-51C6D6714D84}" dt="2022-06-09T11:58:05.402" v="18" actId="20577"/>
      <pc:docMkLst>
        <pc:docMk/>
      </pc:docMkLst>
      <pc:sldChg chg="addSp delSp modSp">
        <pc:chgData name="Remi de Vogel" userId="5948360e-7b9c-4a22-9ada-df5e8b901c82" providerId="ADAL" clId="{61768BA7-1DA1-45A4-8DE2-51C6D6714D84}" dt="2022-06-09T11:57:55.174" v="16"/>
        <pc:sldMkLst>
          <pc:docMk/>
          <pc:sldMk cId="267460067" sldId="256"/>
        </pc:sldMkLst>
        <pc:spChg chg="mod">
          <ac:chgData name="Remi de Vogel" userId="5948360e-7b9c-4a22-9ada-df5e8b901c82" providerId="ADAL" clId="{61768BA7-1DA1-45A4-8DE2-51C6D6714D84}" dt="2022-06-09T11:57:55.174" v="16"/>
          <ac:spMkLst>
            <pc:docMk/>
            <pc:sldMk cId="267460067" sldId="256"/>
            <ac:spMk id="2" creationId="{856CEA5E-7EFD-2E26-FA65-1EC24008E3B6}"/>
          </ac:spMkLst>
        </pc:spChg>
        <pc:spChg chg="mod">
          <ac:chgData name="Remi de Vogel" userId="5948360e-7b9c-4a22-9ada-df5e8b901c82" providerId="ADAL" clId="{61768BA7-1DA1-45A4-8DE2-51C6D6714D84}" dt="2022-06-09T11:57:55.174" v="16"/>
          <ac:spMkLst>
            <pc:docMk/>
            <pc:sldMk cId="267460067" sldId="256"/>
            <ac:spMk id="3" creationId="{A4F6CB3A-DD4E-4088-491F-0BE56AFA9176}"/>
          </ac:spMkLst>
        </pc:spChg>
        <pc:spChg chg="add del mod">
          <ac:chgData name="Remi de Vogel" userId="5948360e-7b9c-4a22-9ada-df5e8b901c82" providerId="ADAL" clId="{61768BA7-1DA1-45A4-8DE2-51C6D6714D84}" dt="2022-06-09T11:57:20.414" v="5"/>
          <ac:spMkLst>
            <pc:docMk/>
            <pc:sldMk cId="267460067" sldId="256"/>
            <ac:spMk id="4" creationId="{A7461E1F-40AE-6E37-4E76-4390471364C8}"/>
          </ac:spMkLst>
        </pc:spChg>
        <pc:spChg chg="add del mod">
          <ac:chgData name="Remi de Vogel" userId="5948360e-7b9c-4a22-9ada-df5e8b901c82" providerId="ADAL" clId="{61768BA7-1DA1-45A4-8DE2-51C6D6714D84}" dt="2022-06-09T11:57:20.414" v="5"/>
          <ac:spMkLst>
            <pc:docMk/>
            <pc:sldMk cId="267460067" sldId="256"/>
            <ac:spMk id="5" creationId="{F457FAC7-4909-CF4F-BFCE-B139226C8CE2}"/>
          </ac:spMkLst>
        </pc:spChg>
        <pc:spChg chg="add del mod">
          <ac:chgData name="Remi de Vogel" userId="5948360e-7b9c-4a22-9ada-df5e8b901c82" providerId="ADAL" clId="{61768BA7-1DA1-45A4-8DE2-51C6D6714D84}" dt="2022-06-09T11:57:34.062" v="7"/>
          <ac:spMkLst>
            <pc:docMk/>
            <pc:sldMk cId="267460067" sldId="256"/>
            <ac:spMk id="6" creationId="{8B164D1F-C676-EA7F-34FA-D46E3DB0E97A}"/>
          </ac:spMkLst>
        </pc:spChg>
        <pc:spChg chg="add del mod">
          <ac:chgData name="Remi de Vogel" userId="5948360e-7b9c-4a22-9ada-df5e8b901c82" providerId="ADAL" clId="{61768BA7-1DA1-45A4-8DE2-51C6D6714D84}" dt="2022-06-09T11:57:34.062" v="7"/>
          <ac:spMkLst>
            <pc:docMk/>
            <pc:sldMk cId="267460067" sldId="256"/>
            <ac:spMk id="7" creationId="{D4B76955-4714-4F73-7344-19625476EBED}"/>
          </ac:spMkLst>
        </pc:spChg>
        <pc:spChg chg="add del mod">
          <ac:chgData name="Remi de Vogel" userId="5948360e-7b9c-4a22-9ada-df5e8b901c82" providerId="ADAL" clId="{61768BA7-1DA1-45A4-8DE2-51C6D6714D84}" dt="2022-06-09T11:57:34.285" v="8"/>
          <ac:spMkLst>
            <pc:docMk/>
            <pc:sldMk cId="267460067" sldId="256"/>
            <ac:spMk id="8" creationId="{ABC08A69-F15A-33F0-2881-8C1D4E7977AF}"/>
          </ac:spMkLst>
        </pc:spChg>
        <pc:spChg chg="add del mod">
          <ac:chgData name="Remi de Vogel" userId="5948360e-7b9c-4a22-9ada-df5e8b901c82" providerId="ADAL" clId="{61768BA7-1DA1-45A4-8DE2-51C6D6714D84}" dt="2022-06-09T11:57:34.285" v="8"/>
          <ac:spMkLst>
            <pc:docMk/>
            <pc:sldMk cId="267460067" sldId="256"/>
            <ac:spMk id="9" creationId="{C6623F07-4EE3-25FB-5587-096708121164}"/>
          </ac:spMkLst>
        </pc:spChg>
        <pc:spChg chg="add del mod">
          <ac:chgData name="Remi de Vogel" userId="5948360e-7b9c-4a22-9ada-df5e8b901c82" providerId="ADAL" clId="{61768BA7-1DA1-45A4-8DE2-51C6D6714D84}" dt="2022-06-09T11:57:55.030" v="15"/>
          <ac:spMkLst>
            <pc:docMk/>
            <pc:sldMk cId="267460067" sldId="256"/>
            <ac:spMk id="10" creationId="{04EBBDD2-119A-61F0-0A2A-F9672ECCBE7F}"/>
          </ac:spMkLst>
        </pc:spChg>
        <pc:spChg chg="add del mod">
          <ac:chgData name="Remi de Vogel" userId="5948360e-7b9c-4a22-9ada-df5e8b901c82" providerId="ADAL" clId="{61768BA7-1DA1-45A4-8DE2-51C6D6714D84}" dt="2022-06-09T11:57:55.030" v="15"/>
          <ac:spMkLst>
            <pc:docMk/>
            <pc:sldMk cId="267460067" sldId="256"/>
            <ac:spMk id="11" creationId="{0D454ACA-B572-9E60-3E96-125E8008615B}"/>
          </ac:spMkLst>
        </pc:spChg>
        <pc:spChg chg="add del mod">
          <ac:chgData name="Remi de Vogel" userId="5948360e-7b9c-4a22-9ada-df5e8b901c82" providerId="ADAL" clId="{61768BA7-1DA1-45A4-8DE2-51C6D6714D84}" dt="2022-06-09T11:57:55.174" v="16"/>
          <ac:spMkLst>
            <pc:docMk/>
            <pc:sldMk cId="267460067" sldId="256"/>
            <ac:spMk id="12" creationId="{A53215CD-02D2-F854-5549-B29C3F1DD47D}"/>
          </ac:spMkLst>
        </pc:spChg>
        <pc:spChg chg="add del mod">
          <ac:chgData name="Remi de Vogel" userId="5948360e-7b9c-4a22-9ada-df5e8b901c82" providerId="ADAL" clId="{61768BA7-1DA1-45A4-8DE2-51C6D6714D84}" dt="2022-06-09T11:57:55.174" v="16"/>
          <ac:spMkLst>
            <pc:docMk/>
            <pc:sldMk cId="267460067" sldId="256"/>
            <ac:spMk id="13" creationId="{48F383E7-9C40-33D1-8443-8DC3DBB679C6}"/>
          </ac:spMkLst>
        </pc:spChg>
      </pc:sldChg>
      <pc:sldChg chg="addSp delSp modSp">
        <pc:chgData name="Remi de Vogel" userId="5948360e-7b9c-4a22-9ada-df5e8b901c82" providerId="ADAL" clId="{61768BA7-1DA1-45A4-8DE2-51C6D6714D84}" dt="2022-06-09T11:57:21.841" v="6"/>
        <pc:sldMkLst>
          <pc:docMk/>
          <pc:sldMk cId="511627541" sldId="258"/>
        </pc:sldMkLst>
        <pc:spChg chg="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2" creationId="{936D9E45-C0E5-4345-61C2-53A4A75266A3}"/>
          </ac:spMkLst>
        </pc:spChg>
        <pc:spChg chg="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3" creationId="{21DE6A03-92D0-21C6-8397-EE782EE3E88E}"/>
          </ac:spMkLst>
        </pc:spChg>
        <pc:spChg chg="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4" creationId="{628DC984-545F-002E-1486-0212C37C6244}"/>
          </ac:spMkLst>
        </pc:spChg>
        <pc:spChg chg="add del 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5" creationId="{BD1F2E69-7E8A-FE08-1171-1832A98AAC27}"/>
          </ac:spMkLst>
        </pc:spChg>
        <pc:spChg chg="add del 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6" creationId="{3FB6AD8B-74F8-B896-A639-EE93D09DB2D4}"/>
          </ac:spMkLst>
        </pc:spChg>
        <pc:spChg chg="add del 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7" creationId="{F3C071CD-9C3A-16E7-987C-201A4B180EF8}"/>
          </ac:spMkLst>
        </pc:spChg>
        <pc:spChg chg="add 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8" creationId="{56F96447-464E-618F-77C1-855C61B2CE06}"/>
          </ac:spMkLst>
        </pc:spChg>
        <pc:spChg chg="del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9" creationId="{102D2621-9DC0-A01A-7A9C-BC099E5710E8}"/>
          </ac:spMkLst>
        </pc:spChg>
        <pc:spChg chg="add 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10" creationId="{76824E6D-88FA-928F-B392-F391B57A4930}"/>
          </ac:spMkLst>
        </pc:spChg>
        <pc:spChg chg="add 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11" creationId="{78E1CC87-9354-AB54-159B-8B1A2EFFE7B8}"/>
          </ac:spMkLst>
        </pc:spChg>
        <pc:spChg chg="del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12" creationId="{74966C7F-E7A2-84BC-674A-EB82AEF4455B}"/>
          </ac:spMkLst>
        </pc:spChg>
        <pc:spChg chg="del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13" creationId="{49C82FB1-4FE2-8A68-841B-6DA57C204AD3}"/>
          </ac:spMkLst>
        </pc:spChg>
        <pc:spChg chg="del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14" creationId="{41BA85AE-942D-0AAC-AD87-544A2348479B}"/>
          </ac:spMkLst>
        </pc:spChg>
        <pc:spChg chg="add mod">
          <ac:chgData name="Remi de Vogel" userId="5948360e-7b9c-4a22-9ada-df5e8b901c82" providerId="ADAL" clId="{61768BA7-1DA1-45A4-8DE2-51C6D6714D84}" dt="2022-06-09T11:57:21.841" v="6"/>
          <ac:spMkLst>
            <pc:docMk/>
            <pc:sldMk cId="511627541" sldId="258"/>
            <ac:spMk id="15" creationId="{A2CEEBDD-5C55-F7A7-00C2-C2D80D6C5A58}"/>
          </ac:spMkLst>
        </pc:spChg>
      </pc:sldChg>
      <pc:sldChg chg="addSp delSp modSp mod">
        <pc:chgData name="Remi de Vogel" userId="5948360e-7b9c-4a22-9ada-df5e8b901c82" providerId="ADAL" clId="{61768BA7-1DA1-45A4-8DE2-51C6D6714D84}" dt="2022-06-09T11:58:05.402" v="18" actId="20577"/>
        <pc:sldMkLst>
          <pc:docMk/>
          <pc:sldMk cId="2684026461" sldId="259"/>
        </pc:sldMkLst>
        <pc:spChg chg="mod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2" creationId="{ED2FA92F-3760-F867-BBB9-E5AA1AA430A3}"/>
          </ac:spMkLst>
        </pc:spChg>
        <pc:spChg chg="add del mod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3" creationId="{8638CF0A-A796-92D7-471A-67D17EE4F29D}"/>
          </ac:spMkLst>
        </pc:spChg>
        <pc:spChg chg="mod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4" creationId="{C456A5FB-6679-6BF4-11DF-B137524A325E}"/>
          </ac:spMkLst>
        </pc:spChg>
        <pc:spChg chg="mod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5" creationId="{569CD387-9D42-7928-1704-39C106FCB210}"/>
          </ac:spMkLst>
        </pc:spChg>
        <pc:spChg chg="add del mod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6" creationId="{C242766B-A78D-275C-E0E2-5F171F507BEF}"/>
          </ac:spMkLst>
        </pc:spChg>
        <pc:spChg chg="add del mod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7" creationId="{6675C1C0-56C6-A3FC-F45F-D801CF05133D}"/>
          </ac:spMkLst>
        </pc:spChg>
        <pc:spChg chg="add mod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8" creationId="{C24C38AD-B3CF-4A52-FE4A-DB22644E42E1}"/>
          </ac:spMkLst>
        </pc:spChg>
        <pc:spChg chg="add mod">
          <ac:chgData name="Remi de Vogel" userId="5948360e-7b9c-4a22-9ada-df5e8b901c82" providerId="ADAL" clId="{61768BA7-1DA1-45A4-8DE2-51C6D6714D84}" dt="2022-06-09T11:58:05.402" v="18" actId="20577"/>
          <ac:spMkLst>
            <pc:docMk/>
            <pc:sldMk cId="2684026461" sldId="259"/>
            <ac:spMk id="9" creationId="{99FFE961-772C-BFBA-9A86-532291AC96F9}"/>
          </ac:spMkLst>
        </pc:spChg>
        <pc:spChg chg="del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12" creationId="{A250C287-DE2F-C635-51BA-3AEC4F614EB2}"/>
          </ac:spMkLst>
        </pc:spChg>
        <pc:spChg chg="del">
          <ac:chgData name="Remi de Vogel" userId="5948360e-7b9c-4a22-9ada-df5e8b901c82" providerId="ADAL" clId="{61768BA7-1DA1-45A4-8DE2-51C6D6714D84}" dt="2022-06-09T11:57:18.903" v="4"/>
          <ac:spMkLst>
            <pc:docMk/>
            <pc:sldMk cId="2684026461" sldId="259"/>
            <ac:spMk id="13" creationId="{633C0219-370D-A42B-DBED-40969943B164}"/>
          </ac:spMkLst>
        </pc:spChg>
      </pc:sldChg>
      <pc:sldMasterChg chg="modSp mod modSldLayout">
        <pc:chgData name="Remi de Vogel" userId="5948360e-7b9c-4a22-9ada-df5e8b901c82" providerId="ADAL" clId="{61768BA7-1DA1-45A4-8DE2-51C6D6714D84}" dt="2022-06-09T11:57:51.106" v="14" actId="20577"/>
        <pc:sldMasterMkLst>
          <pc:docMk/>
          <pc:sldMasterMk cId="259861064" sldId="2147483648"/>
        </pc:sldMasterMkLst>
        <pc:spChg chg="mod">
          <ac:chgData name="Remi de Vogel" userId="5948360e-7b9c-4a22-9ada-df5e8b901c82" providerId="ADAL" clId="{61768BA7-1DA1-45A4-8DE2-51C6D6714D84}" dt="2022-06-09T11:56:53.547" v="2" actId="207"/>
          <ac:spMkLst>
            <pc:docMk/>
            <pc:sldMasterMk cId="259861064" sldId="2147483648"/>
            <ac:spMk id="4" creationId="{DB57928F-0394-A641-8E3E-2D180F0BE042}"/>
          </ac:spMkLst>
        </pc:spChg>
        <pc:spChg chg="mod">
          <ac:chgData name="Remi de Vogel" userId="5948360e-7b9c-4a22-9ada-df5e8b901c82" providerId="ADAL" clId="{61768BA7-1DA1-45A4-8DE2-51C6D6714D84}" dt="2022-06-09T11:56:53.547" v="2" actId="207"/>
          <ac:spMkLst>
            <pc:docMk/>
            <pc:sldMasterMk cId="259861064" sldId="2147483648"/>
            <ac:spMk id="5" creationId="{891E28BB-B5FE-E965-0E15-F1CED40AB33B}"/>
          </ac:spMkLst>
        </pc:spChg>
        <pc:sldLayoutChg chg="modSp mod">
          <pc:chgData name="Remi de Vogel" userId="5948360e-7b9c-4a22-9ada-df5e8b901c82" providerId="ADAL" clId="{61768BA7-1DA1-45A4-8DE2-51C6D6714D84}" dt="2022-06-09T11:57:51.106" v="14" actId="20577"/>
          <pc:sldLayoutMkLst>
            <pc:docMk/>
            <pc:sldMasterMk cId="259861064" sldId="2147483648"/>
            <pc:sldLayoutMk cId="2882847530" sldId="2147483728"/>
          </pc:sldLayoutMkLst>
          <pc:spChg chg="mod">
            <ac:chgData name="Remi de Vogel" userId="5948360e-7b9c-4a22-9ada-df5e8b901c82" providerId="ADAL" clId="{61768BA7-1DA1-45A4-8DE2-51C6D6714D84}" dt="2022-06-09T11:57:51.106" v="14" actId="20577"/>
            <ac:spMkLst>
              <pc:docMk/>
              <pc:sldMasterMk cId="259861064" sldId="2147483648"/>
              <pc:sldLayoutMk cId="2882847530" sldId="2147483728"/>
              <ac:spMk id="7" creationId="{02F8741F-59EA-13F5-0DE4-B32DD9F9463A}"/>
            </ac:spMkLst>
          </pc:spChg>
          <pc:spChg chg="mod">
            <ac:chgData name="Remi de Vogel" userId="5948360e-7b9c-4a22-9ada-df5e8b901c82" providerId="ADAL" clId="{61768BA7-1DA1-45A4-8DE2-51C6D6714D84}" dt="2022-06-09T11:57:50.481" v="13" actId="20577"/>
            <ac:spMkLst>
              <pc:docMk/>
              <pc:sldMasterMk cId="259861064" sldId="2147483648"/>
              <pc:sldLayoutMk cId="2882847530" sldId="2147483728"/>
              <ac:spMk id="13" creationId="{0F31288B-358A-4E1C-DD16-FE030624C9D7}"/>
            </ac:spMkLst>
          </pc:spChg>
        </pc:sldLayoutChg>
      </pc:sldMasterChg>
    </pc:docChg>
  </pc:docChgLst>
  <pc:docChgLst>
    <pc:chgData name="Charlotte Knaupp" userId="68a7a230-7b40-4667-aed5-d2dc881ae357" providerId="ADAL" clId="{D3D730CE-05D1-4CB6-A972-622873736A8C}"/>
    <pc:docChg chg="undo custSel addSld delSld modSld modMainMaster">
      <pc:chgData name="Charlotte Knaupp" userId="68a7a230-7b40-4667-aed5-d2dc881ae357" providerId="ADAL" clId="{D3D730CE-05D1-4CB6-A972-622873736A8C}" dt="2023-09-12T10:12:37.852" v="75" actId="13244"/>
      <pc:docMkLst>
        <pc:docMk/>
      </pc:docMkLst>
      <pc:sldChg chg="add del">
        <pc:chgData name="Charlotte Knaupp" userId="68a7a230-7b40-4667-aed5-d2dc881ae357" providerId="ADAL" clId="{D3D730CE-05D1-4CB6-A972-622873736A8C}" dt="2023-09-05T14:42:54.862" v="47" actId="47"/>
        <pc:sldMkLst>
          <pc:docMk/>
          <pc:sldMk cId="984917374" sldId="262"/>
        </pc:sldMkLst>
      </pc:sldChg>
      <pc:sldChg chg="addSp delSp modSp mod">
        <pc:chgData name="Charlotte Knaupp" userId="68a7a230-7b40-4667-aed5-d2dc881ae357" providerId="ADAL" clId="{D3D730CE-05D1-4CB6-A972-622873736A8C}" dt="2023-09-12T10:12:20.485" v="69"/>
        <pc:sldMkLst>
          <pc:docMk/>
          <pc:sldMk cId="3144054254" sldId="2145707256"/>
        </pc:sldMkLst>
        <pc:spChg chg="del">
          <ac:chgData name="Charlotte Knaupp" userId="68a7a230-7b40-4667-aed5-d2dc881ae357" providerId="ADAL" clId="{D3D730CE-05D1-4CB6-A972-622873736A8C}" dt="2023-09-12T10:12:10.988" v="65" actId="478"/>
          <ac:spMkLst>
            <pc:docMk/>
            <pc:sldMk cId="3144054254" sldId="2145707256"/>
            <ac:spMk id="3" creationId="{8C85489C-57C7-87F6-9B65-6B90075F5A8F}"/>
          </ac:spMkLst>
        </pc:spChg>
        <pc:spChg chg="del">
          <ac:chgData name="Charlotte Knaupp" userId="68a7a230-7b40-4667-aed5-d2dc881ae357" providerId="ADAL" clId="{D3D730CE-05D1-4CB6-A972-622873736A8C}" dt="2023-09-05T10:09:18.192" v="0" actId="478"/>
          <ac:spMkLst>
            <pc:docMk/>
            <pc:sldMk cId="3144054254" sldId="2145707256"/>
            <ac:spMk id="6" creationId="{4AC8C296-4482-7591-05B4-3A7FCEEA7817}"/>
          </ac:spMkLst>
        </pc:spChg>
        <pc:spChg chg="add mod">
          <ac:chgData name="Charlotte Knaupp" userId="68a7a230-7b40-4667-aed5-d2dc881ae357" providerId="ADAL" clId="{D3D730CE-05D1-4CB6-A972-622873736A8C}" dt="2023-09-05T10:09:22.459" v="2" actId="207"/>
          <ac:spMkLst>
            <pc:docMk/>
            <pc:sldMk cId="3144054254" sldId="2145707256"/>
            <ac:spMk id="8" creationId="{26E3345B-9911-3BB4-5A46-C9986439BCA9}"/>
          </ac:spMkLst>
        </pc:spChg>
        <pc:spChg chg="add mod">
          <ac:chgData name="Charlotte Knaupp" userId="68a7a230-7b40-4667-aed5-d2dc881ae357" providerId="ADAL" clId="{D3D730CE-05D1-4CB6-A972-622873736A8C}" dt="2023-09-05T10:09:22.459" v="2" actId="207"/>
          <ac:spMkLst>
            <pc:docMk/>
            <pc:sldMk cId="3144054254" sldId="2145707256"/>
            <ac:spMk id="9" creationId="{B4AE9CA6-D878-C629-CD7B-8B5C7FF2097C}"/>
          </ac:spMkLst>
        </pc:spChg>
        <pc:spChg chg="add del mod">
          <ac:chgData name="Charlotte Knaupp" userId="68a7a230-7b40-4667-aed5-d2dc881ae357" providerId="ADAL" clId="{D3D730CE-05D1-4CB6-A972-622873736A8C}" dt="2023-09-12T10:12:20.139" v="68" actId="478"/>
          <ac:spMkLst>
            <pc:docMk/>
            <pc:sldMk cId="3144054254" sldId="2145707256"/>
            <ac:spMk id="10" creationId="{6036BDD2-5CD3-86FC-B2AE-F2230F58224F}"/>
          </ac:spMkLst>
        </pc:spChg>
        <pc:spChg chg="del">
          <ac:chgData name="Charlotte Knaupp" userId="68a7a230-7b40-4667-aed5-d2dc881ae357" providerId="ADAL" clId="{D3D730CE-05D1-4CB6-A972-622873736A8C}" dt="2023-09-05T10:09:18.192" v="0" actId="478"/>
          <ac:spMkLst>
            <pc:docMk/>
            <pc:sldMk cId="3144054254" sldId="2145707256"/>
            <ac:spMk id="14" creationId="{AADB1F46-0A3D-7233-8573-BA80356AED56}"/>
          </ac:spMkLst>
        </pc:spChg>
        <pc:spChg chg="add mod">
          <ac:chgData name="Charlotte Knaupp" userId="68a7a230-7b40-4667-aed5-d2dc881ae357" providerId="ADAL" clId="{D3D730CE-05D1-4CB6-A972-622873736A8C}" dt="2023-09-12T10:12:20.485" v="69"/>
          <ac:spMkLst>
            <pc:docMk/>
            <pc:sldMk cId="3144054254" sldId="2145707256"/>
            <ac:spMk id="14" creationId="{E3E20C5E-CD42-A16A-BAF7-5E698CA11DB4}"/>
          </ac:spMkLst>
        </pc:spChg>
        <pc:spChg chg="del">
          <ac:chgData name="Charlotte Knaupp" userId="68a7a230-7b40-4667-aed5-d2dc881ae357" providerId="ADAL" clId="{D3D730CE-05D1-4CB6-A972-622873736A8C}" dt="2023-09-05T10:09:18.192" v="0" actId="478"/>
          <ac:spMkLst>
            <pc:docMk/>
            <pc:sldMk cId="3144054254" sldId="2145707256"/>
            <ac:spMk id="15" creationId="{E84B0FB7-B929-DADB-18B3-B6F13980902B}"/>
          </ac:spMkLst>
        </pc:spChg>
        <pc:spChg chg="del">
          <ac:chgData name="Charlotte Knaupp" userId="68a7a230-7b40-4667-aed5-d2dc881ae357" providerId="ADAL" clId="{D3D730CE-05D1-4CB6-A972-622873736A8C}" dt="2023-09-05T10:09:18.192" v="0" actId="478"/>
          <ac:spMkLst>
            <pc:docMk/>
            <pc:sldMk cId="3144054254" sldId="2145707256"/>
            <ac:spMk id="16" creationId="{AB430D76-7825-43F3-5166-3176B711BF93}"/>
          </ac:spMkLst>
        </pc:spChg>
        <pc:spChg chg="mod">
          <ac:chgData name="Charlotte Knaupp" userId="68a7a230-7b40-4667-aed5-d2dc881ae357" providerId="ADAL" clId="{D3D730CE-05D1-4CB6-A972-622873736A8C}" dt="2023-09-05T10:09:41.131" v="3" actId="207"/>
          <ac:spMkLst>
            <pc:docMk/>
            <pc:sldMk cId="3144054254" sldId="2145707256"/>
            <ac:spMk id="27" creationId="{653EF578-B88D-C468-070B-7A6E28DC989A}"/>
          </ac:spMkLst>
        </pc:spChg>
        <pc:picChg chg="add mod ord">
          <ac:chgData name="Charlotte Knaupp" userId="68a7a230-7b40-4667-aed5-d2dc881ae357" providerId="ADAL" clId="{D3D730CE-05D1-4CB6-A972-622873736A8C}" dt="2023-09-12T10:12:13.728" v="67" actId="13244"/>
          <ac:picMkLst>
            <pc:docMk/>
            <pc:sldMk cId="3144054254" sldId="2145707256"/>
            <ac:picMk id="6" creationId="{5E09B708-F787-A602-990C-77EA58AA32BA}"/>
          </ac:picMkLst>
        </pc:picChg>
      </pc:sldChg>
      <pc:sldChg chg="addSp delSp modSp mod">
        <pc:chgData name="Charlotte Knaupp" userId="68a7a230-7b40-4667-aed5-d2dc881ae357" providerId="ADAL" clId="{D3D730CE-05D1-4CB6-A972-622873736A8C}" dt="2023-09-12T10:12:37.852" v="75" actId="13244"/>
        <pc:sldMkLst>
          <pc:docMk/>
          <pc:sldMk cId="1213052669" sldId="2145707258"/>
        </pc:sldMkLst>
        <pc:spChg chg="del">
          <ac:chgData name="Charlotte Knaupp" userId="68a7a230-7b40-4667-aed5-d2dc881ae357" providerId="ADAL" clId="{D3D730CE-05D1-4CB6-A972-622873736A8C}" dt="2023-09-12T10:12:32.179" v="73" actId="478"/>
          <ac:spMkLst>
            <pc:docMk/>
            <pc:sldMk cId="1213052669" sldId="2145707258"/>
            <ac:spMk id="4" creationId="{A28D0E87-AE84-7CCF-2092-2E19106F5894}"/>
          </ac:spMkLst>
        </pc:spChg>
        <pc:picChg chg="add mod ord">
          <ac:chgData name="Charlotte Knaupp" userId="68a7a230-7b40-4667-aed5-d2dc881ae357" providerId="ADAL" clId="{D3D730CE-05D1-4CB6-A972-622873736A8C}" dt="2023-09-12T10:12:37.852" v="75" actId="13244"/>
          <ac:picMkLst>
            <pc:docMk/>
            <pc:sldMk cId="1213052669" sldId="2145707258"/>
            <ac:picMk id="9" creationId="{4162ABBF-22C6-555A-030C-ADCDBA9A4949}"/>
          </ac:picMkLst>
        </pc:picChg>
      </pc:sldChg>
      <pc:sldChg chg="addSp delSp modSp mod">
        <pc:chgData name="Charlotte Knaupp" userId="68a7a230-7b40-4667-aed5-d2dc881ae357" providerId="ADAL" clId="{D3D730CE-05D1-4CB6-A972-622873736A8C}" dt="2023-09-12T10:12:29.243" v="72" actId="13244"/>
        <pc:sldMkLst>
          <pc:docMk/>
          <pc:sldMk cId="3165483609" sldId="2145707260"/>
        </pc:sldMkLst>
        <pc:spChg chg="del">
          <ac:chgData name="Charlotte Knaupp" userId="68a7a230-7b40-4667-aed5-d2dc881ae357" providerId="ADAL" clId="{D3D730CE-05D1-4CB6-A972-622873736A8C}" dt="2023-09-12T10:12:27.188" v="70" actId="478"/>
          <ac:spMkLst>
            <pc:docMk/>
            <pc:sldMk cId="3165483609" sldId="2145707260"/>
            <ac:spMk id="4" creationId="{A28D0E87-AE84-7CCF-2092-2E19106F5894}"/>
          </ac:spMkLst>
        </pc:spChg>
        <pc:picChg chg="add mod ord">
          <ac:chgData name="Charlotte Knaupp" userId="68a7a230-7b40-4667-aed5-d2dc881ae357" providerId="ADAL" clId="{D3D730CE-05D1-4CB6-A972-622873736A8C}" dt="2023-09-12T10:12:29.243" v="72" actId="13244"/>
          <ac:picMkLst>
            <pc:docMk/>
            <pc:sldMk cId="3165483609" sldId="2145707260"/>
            <ac:picMk id="8" creationId="{3C4BF902-3C3F-8589-2E48-AF627EF1336D}"/>
          </ac:picMkLst>
        </pc:picChg>
      </pc:sldChg>
      <pc:sldChg chg="new">
        <pc:chgData name="Charlotte Knaupp" userId="68a7a230-7b40-4667-aed5-d2dc881ae357" providerId="ADAL" clId="{D3D730CE-05D1-4CB6-A972-622873736A8C}" dt="2023-09-05T14:42:52.737" v="46" actId="680"/>
        <pc:sldMkLst>
          <pc:docMk/>
          <pc:sldMk cId="4229797179" sldId="2145707261"/>
        </pc:sldMkLst>
      </pc:sldChg>
      <pc:sldMasterChg chg="addSp delSp modSp mod modSldLayout">
        <pc:chgData name="Charlotte Knaupp" userId="68a7a230-7b40-4667-aed5-d2dc881ae357" providerId="ADAL" clId="{D3D730CE-05D1-4CB6-A972-622873736A8C}" dt="2023-09-12T10:11:30.178" v="64"/>
        <pc:sldMasterMkLst>
          <pc:docMk/>
          <pc:sldMasterMk cId="259861064" sldId="2147483648"/>
        </pc:sldMasterMkLst>
        <pc:spChg chg="add mod">
          <ac:chgData name="Charlotte Knaupp" userId="68a7a230-7b40-4667-aed5-d2dc881ae357" providerId="ADAL" clId="{D3D730CE-05D1-4CB6-A972-622873736A8C}" dt="2023-09-12T10:10:19.288" v="49"/>
          <ac:spMkLst>
            <pc:docMk/>
            <pc:sldMasterMk cId="259861064" sldId="2147483648"/>
            <ac:spMk id="3" creationId="{769B4D6E-D95E-23ED-E840-20C8D98C5C6F}"/>
          </ac:spMkLst>
        </pc:spChg>
        <pc:spChg chg="del">
          <ac:chgData name="Charlotte Knaupp" userId="68a7a230-7b40-4667-aed5-d2dc881ae357" providerId="ADAL" clId="{D3D730CE-05D1-4CB6-A972-622873736A8C}" dt="2023-09-12T10:10:17.418" v="48" actId="478"/>
          <ac:spMkLst>
            <pc:docMk/>
            <pc:sldMasterMk cId="259861064" sldId="2147483648"/>
            <ac:spMk id="69" creationId="{C07C95ED-9BF9-6B8B-ADC1-7714C14E9097}"/>
          </ac:spMkLst>
        </pc:spChg>
        <pc:sldLayoutChg chg="addSp delSp modSp mod">
          <pc:chgData name="Charlotte Knaupp" userId="68a7a230-7b40-4667-aed5-d2dc881ae357" providerId="ADAL" clId="{D3D730CE-05D1-4CB6-A972-622873736A8C}" dt="2023-09-12T10:10:47.929" v="54" actId="478"/>
          <pc:sldLayoutMkLst>
            <pc:docMk/>
            <pc:sldMasterMk cId="259861064" sldId="2147483648"/>
            <pc:sldLayoutMk cId="1622635753" sldId="2147483658"/>
          </pc:sldLayoutMkLst>
          <pc:spChg chg="add mod">
            <ac:chgData name="Charlotte Knaupp" userId="68a7a230-7b40-4667-aed5-d2dc881ae357" providerId="ADAL" clId="{D3D730CE-05D1-4CB6-A972-622873736A8C}" dt="2023-09-12T10:10:38.611" v="52" actId="1076"/>
            <ac:spMkLst>
              <pc:docMk/>
              <pc:sldMasterMk cId="259861064" sldId="2147483648"/>
              <pc:sldLayoutMk cId="1622635753" sldId="2147483658"/>
              <ac:spMk id="2" creationId="{390C32AF-F620-6D54-4C85-6D188E38A442}"/>
            </ac:spMkLst>
          </pc:spChg>
          <pc:spChg chg="del">
            <ac:chgData name="Charlotte Knaupp" userId="68a7a230-7b40-4667-aed5-d2dc881ae357" providerId="ADAL" clId="{D3D730CE-05D1-4CB6-A972-622873736A8C}" dt="2023-09-12T10:10:32.452" v="50"/>
            <ac:spMkLst>
              <pc:docMk/>
              <pc:sldMasterMk cId="259861064" sldId="2147483648"/>
              <pc:sldLayoutMk cId="1622635753" sldId="2147483658"/>
              <ac:spMk id="3" creationId="{CE17F094-5C30-48A9-421A-FE6807FB5E42}"/>
            </ac:spMkLst>
          </pc:spChg>
          <pc:spChg chg="del mod modVis">
            <ac:chgData name="Charlotte Knaupp" userId="68a7a230-7b40-4667-aed5-d2dc881ae357" providerId="ADAL" clId="{D3D730CE-05D1-4CB6-A972-622873736A8C}" dt="2023-09-12T10:10:32.452" v="50"/>
            <ac:spMkLst>
              <pc:docMk/>
              <pc:sldMasterMk cId="259861064" sldId="2147483648"/>
              <pc:sldLayoutMk cId="1622635753" sldId="2147483658"/>
              <ac:spMk id="4" creationId="{16DB7DF7-FCAC-D317-55B9-B4C894AE9590}"/>
            </ac:spMkLst>
          </pc:spChg>
          <pc:spChg chg="mod">
            <ac:chgData name="Charlotte Knaupp" userId="68a7a230-7b40-4667-aed5-d2dc881ae357" providerId="ADAL" clId="{D3D730CE-05D1-4CB6-A972-622873736A8C}" dt="2023-09-05T12:20:17.500" v="8" actId="1076"/>
            <ac:spMkLst>
              <pc:docMk/>
              <pc:sldMasterMk cId="259861064" sldId="2147483648"/>
              <pc:sldLayoutMk cId="1622635753" sldId="2147483658"/>
              <ac:spMk id="6" creationId="{927B0B4F-F2D0-E42F-AFCB-5B1F56902937}"/>
            </ac:spMkLst>
          </pc:spChg>
          <pc:spChg chg="del">
            <ac:chgData name="Charlotte Knaupp" userId="68a7a230-7b40-4667-aed5-d2dc881ae357" providerId="ADAL" clId="{D3D730CE-05D1-4CB6-A972-622873736A8C}" dt="2023-09-12T10:10:32.452" v="50"/>
            <ac:spMkLst>
              <pc:docMk/>
              <pc:sldMasterMk cId="259861064" sldId="2147483648"/>
              <pc:sldLayoutMk cId="1622635753" sldId="2147483658"/>
              <ac:spMk id="7" creationId="{4037FE4A-10D5-5089-6D84-E34D3610348D}"/>
            </ac:spMkLst>
          </pc:spChg>
          <pc:spChg chg="mod">
            <ac:chgData name="Charlotte Knaupp" userId="68a7a230-7b40-4667-aed5-d2dc881ae357" providerId="ADAL" clId="{D3D730CE-05D1-4CB6-A972-622873736A8C}" dt="2023-09-05T12:20:17.219" v="7" actId="1076"/>
            <ac:spMkLst>
              <pc:docMk/>
              <pc:sldMasterMk cId="259861064" sldId="2147483648"/>
              <pc:sldLayoutMk cId="1622635753" sldId="2147483658"/>
              <ac:spMk id="8" creationId="{00000000-0000-0000-0000-000000000000}"/>
            </ac:spMkLst>
          </pc:spChg>
          <pc:spChg chg="add mod">
            <ac:chgData name="Charlotte Knaupp" userId="68a7a230-7b40-4667-aed5-d2dc881ae357" providerId="ADAL" clId="{D3D730CE-05D1-4CB6-A972-622873736A8C}" dt="2023-09-12T10:10:38.611" v="52" actId="1076"/>
            <ac:spMkLst>
              <pc:docMk/>
              <pc:sldMasterMk cId="259861064" sldId="2147483648"/>
              <pc:sldLayoutMk cId="1622635753" sldId="2147483658"/>
              <ac:spMk id="9" creationId="{F7E5965C-FF80-716F-64D8-5BDAE87CCA40}"/>
            </ac:spMkLst>
          </pc:spChg>
          <pc:spChg chg="del">
            <ac:chgData name="Charlotte Knaupp" userId="68a7a230-7b40-4667-aed5-d2dc881ae357" providerId="ADAL" clId="{D3D730CE-05D1-4CB6-A972-622873736A8C}" dt="2023-09-12T10:10:47.929" v="54" actId="478"/>
            <ac:spMkLst>
              <pc:docMk/>
              <pc:sldMasterMk cId="259861064" sldId="2147483648"/>
              <pc:sldLayoutMk cId="1622635753" sldId="2147483658"/>
              <ac:spMk id="10" creationId="{D63D6E89-68B9-468D-C7ED-9F5E85B7283A}"/>
            </ac:spMkLst>
          </pc:spChg>
          <pc:spChg chg="del">
            <ac:chgData name="Charlotte Knaupp" userId="68a7a230-7b40-4667-aed5-d2dc881ae357" providerId="ADAL" clId="{D3D730CE-05D1-4CB6-A972-622873736A8C}" dt="2023-09-12T10:10:47.929" v="54" actId="478"/>
            <ac:spMkLst>
              <pc:docMk/>
              <pc:sldMasterMk cId="259861064" sldId="2147483648"/>
              <pc:sldLayoutMk cId="1622635753" sldId="2147483658"/>
              <ac:spMk id="11" creationId="{3211E6A7-8B6E-099F-CDE9-3C2B9C711568}"/>
            </ac:spMkLst>
          </pc:spChg>
          <pc:spChg chg="del mod">
            <ac:chgData name="Charlotte Knaupp" userId="68a7a230-7b40-4667-aed5-d2dc881ae357" providerId="ADAL" clId="{D3D730CE-05D1-4CB6-A972-622873736A8C}" dt="2023-09-12T10:10:44.918" v="53" actId="478"/>
            <ac:spMkLst>
              <pc:docMk/>
              <pc:sldMasterMk cId="259861064" sldId="2147483648"/>
              <pc:sldLayoutMk cId="1622635753" sldId="2147483658"/>
              <ac:spMk id="12" creationId="{D242E176-F4AE-BD2B-63BE-D00C9691D546}"/>
            </ac:spMkLst>
          </pc:spChg>
          <pc:spChg chg="add mod">
            <ac:chgData name="Charlotte Knaupp" userId="68a7a230-7b40-4667-aed5-d2dc881ae357" providerId="ADAL" clId="{D3D730CE-05D1-4CB6-A972-622873736A8C}" dt="2023-09-12T10:10:38.611" v="52" actId="1076"/>
            <ac:spMkLst>
              <pc:docMk/>
              <pc:sldMasterMk cId="259861064" sldId="2147483648"/>
              <pc:sldLayoutMk cId="1622635753" sldId="2147483658"/>
              <ac:spMk id="13" creationId="{3A6EAFA2-B3E4-BEE1-AF87-9BB2808D1922}"/>
            </ac:spMkLst>
          </pc:spChg>
        </pc:sldLayoutChg>
        <pc:sldLayoutChg chg="addSp delSp modSp mod">
          <pc:chgData name="Charlotte Knaupp" userId="68a7a230-7b40-4667-aed5-d2dc881ae357" providerId="ADAL" clId="{D3D730CE-05D1-4CB6-A972-622873736A8C}" dt="2023-09-12T10:11:04.419" v="57" actId="207"/>
          <pc:sldLayoutMkLst>
            <pc:docMk/>
            <pc:sldMasterMk cId="259861064" sldId="2147483648"/>
            <pc:sldLayoutMk cId="3277208104" sldId="2147483737"/>
          </pc:sldLayoutMkLst>
          <pc:spChg chg="add mod">
            <ac:chgData name="Charlotte Knaupp" userId="68a7a230-7b40-4667-aed5-d2dc881ae357" providerId="ADAL" clId="{D3D730CE-05D1-4CB6-A972-622873736A8C}" dt="2023-09-12T10:11:04.419" v="57" actId="207"/>
            <ac:spMkLst>
              <pc:docMk/>
              <pc:sldMasterMk cId="259861064" sldId="2147483648"/>
              <pc:sldLayoutMk cId="3277208104" sldId="2147483737"/>
              <ac:spMk id="5" creationId="{D50E9AFD-FA44-F90E-7832-B620EAC4D081}"/>
            </ac:spMkLst>
          </pc:spChg>
          <pc:spChg chg="mod modVis">
            <ac:chgData name="Charlotte Knaupp" userId="68a7a230-7b40-4667-aed5-d2dc881ae357" providerId="ADAL" clId="{D3D730CE-05D1-4CB6-A972-622873736A8C}" dt="2023-09-05T12:20:29.011" v="11" actId="14429"/>
            <ac:spMkLst>
              <pc:docMk/>
              <pc:sldMasterMk cId="259861064" sldId="2147483648"/>
              <pc:sldLayoutMk cId="3277208104" sldId="2147483737"/>
              <ac:spMk id="11" creationId="{7C3D10E2-AE17-CA71-DC90-8A5F1BDC83F7}"/>
            </ac:spMkLst>
          </pc:spChg>
          <pc:spChg chg="del mod modVis">
            <ac:chgData name="Charlotte Knaupp" userId="68a7a230-7b40-4667-aed5-d2dc881ae357" providerId="ADAL" clId="{D3D730CE-05D1-4CB6-A972-622873736A8C}" dt="2023-09-05T12:20:50.171" v="25" actId="478"/>
            <ac:spMkLst>
              <pc:docMk/>
              <pc:sldMasterMk cId="259861064" sldId="2147483648"/>
              <pc:sldLayoutMk cId="3277208104" sldId="2147483737"/>
              <ac:spMk id="12" creationId="{923F0AE6-64A0-48D3-2F58-26CEF71B34E0}"/>
            </ac:spMkLst>
          </pc:spChg>
          <pc:spChg chg="del mod modVis">
            <ac:chgData name="Charlotte Knaupp" userId="68a7a230-7b40-4667-aed5-d2dc881ae357" providerId="ADAL" clId="{D3D730CE-05D1-4CB6-A972-622873736A8C}" dt="2023-09-05T12:22:33.510" v="43" actId="478"/>
            <ac:spMkLst>
              <pc:docMk/>
              <pc:sldMasterMk cId="259861064" sldId="2147483648"/>
              <pc:sldLayoutMk cId="3277208104" sldId="2147483737"/>
              <ac:spMk id="13" creationId="{0B297783-3573-2902-4B98-10768A4D38EF}"/>
            </ac:spMkLst>
          </pc:spChg>
          <pc:spChg chg="del">
            <ac:chgData name="Charlotte Knaupp" userId="68a7a230-7b40-4667-aed5-d2dc881ae357" providerId="ADAL" clId="{D3D730CE-05D1-4CB6-A972-622873736A8C}" dt="2023-09-12T10:11:00.723" v="55" actId="478"/>
            <ac:spMkLst>
              <pc:docMk/>
              <pc:sldMasterMk cId="259861064" sldId="2147483648"/>
              <pc:sldLayoutMk cId="3277208104" sldId="2147483737"/>
              <ac:spMk id="15" creationId="{5953DC72-C0F5-D909-0950-92A3A6FBCB07}"/>
            </ac:spMkLst>
          </pc:spChg>
          <pc:picChg chg="mod modVis">
            <ac:chgData name="Charlotte Knaupp" userId="68a7a230-7b40-4667-aed5-d2dc881ae357" providerId="ADAL" clId="{D3D730CE-05D1-4CB6-A972-622873736A8C}" dt="2023-09-05T12:20:55.340" v="28" actId="14429"/>
            <ac:picMkLst>
              <pc:docMk/>
              <pc:sldMasterMk cId="259861064" sldId="2147483648"/>
              <pc:sldLayoutMk cId="3277208104" sldId="2147483737"/>
              <ac:picMk id="3" creationId="{E0DC69A1-081A-C732-D744-67EE1AD12E36}"/>
            </ac:picMkLst>
          </pc:picChg>
        </pc:sldLayoutChg>
        <pc:sldLayoutChg chg="addSp delSp modSp mod">
          <pc:chgData name="Charlotte Knaupp" userId="68a7a230-7b40-4667-aed5-d2dc881ae357" providerId="ADAL" clId="{D3D730CE-05D1-4CB6-A972-622873736A8C}" dt="2023-09-12T10:11:09.607" v="60" actId="207"/>
          <pc:sldLayoutMkLst>
            <pc:docMk/>
            <pc:sldMasterMk cId="259861064" sldId="2147483648"/>
            <pc:sldLayoutMk cId="3673328579" sldId="2147483743"/>
          </pc:sldLayoutMkLst>
          <pc:spChg chg="mod modVis">
            <ac:chgData name="Charlotte Knaupp" userId="68a7a230-7b40-4667-aed5-d2dc881ae357" providerId="ADAL" clId="{D3D730CE-05D1-4CB6-A972-622873736A8C}" dt="2023-09-05T12:22:24.339" v="42" actId="14429"/>
            <ac:spMkLst>
              <pc:docMk/>
              <pc:sldMasterMk cId="259861064" sldId="2147483648"/>
              <pc:sldLayoutMk cId="3673328579" sldId="2147483743"/>
              <ac:spMk id="4" creationId="{78A8925C-9AC9-3463-8EAD-C2BD76D34BCE}"/>
            </ac:spMkLst>
          </pc:spChg>
          <pc:spChg chg="add mod">
            <ac:chgData name="Charlotte Knaupp" userId="68a7a230-7b40-4667-aed5-d2dc881ae357" providerId="ADAL" clId="{D3D730CE-05D1-4CB6-A972-622873736A8C}" dt="2023-09-12T10:11:09.607" v="60" actId="207"/>
            <ac:spMkLst>
              <pc:docMk/>
              <pc:sldMasterMk cId="259861064" sldId="2147483648"/>
              <pc:sldLayoutMk cId="3673328579" sldId="2147483743"/>
              <ac:spMk id="6" creationId="{943536FF-03A1-B1C4-E3B9-CC61AA020214}"/>
            </ac:spMkLst>
          </pc:spChg>
          <pc:spChg chg="add del">
            <ac:chgData name="Charlotte Knaupp" userId="68a7a230-7b40-4667-aed5-d2dc881ae357" providerId="ADAL" clId="{D3D730CE-05D1-4CB6-A972-622873736A8C}" dt="2023-09-05T12:22:07.017" v="32" actId="478"/>
            <ac:spMkLst>
              <pc:docMk/>
              <pc:sldMasterMk cId="259861064" sldId="2147483648"/>
              <pc:sldLayoutMk cId="3673328579" sldId="2147483743"/>
              <ac:spMk id="9" creationId="{D4749403-08B4-4B8E-0EFA-5684DA4BB62B}"/>
            </ac:spMkLst>
          </pc:spChg>
          <pc:spChg chg="del mod modVis">
            <ac:chgData name="Charlotte Knaupp" userId="68a7a230-7b40-4667-aed5-d2dc881ae357" providerId="ADAL" clId="{D3D730CE-05D1-4CB6-A972-622873736A8C}" dt="2023-09-05T12:22:15.786" v="39" actId="478"/>
            <ac:spMkLst>
              <pc:docMk/>
              <pc:sldMasterMk cId="259861064" sldId="2147483648"/>
              <pc:sldLayoutMk cId="3673328579" sldId="2147483743"/>
              <ac:spMk id="10" creationId="{B2EA15A6-21DB-E648-3969-4AB72CF970E3}"/>
            </ac:spMkLst>
          </pc:spChg>
          <pc:spChg chg="del">
            <ac:chgData name="Charlotte Knaupp" userId="68a7a230-7b40-4667-aed5-d2dc881ae357" providerId="ADAL" clId="{D3D730CE-05D1-4CB6-A972-622873736A8C}" dt="2023-09-05T12:22:17.818" v="40" actId="478"/>
            <ac:spMkLst>
              <pc:docMk/>
              <pc:sldMasterMk cId="259861064" sldId="2147483648"/>
              <pc:sldLayoutMk cId="3673328579" sldId="2147483743"/>
              <ac:spMk id="11" creationId="{E837E1DF-619C-DC4D-9DE3-483718540483}"/>
            </ac:spMkLst>
          </pc:spChg>
          <pc:spChg chg="del">
            <ac:chgData name="Charlotte Knaupp" userId="68a7a230-7b40-4667-aed5-d2dc881ae357" providerId="ADAL" clId="{D3D730CE-05D1-4CB6-A972-622873736A8C}" dt="2023-09-12T10:11:07.479" v="58" actId="478"/>
            <ac:spMkLst>
              <pc:docMk/>
              <pc:sldMasterMk cId="259861064" sldId="2147483648"/>
              <pc:sldLayoutMk cId="3673328579" sldId="2147483743"/>
              <ac:spMk id="14" creationId="{E8CDD0A7-DF41-36AA-3F84-79E1D7EC28AC}"/>
            </ac:spMkLst>
          </pc:spChg>
        </pc:sldLayoutChg>
        <pc:sldLayoutChg chg="addSp delSp modSp mod">
          <pc:chgData name="Charlotte Knaupp" userId="68a7a230-7b40-4667-aed5-d2dc881ae357" providerId="ADAL" clId="{D3D730CE-05D1-4CB6-A972-622873736A8C}" dt="2023-09-12T10:11:30.178" v="64"/>
          <pc:sldLayoutMkLst>
            <pc:docMk/>
            <pc:sldMasterMk cId="259861064" sldId="2147483648"/>
            <pc:sldLayoutMk cId="2122734257" sldId="2147483745"/>
          </pc:sldLayoutMkLst>
          <pc:spChg chg="del">
            <ac:chgData name="Charlotte Knaupp" userId="68a7a230-7b40-4667-aed5-d2dc881ae357" providerId="ADAL" clId="{D3D730CE-05D1-4CB6-A972-622873736A8C}" dt="2023-09-12T10:11:20.518" v="61" actId="478"/>
            <ac:spMkLst>
              <pc:docMk/>
              <pc:sldMasterMk cId="259861064" sldId="2147483648"/>
              <pc:sldLayoutMk cId="2122734257" sldId="2147483745"/>
              <ac:spMk id="2" creationId="{582D7AE3-E7C9-3BF7-F7FD-7648358E7E25}"/>
            </ac:spMkLst>
          </pc:spChg>
          <pc:spChg chg="add mod">
            <ac:chgData name="Charlotte Knaupp" userId="68a7a230-7b40-4667-aed5-d2dc881ae357" providerId="ADAL" clId="{D3D730CE-05D1-4CB6-A972-622873736A8C}" dt="2023-09-12T10:11:22.710" v="63" actId="207"/>
            <ac:spMkLst>
              <pc:docMk/>
              <pc:sldMasterMk cId="259861064" sldId="2147483648"/>
              <pc:sldLayoutMk cId="2122734257" sldId="2147483745"/>
              <ac:spMk id="4" creationId="{4745F0C5-AF1B-DA83-4AF7-C4A87ED43608}"/>
            </ac:spMkLst>
          </pc:spChg>
          <pc:spChg chg="add mod">
            <ac:chgData name="Charlotte Knaupp" userId="68a7a230-7b40-4667-aed5-d2dc881ae357" providerId="ADAL" clId="{D3D730CE-05D1-4CB6-A972-622873736A8C}" dt="2023-09-12T10:11:30.178" v="64"/>
            <ac:spMkLst>
              <pc:docMk/>
              <pc:sldMasterMk cId="259861064" sldId="2147483648"/>
              <pc:sldLayoutMk cId="2122734257" sldId="2147483745"/>
              <ac:spMk id="6" creationId="{2EC6BB08-A53D-2FB7-D51B-9112BFF42AE3}"/>
            </ac:spMkLst>
          </pc:spChg>
          <pc:spChg chg="add mod">
            <ac:chgData name="Charlotte Knaupp" userId="68a7a230-7b40-4667-aed5-d2dc881ae357" providerId="ADAL" clId="{D3D730CE-05D1-4CB6-A972-622873736A8C}" dt="2023-09-12T10:11:30.178" v="64"/>
            <ac:spMkLst>
              <pc:docMk/>
              <pc:sldMasterMk cId="259861064" sldId="2147483648"/>
              <pc:sldLayoutMk cId="2122734257" sldId="2147483745"/>
              <ac:spMk id="7" creationId="{2F8316AC-57BC-6F3D-E1CB-F942187D98C6}"/>
            </ac:spMkLst>
          </pc:spChg>
          <pc:spChg chg="add mod">
            <ac:chgData name="Charlotte Knaupp" userId="68a7a230-7b40-4667-aed5-d2dc881ae357" providerId="ADAL" clId="{D3D730CE-05D1-4CB6-A972-622873736A8C}" dt="2023-09-12T10:11:30.178" v="64"/>
            <ac:spMkLst>
              <pc:docMk/>
              <pc:sldMasterMk cId="259861064" sldId="2147483648"/>
              <pc:sldLayoutMk cId="2122734257" sldId="2147483745"/>
              <ac:spMk id="13" creationId="{ED76945C-3AA8-82EE-B2C9-889D8403E297}"/>
            </ac:spMkLst>
          </pc:spChg>
          <pc:spChg chg="add mod">
            <ac:chgData name="Charlotte Knaupp" userId="68a7a230-7b40-4667-aed5-d2dc881ae357" providerId="ADAL" clId="{D3D730CE-05D1-4CB6-A972-622873736A8C}" dt="2023-09-12T10:11:30.178" v="64"/>
            <ac:spMkLst>
              <pc:docMk/>
              <pc:sldMasterMk cId="259861064" sldId="2147483648"/>
              <pc:sldLayoutMk cId="2122734257" sldId="2147483745"/>
              <ac:spMk id="14" creationId="{91129EFF-9F90-8F0E-A7BC-5D8F94259DD5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dirty="0">
              <a:latin typeface="AA Zuehlke" panose="02000503060000020004" pitchFamily="2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>
                <a:latin typeface="AA Zuehlke" panose="02000503060000020004" pitchFamily="2" charset="0"/>
              </a:rPr>
              <a:t>28.03.26</a:t>
            </a:fld>
            <a:endParaRPr lang="de-DE" sz="800" dirty="0">
              <a:latin typeface="AA Zuehlke" panose="02000503060000020004" pitchFamily="2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sz="800" dirty="0">
              <a:latin typeface="AA Zuehlke" panose="02000503060000020004" pitchFamily="2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>
                <a:latin typeface="AA Zuehlke" panose="02000503060000020004" pitchFamily="2" charset="0"/>
              </a:rPr>
              <a:t>‹#›</a:t>
            </a:fld>
            <a:endParaRPr lang="de-DE" sz="800" dirty="0">
              <a:latin typeface="AA Zuehlke" panose="0200050306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4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AA Zuehlke" panose="02000503060000020004" pitchFamily="2" charset="0"/>
              </a:defRPr>
            </a:lvl1pPr>
          </a:lstStyle>
          <a:p>
            <a:endParaRPr lang="de-DE" sz="1000" dirty="0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latin typeface="AA Zuehlke" panose="02000503060000020004" pitchFamily="2" charset="0"/>
              </a:defRPr>
            </a:lvl1pPr>
          </a:lstStyle>
          <a:p>
            <a:fld id="{5320D358-F853-4E66-A71E-3A9A01236113}" type="datetimeFigureOut">
              <a:rPr lang="de-DE" smtClean="0"/>
              <a:pPr/>
              <a:t>28.03.26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latin typeface="AA Zuehlke" panose="02000503060000020004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latin typeface="AA Zuehlke" panose="02000503060000020004" pitchFamily="2" charset="0"/>
              </a:defRPr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defRPr sz="1200" b="1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2pPr>
    <a:lvl3pPr marL="144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Wingdings 2" panose="05020102010507070707" pitchFamily="18" charset="2"/>
      <a:buChar char="¡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3pPr>
    <a:lvl4pPr marL="288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4pPr>
    <a:lvl5pPr marL="432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5pPr>
    <a:lvl6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6pPr>
    <a:lvl7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7pPr>
    <a:lvl8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8pPr>
    <a:lvl9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 on who you are, then move.</a:t>
            </a:r>
          </a:p>
          <a:p/>
          <a:p>
            <a:r>
              <a:t>BEFORE YOU PRESENT</a:t>
            </a:r>
          </a:p>
          <a:p>
            <a:r>
              <a:t>  $ npm ci &amp;&amp; npx cypress install</a:t>
            </a:r>
          </a:p>
          <a:p>
            <a:r>
              <a:t>  $ npm run demo:status   -&gt; buggyDiscount: false</a:t>
            </a:r>
          </a:p>
          <a:p>
            <a:r>
              <a:t>  $ npx nx reset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other talk today has AI in the title. This one is the unglamorous thing that makes the glamorous thing safe. The last line sets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seconds. Point at 05 and 06 as the parts worth staying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it and actually wait. Nearly every hand goes up — this is not a niche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hands thin out and someone laughs. Do not rush past the laugh.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Almost nobody gates a merge on a suite they cannot trust. Reveal the line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oversell AI. The only claim is that the ratio moved: generation got cheap, verification did not, so verification is where the leverage is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Orientation, not content. Point at the uneven lib sharing — it is what makes the affected demo land later.</a:t>
            </a:r>
          </a:p>
          <a:p/>
          <a:p>
            <a:r>
              <a:t>DEMO</a:t>
            </a:r>
          </a:p>
          <a:p>
            <a:r>
              <a:t>  $ npx nx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live if the timing works.</a:t>
            </a:r>
          </a:p>
          <a:p/>
          <a:p>
            <a:r>
              <a:t>DEMO</a:t>
            </a:r>
          </a:p>
          <a:p>
            <a:r>
              <a:t>  $ npx nx e2e shop-e2e   (~1m 33s, one app)</a:t>
            </a:r>
          </a:p>
          <a:p>
            <a:r>
              <a:t>  All three serially is 4m 20s — quote it, do not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promise slide — the four map onto the rest of the talk,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'generated'. That is the difference from hand-rolled spec sharding.</a:t>
            </a:r>
          </a:p>
          <a:p/>
          <a:p>
            <a:r>
              <a:t>DEMO</a:t>
            </a:r>
          </a:p>
          <a:p>
            <a:r>
              <a:t>  $ npm run e2e:targets   (30 targets across 3 projects)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</a:t>
            </a:r>
          </a:p>
          <a:p>
            <a:r>
              <a:t>  $ npx nx show project shop-e2e --json</a:t>
            </a:r>
          </a:p>
          <a:p>
            <a:r>
              <a:t>  $ grep -A8 "cypress/plugin" nx.json</a:t>
            </a:r>
          </a:p>
          <a:p>
            <a:r>
              <a:t>  Nine lines of config, thirty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 on the third bullet — for much of the room this is a purchase order, not a technical problem. The good news is the next slide.</a:t>
            </a:r>
          </a:p>
          <a:p/>
          <a:p>
            <a:r>
              <a:t>DEMO</a:t>
            </a:r>
          </a:p>
          <a:p>
            <a:r>
              <a:t>  $ npx nx run-many -t e2e-ci --parallel=5        (fails)</a:t>
            </a:r>
          </a:p>
          <a:p>
            <a:r>
              <a:t>  $ npx nx run "shop-e2e:e2e-ci--src/e2e/catalog.cy.ts"   (~25s cold, green)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script does two things: ask Nx for the list, hand it to run-many.</a:t>
            </a:r>
          </a:p>
          <a:p/>
          <a:p>
            <a:r>
              <a:t>DEMO</a:t>
            </a:r>
          </a:p>
          <a:p>
            <a:r>
              <a:t>  $ npx nx reset</a:t>
            </a:r>
          </a:p>
          <a:p>
            <a:r>
              <a:t>  $ node tools/run-e2e.mjs --project=shop-e2e --parallel=5   (~40-46s)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Sharding by index is what people expect — say why it is the wrong default here.</a:t>
            </a:r>
          </a:p>
          <a:p/>
          <a:p>
            <a:r>
              <a:t>DEMO</a:t>
            </a:r>
          </a:p>
          <a:p>
            <a:r>
              <a:t>  $ gh run list --limit 5</a:t>
            </a:r>
          </a:p>
          <a:p>
            <a:r>
              <a:t>  $ gh run view --web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up-arrow and enter. It returns before you finish the sentence.</a:t>
            </a:r>
          </a:p>
          <a:p/>
          <a:p>
            <a:r>
              <a:t>DEMO</a:t>
            </a:r>
          </a:p>
          <a:p>
            <a:r>
              <a:t>  $ node tools/run-e2e.mjs --project=shop-e2e --parallel=5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39→28: the two seeded failures are the slowest specs and each still boots Cypress. The saving scales with how many pass.</a:t>
            </a:r>
          </a:p>
          <a:p/>
          <a:p>
            <a:r>
              <a:t>DEMO</a:t>
            </a:r>
          </a:p>
          <a:p>
            <a:r>
              <a:t>  $ npm run demo:break</a:t>
            </a:r>
          </a:p>
          <a:p>
            <a:r>
              <a:t>  $ node tools/run-e2e.mjs --project=shop-e2e --parallel=5   (x2)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real example from this repo — nobody planned it.</a:t>
            </a:r>
          </a:p>
          <a:p/>
          <a:p>
            <a:r>
              <a:t>DEMO</a:t>
            </a:r>
          </a:p>
          <a:p>
            <a:r>
              <a:t>  $ npm run demo:fix</a:t>
            </a:r>
          </a:p>
          <a:p>
            <a:r>
              <a:t>  $ node tools/run-e2e.mjs --project=shop-e2e --parallel=5   (~206ms)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is 4m20s to 55s, but do not skip rung 2. Rung 3 is one flag and gets most of the win.</a:t>
            </a:r>
          </a:p>
          <a:p/>
          <a:p>
            <a:r>
              <a:t>DO NOT RUN LIVE</a:t>
            </a:r>
          </a:p>
          <a:p>
            <a:r>
              <a:t>  $ npm run e2e:benchmark   (~15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live — clean tree exits instantly, then touch libs/ui.</a:t>
            </a:r>
          </a:p>
          <a:p/>
          <a:p>
            <a:r>
              <a:t>DEMO</a:t>
            </a:r>
          </a:p>
          <a:p>
            <a:r>
              <a:t>  $ npm run e2e:affected</a:t>
            </a:r>
          </a:p>
          <a:p>
            <a:r>
              <a:t>  $ echo "/* demo */" &gt;&gt; libs/ui/src/styles.css</a:t>
            </a:r>
          </a:p>
          <a:p>
            <a:r>
              <a:t>  $ node tools/e2e-targets.mjs --affected --projects-json</a:t>
            </a:r>
          </a:p>
          <a:p>
            <a:r>
              <a:t>  $ git checkout -- libs/ui/src/styles.css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suite was already stable-ish at ~1,000 tests. We read all of them, deleted a lot that tested nothing, added more that tested something. 48→25 is a full rebuild; the number people feel day to day is under ten minutes for a single-app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 is not 'rebuild your CI this week'. It is clone it, let your agent read it, and run the benchmark on your own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this up before the first question so the QR is on screen for the whole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past unless someone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during questions — it is the slide people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5.png"/><Relationship Id="rId5" Type="http://schemas.microsoft.com/office/2007/relationships/hdphoto" Target="../media/hdphoto1.wdp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5.png"/><Relationship Id="rId5" Type="http://schemas.microsoft.com/office/2007/relationships/hdphoto" Target="../media/hdphoto1.wdp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5.png"/><Relationship Id="rId5" Type="http://schemas.microsoft.com/office/2007/relationships/hdphoto" Target="../media/hdphoto1.wdp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5.png"/><Relationship Id="rId5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| 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28CF61A-3F15-4A25-AD01-F29318410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1127448" y="-2979712"/>
            <a:ext cx="12097344" cy="12097344"/>
            <a:chOff x="5944242" y="4834696"/>
            <a:chExt cx="5699939" cy="5699939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BC13A644-F11C-4151-A2B1-23D22693F7AA}"/>
                </a:ext>
              </a:extLst>
            </p:cNvPr>
            <p:cNvSpPr/>
            <p:nvPr/>
          </p:nvSpPr>
          <p:spPr bwMode="gray">
            <a:xfrm>
              <a:off x="6887488" y="5987211"/>
              <a:ext cx="4296877" cy="4296877"/>
            </a:xfrm>
            <a:prstGeom prst="ellipse">
              <a:avLst/>
            </a:prstGeom>
            <a:noFill/>
            <a:ln w="12700">
              <a:solidFill>
                <a:srgbClr val="D9D9D9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AB8FCFB3-5D96-47F6-96DD-3B07D64099A1}"/>
                </a:ext>
              </a:extLst>
            </p:cNvPr>
            <p:cNvSpPr/>
            <p:nvPr/>
          </p:nvSpPr>
          <p:spPr bwMode="gray">
            <a:xfrm>
              <a:off x="5944242" y="4834696"/>
              <a:ext cx="5699939" cy="569993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11" name="Ellipse 10">
            <a:extLst>
              <a:ext uri="{FF2B5EF4-FFF2-40B4-BE49-F238E27FC236}">
                <a16:creationId xmlns:a16="http://schemas.microsoft.com/office/drawing/2014/main" id="{2E42F436-01B4-4CAF-AA99-B4E5E1CB5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127448" y="-2979712"/>
            <a:ext cx="12097344" cy="12097344"/>
          </a:xfrm>
          <a:prstGeom prst="ellipse">
            <a:avLst/>
          </a:prstGeom>
          <a:noFill/>
          <a:ln w="12700">
            <a:solidFill>
              <a:srgbClr val="8CD9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2" name="Grafik 11" descr="Intro Zuehlke Engeneering Logo">
            <a:extLst>
              <a:ext uri="{FF2B5EF4-FFF2-40B4-BE49-F238E27FC236}">
                <a16:creationId xmlns:a16="http://schemas.microsoft.com/office/drawing/2014/main" id="{FA4DAB92-BE43-4CE1-BAC9-70C34461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5160000" y="2493000"/>
            <a:ext cx="1872000" cy="1872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9D43F-93EB-6479-0F52-798E6E7F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7101408"/>
            <a:ext cx="679792" cy="144000"/>
          </a:xfrm>
        </p:spPr>
        <p:txBody>
          <a:bodyPr/>
          <a:lstStyle/>
          <a:p>
            <a:fld id="{AAA7C611-BE2C-487E-B362-870675A1E528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D3ABC-5F5C-E0AB-D85D-2C3E0E24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0800000" flipV="1">
            <a:off x="1559496" y="7101408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88976-04ED-30DD-1296-E18526AB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8000" y="7101408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284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|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5976000" rIns="288000" bIns="1296000" anchor="ctr"/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latin typeface="+mn-lt"/>
              </a:defRPr>
            </a:lvl1pPr>
          </a:lstStyle>
          <a:p>
            <a:pPr lvl="0"/>
            <a:r>
              <a:rPr lang="en-GB" sz="1000" dirty="0">
                <a:solidFill>
                  <a:schemeClr val="tx1"/>
                </a:solidFill>
              </a:rPr>
              <a:t>Please insert an image using the "Insert" tab and click on the "Images" button. </a:t>
            </a:r>
            <a:br>
              <a:rPr lang="en-GB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Alternatively, right-click on the gradient and the title placeholder and place them in the background. Insert the image by clicking on the icon and place it in the background again.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5978AB7B-5994-57EA-0579-6A896E88B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" y="0"/>
            <a:ext cx="12191997" cy="6857999"/>
          </a:xfrm>
          <a:gradFill>
            <a:gsLst>
              <a:gs pos="0">
                <a:srgbClr val="000000">
                  <a:alpha val="80000"/>
                </a:srgbClr>
              </a:gs>
              <a:gs pos="75000">
                <a:srgbClr val="000000">
                  <a:alpha val="0"/>
                </a:srgbClr>
              </a:gs>
            </a:gsLst>
            <a:lin ang="0" scaled="1"/>
          </a:gra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3EDB29FC-FCED-42E2-BC8D-9BE3A24F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552496" y="548792"/>
            <a:ext cx="1008000" cy="100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1pPr>
            <a:lvl2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2pPr>
            <a:lvl3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3pPr>
            <a:lvl4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4pPr>
            <a:lvl5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5pPr>
            <a:lvl6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6pPr>
            <a:lvl7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7pPr>
            <a:lvl8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8pPr>
            <a:lvl9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271588" y="5013325"/>
            <a:ext cx="5616575" cy="35989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7301626-1033-A8B4-E705-0EA1916006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8563" y="5506715"/>
            <a:ext cx="3888928" cy="27751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Author | Date | Place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E0C5F3B-A499-285E-CE16-EDC4AA4587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271588" y="2565400"/>
            <a:ext cx="5616575" cy="2158999"/>
          </a:xfrm>
        </p:spPr>
        <p:txBody>
          <a:bodyPr anchor="b"/>
          <a:lstStyle>
            <a:lvl1pPr algn="l">
              <a:lnSpc>
                <a:spcPct val="105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Title of the </a:t>
            </a:r>
            <a:br>
              <a:rPr lang="en-GB" dirty="0"/>
            </a:br>
            <a:r>
              <a:rPr lang="en-GB" dirty="0"/>
              <a:t>presentation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52422D-0E2D-1EA9-7F00-A5F4238CF4A8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416480" y="7127453"/>
            <a:ext cx="679792" cy="144000"/>
          </a:xfrm>
        </p:spPr>
        <p:txBody>
          <a:bodyPr/>
          <a:lstStyle/>
          <a:p>
            <a:fld id="{D08BA402-EB53-4DA8-B231-4A9D3A9EFA0A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E556992-3409-8100-07D7-6BFB7010D7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 rot="10800000" flipV="1">
            <a:off x="1559496" y="7127453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9AFC0A-8A3A-A238-4C29-C9839B86D74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78000" y="7127453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pos="393" userDrawn="1">
          <p15:clr>
            <a:srgbClr val="C35EA4"/>
          </p15:clr>
        </p15:guide>
        <p15:guide id="4" pos="7287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| big picture &amp;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trictly Confidential" descr="{&quot;templafy&quot;:{&quot;id&quot;:&quot;8da2efac-df4b-4bc4-97e9-2e43a7cf8120&quot;}}" hidden="1">
            <a:extLst>
              <a:ext uri="{FF2B5EF4-FFF2-40B4-BE49-F238E27FC236}">
                <a16:creationId xmlns:a16="http://schemas.microsoft.com/office/drawing/2014/main" id="{752DE5CE-B029-A545-5B60-06A3ADB219E7}"/>
              </a:ext>
            </a:extLst>
          </p:cNvPr>
          <p:cNvSpPr/>
          <p:nvPr userDrawn="1"/>
        </p:nvSpPr>
        <p:spPr bwMode="gray">
          <a:xfrm>
            <a:off x="0" y="547199"/>
            <a:ext cx="262943" cy="13972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Strictly Confidential 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27" name="Restricted" descr="{&quot;templafy&quot;:{&quot;id&quot;:&quot;2657aa09-e5cc-41f7-89e0-d902c6905f3a&quot;}}" hidden="1">
            <a:extLst>
              <a:ext uri="{FF2B5EF4-FFF2-40B4-BE49-F238E27FC236}">
                <a16:creationId xmlns:a16="http://schemas.microsoft.com/office/drawing/2014/main" id="{A22D6CEA-AD6C-12B7-676C-00A5A54C9294}"/>
              </a:ext>
            </a:extLst>
          </p:cNvPr>
          <p:cNvSpPr/>
          <p:nvPr userDrawn="1"/>
        </p:nvSpPr>
        <p:spPr bwMode="gray">
          <a:xfrm>
            <a:off x="-1" y="548491"/>
            <a:ext cx="262943" cy="8454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Restricted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30" name="Confidential" descr="{&quot;templafy&quot;:{&quot;id&quot;:&quot;b0ec8b90-8ab9-42c1-b7aa-0c426ebeb139&quot;}}" hidden="1">
            <a:extLst>
              <a:ext uri="{FF2B5EF4-FFF2-40B4-BE49-F238E27FC236}">
                <a16:creationId xmlns:a16="http://schemas.microsoft.com/office/drawing/2014/main" id="{AE9E025A-730A-8F41-FCF4-E1F7D602D7EB}"/>
              </a:ext>
            </a:extLst>
          </p:cNvPr>
          <p:cNvSpPr/>
          <p:nvPr userDrawn="1"/>
        </p:nvSpPr>
        <p:spPr bwMode="gray">
          <a:xfrm>
            <a:off x="-1" y="550590"/>
            <a:ext cx="262943" cy="95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Confidential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31" name="Public" descr="{&quot;templafy&quot;:{&quot;id&quot;:&quot;43a2a11d-1ad7-4120-b41c-bad828eaef9c&quot;}}">
            <a:extLst>
              <a:ext uri="{FF2B5EF4-FFF2-40B4-BE49-F238E27FC236}">
                <a16:creationId xmlns:a16="http://schemas.microsoft.com/office/drawing/2014/main" id="{3A0280CA-B730-7635-2D8E-76C4DC0D1850}"/>
              </a:ext>
            </a:extLst>
          </p:cNvPr>
          <p:cNvSpPr/>
          <p:nvPr userDrawn="1"/>
        </p:nvSpPr>
        <p:spPr bwMode="gray">
          <a:xfrm>
            <a:off x="-1" y="548259"/>
            <a:ext cx="262943" cy="61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Public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56FB73D-9AB2-8BC6-FF89-AAAB2CB72B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9552496 w 12192000"/>
              <a:gd name="connsiteY0" fmla="*/ 548792 h 6858000"/>
              <a:gd name="connsiteX1" fmla="*/ 9552496 w 12192000"/>
              <a:gd name="connsiteY1" fmla="*/ 1556792 h 6858000"/>
              <a:gd name="connsiteX2" fmla="*/ 10560496 w 12192000"/>
              <a:gd name="connsiteY2" fmla="*/ 1556792 h 6858000"/>
              <a:gd name="connsiteX3" fmla="*/ 10560496 w 12192000"/>
              <a:gd name="connsiteY3" fmla="*/ 54879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552496" y="548792"/>
                </a:moveTo>
                <a:lnTo>
                  <a:pt x="9552496" y="1556792"/>
                </a:lnTo>
                <a:lnTo>
                  <a:pt x="10560496" y="1556792"/>
                </a:lnTo>
                <a:lnTo>
                  <a:pt x="10560496" y="54879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0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by: </a:t>
            </a:r>
            <a:br>
              <a:rPr lang="en-GB" dirty="0"/>
            </a:br>
            <a:r>
              <a:rPr lang="en-GB" dirty="0"/>
              <a:t>A) clicking on the icon</a:t>
            </a:r>
            <a:br>
              <a:rPr lang="en-GB" dirty="0"/>
            </a:br>
            <a:r>
              <a:rPr lang="en-GB" dirty="0"/>
              <a:t>or B) selecting this shape and choosing an image in Templafy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79B7FD4-9CE0-6818-FCDE-9CC1CF68CA8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16480" y="7173416"/>
            <a:ext cx="679792" cy="144000"/>
          </a:xfrm>
        </p:spPr>
        <p:txBody>
          <a:bodyPr/>
          <a:lstStyle/>
          <a:p>
            <a:fld id="{7C5BAB06-F901-456A-B17C-6C85207B6452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7C5B78-94EA-578E-15D0-DB33F75E5C8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0800000" flipV="1">
            <a:off x="1559496" y="7173416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4ED67A-2B06-C3C9-B32A-D052C3CA0D5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178000" y="7173416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1540215C-6C1C-B65E-ECA6-318CC6BA7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552496" y="548792"/>
            <a:ext cx="1008000" cy="100800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0F97C6B-19A6-9A0A-AE00-C0CC523D92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6888088" cy="6861196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0385F304-A428-A018-1977-FEFA6A2486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589" y="5527427"/>
            <a:ext cx="4390080" cy="27751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Author | Date | Place</a:t>
            </a:r>
          </a:p>
        </p:txBody>
      </p:sp>
      <p:sp>
        <p:nvSpPr>
          <p:cNvPr id="24" name="Subtitle">
            <a:extLst>
              <a:ext uri="{FF2B5EF4-FFF2-40B4-BE49-F238E27FC236}">
                <a16:creationId xmlns:a16="http://schemas.microsoft.com/office/drawing/2014/main" id="{E15EA6A6-ACB5-D954-83F0-A488F5616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19838" y="4957093"/>
            <a:ext cx="4386831" cy="4107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E44CC23E-4E0C-BF9F-7154-7FD4ACF71F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0862" y="2947219"/>
            <a:ext cx="4385807" cy="1800199"/>
          </a:xfrm>
        </p:spPr>
        <p:txBody>
          <a:bodyPr anchor="b"/>
          <a:lstStyle>
            <a:lvl1pPr algn="l">
              <a:lnSpc>
                <a:spcPct val="105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Title of the </a:t>
            </a:r>
            <a:br>
              <a:rPr lang="en-GB" dirty="0"/>
            </a:br>
            <a:r>
              <a:rPr lang="en-GB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3180032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0">
          <p15:clr>
            <a:srgbClr val="C35EA4"/>
          </p15:clr>
        </p15:guide>
        <p15:guide id="2" pos="7287">
          <p15:clr>
            <a:srgbClr val="C35EA4"/>
          </p15:clr>
        </p15:guide>
        <p15:guide id="3" orient="horz" pos="3884">
          <p15:clr>
            <a:srgbClr val="C35EA4"/>
          </p15:clr>
        </p15:guide>
        <p15:guide id="4" orient="horz" pos="1616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|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365C329-876D-0693-62A9-8A136E057C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8563" y="5518795"/>
            <a:ext cx="3455989" cy="265436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+mj-lt"/>
              </a:defRPr>
            </a:lvl1pPr>
            <a:lvl2pPr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Author | Date | Place</a:t>
            </a:r>
          </a:p>
        </p:txBody>
      </p:sp>
      <p:sp>
        <p:nvSpPr>
          <p:cNvPr id="19" name="Strictly Confidential" descr="{&quot;templafy&quot;:{&quot;id&quot;:&quot;4bbb2971-a795-40b7-abdf-fb9b9a2e1fff&quot;}}" hidden="1">
            <a:extLst>
              <a:ext uri="{FF2B5EF4-FFF2-40B4-BE49-F238E27FC236}">
                <a16:creationId xmlns:a16="http://schemas.microsoft.com/office/drawing/2014/main" id="{0A1D6E7A-A09E-2C6A-5B99-74A97CC81479}"/>
              </a:ext>
            </a:extLst>
          </p:cNvPr>
          <p:cNvSpPr/>
          <p:nvPr userDrawn="1"/>
        </p:nvSpPr>
        <p:spPr bwMode="gray">
          <a:xfrm>
            <a:off x="0" y="547199"/>
            <a:ext cx="262943" cy="13972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Strictly Confidential 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20" name="Restricted" descr="{&quot;templafy&quot;:{&quot;id&quot;:&quot;92f569b2-e339-4c03-9312-69c886fb6143&quot;}}" hidden="1">
            <a:extLst>
              <a:ext uri="{FF2B5EF4-FFF2-40B4-BE49-F238E27FC236}">
                <a16:creationId xmlns:a16="http://schemas.microsoft.com/office/drawing/2014/main" id="{5A783CE9-BCB9-F844-AB8D-7B7A763CC446}"/>
              </a:ext>
            </a:extLst>
          </p:cNvPr>
          <p:cNvSpPr/>
          <p:nvPr userDrawn="1"/>
        </p:nvSpPr>
        <p:spPr bwMode="gray">
          <a:xfrm>
            <a:off x="-1" y="548491"/>
            <a:ext cx="262943" cy="8454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Restricted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21" name="Confidential" descr="{&quot;templafy&quot;:{&quot;id&quot;:&quot;e4089d13-fcff-464e-86b5-d908813ef37d&quot;}}" hidden="1">
            <a:extLst>
              <a:ext uri="{FF2B5EF4-FFF2-40B4-BE49-F238E27FC236}">
                <a16:creationId xmlns:a16="http://schemas.microsoft.com/office/drawing/2014/main" id="{61D7DB85-DC0E-911C-AFC0-A00FE9FB4218}"/>
              </a:ext>
            </a:extLst>
          </p:cNvPr>
          <p:cNvSpPr/>
          <p:nvPr userDrawn="1"/>
        </p:nvSpPr>
        <p:spPr bwMode="gray">
          <a:xfrm>
            <a:off x="-1" y="550590"/>
            <a:ext cx="262943" cy="95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Confidential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22" name="Public" descr="{&quot;templafy&quot;:{&quot;id&quot;:&quot;b76f8af2-9b68-4d95-b3cf-21363d414963&quot;}}">
            <a:extLst>
              <a:ext uri="{FF2B5EF4-FFF2-40B4-BE49-F238E27FC236}">
                <a16:creationId xmlns:a16="http://schemas.microsoft.com/office/drawing/2014/main" id="{FBC4D1F0-0B8C-F5F7-35AE-8CBBE25F01E4}"/>
              </a:ext>
            </a:extLst>
          </p:cNvPr>
          <p:cNvSpPr/>
          <p:nvPr userDrawn="1"/>
        </p:nvSpPr>
        <p:spPr bwMode="gray">
          <a:xfrm>
            <a:off x="-1" y="548259"/>
            <a:ext cx="262943" cy="61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Public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24" name="Subtitle">
            <a:extLst>
              <a:ext uri="{FF2B5EF4-FFF2-40B4-BE49-F238E27FC236}">
                <a16:creationId xmlns:a16="http://schemas.microsoft.com/office/drawing/2014/main" id="{26695D76-282B-8F58-C3D0-42E3297851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266165" y="4936381"/>
            <a:ext cx="3456796" cy="4107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4ADFFA39-1D88-D336-CA75-F9073F637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266972" y="2926507"/>
            <a:ext cx="3455989" cy="1800199"/>
          </a:xfrm>
        </p:spPr>
        <p:txBody>
          <a:bodyPr anchor="b"/>
          <a:lstStyle>
            <a:lvl1pPr algn="l">
              <a:lnSpc>
                <a:spcPct val="105000"/>
              </a:lnSpc>
              <a:defRPr sz="44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Title of the </a:t>
            </a:r>
            <a:br>
              <a:rPr lang="en-GB" dirty="0"/>
            </a:br>
            <a:r>
              <a:rPr lang="en-GB" dirty="0"/>
              <a:t>presentation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14FCF-7A24-0775-5720-6E2885BFC04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16480" y="7145282"/>
            <a:ext cx="679792" cy="144000"/>
          </a:xfrm>
        </p:spPr>
        <p:txBody>
          <a:bodyPr/>
          <a:lstStyle/>
          <a:p>
            <a:fld id="{8874E82A-B776-4F48-A676-1C2EF16A82EB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FE90E-1F7F-EF8C-ED2E-E0AE0C540D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0800000" flipV="1">
            <a:off x="1559496" y="7145282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849AB-1986-335F-42AA-7018843C5A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178000" y="7145282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8">
            <a:extLst>
              <a:ext uri="{FF2B5EF4-FFF2-40B4-BE49-F238E27FC236}">
                <a16:creationId xmlns:a16="http://schemas.microsoft.com/office/drawing/2014/main" id="{699CDFEB-8F7F-8702-FE9F-97420CAC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219" r="16349" b="22031"/>
          <a:stretch/>
        </p:blipFill>
        <p:spPr bwMode="gray">
          <a:xfrm rot="16200000">
            <a:off x="4357436" y="2530731"/>
            <a:ext cx="6857998" cy="1796533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D5AFCB-B14E-23B1-16CE-C9AAF0B7617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7104111" y="0"/>
            <a:ext cx="5087889" cy="6858000"/>
          </a:xfrm>
          <a:custGeom>
            <a:avLst/>
            <a:gdLst>
              <a:gd name="connsiteX0" fmla="*/ 2448385 w 5087889"/>
              <a:gd name="connsiteY0" fmla="*/ 548792 h 6858000"/>
              <a:gd name="connsiteX1" fmla="*/ 2448385 w 5087889"/>
              <a:gd name="connsiteY1" fmla="*/ 1556792 h 6858000"/>
              <a:gd name="connsiteX2" fmla="*/ 3456385 w 5087889"/>
              <a:gd name="connsiteY2" fmla="*/ 1556792 h 6858000"/>
              <a:gd name="connsiteX3" fmla="*/ 3456385 w 5087889"/>
              <a:gd name="connsiteY3" fmla="*/ 548792 h 6858000"/>
              <a:gd name="connsiteX4" fmla="*/ 0 w 5087889"/>
              <a:gd name="connsiteY4" fmla="*/ 0 h 6858000"/>
              <a:gd name="connsiteX5" fmla="*/ 5087889 w 5087889"/>
              <a:gd name="connsiteY5" fmla="*/ 0 h 6858000"/>
              <a:gd name="connsiteX6" fmla="*/ 5087889 w 5087889"/>
              <a:gd name="connsiteY6" fmla="*/ 6858000 h 6858000"/>
              <a:gd name="connsiteX7" fmla="*/ 0 w 508788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87889" h="6858000">
                <a:moveTo>
                  <a:pt x="2448385" y="548792"/>
                </a:moveTo>
                <a:lnTo>
                  <a:pt x="2448385" y="1556792"/>
                </a:lnTo>
                <a:lnTo>
                  <a:pt x="3456385" y="1556792"/>
                </a:lnTo>
                <a:lnTo>
                  <a:pt x="3456385" y="548792"/>
                </a:lnTo>
                <a:close/>
                <a:moveTo>
                  <a:pt x="0" y="0"/>
                </a:moveTo>
                <a:lnTo>
                  <a:pt x="5087889" y="0"/>
                </a:lnTo>
                <a:lnTo>
                  <a:pt x="5087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36000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/>
            </a:lvl1pPr>
          </a:lstStyle>
          <a:p>
            <a:r>
              <a:rPr lang="en-GB" dirty="0"/>
              <a:t>Insert image by: </a:t>
            </a:r>
            <a:br>
              <a:rPr lang="en-GB" dirty="0"/>
            </a:br>
            <a:r>
              <a:rPr lang="en-GB" dirty="0"/>
              <a:t>A) clicking on the icon</a:t>
            </a:r>
            <a:br>
              <a:rPr lang="en-GB" dirty="0"/>
            </a:br>
            <a:r>
              <a:rPr lang="en-GB" dirty="0"/>
              <a:t>or B) selecting this shape and choosing an image in Templafy</a:t>
            </a:r>
          </a:p>
        </p:txBody>
      </p:sp>
      <p:pic>
        <p:nvPicPr>
          <p:cNvPr id="16" name="Grafik 10">
            <a:extLst>
              <a:ext uri="{FF2B5EF4-FFF2-40B4-BE49-F238E27FC236}">
                <a16:creationId xmlns:a16="http://schemas.microsoft.com/office/drawing/2014/main" id="{FCE29150-5556-029E-D823-F6C5034CB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9552496" y="548792"/>
            <a:ext cx="1008000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23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C35EA4"/>
          </p15:clr>
        </p15:guide>
        <p15:guide id="2" pos="7287">
          <p15:clr>
            <a:srgbClr val="C35EA4"/>
          </p15:clr>
        </p15:guide>
        <p15:guide id="3" orient="horz" pos="3884">
          <p15:clr>
            <a:srgbClr val="C35EA4"/>
          </p15:clr>
        </p15:guide>
        <p15:guide id="4" orient="horz" pos="134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7EB39CA-3AD7-DCAD-9EE3-969C721516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940000" tIns="108000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by: </a:t>
            </a:r>
            <a:br>
              <a:rPr lang="en-GB" dirty="0"/>
            </a:br>
            <a:r>
              <a:rPr lang="en-GB" dirty="0"/>
              <a:t>A) clicking on the icon</a:t>
            </a:r>
            <a:br>
              <a:rPr lang="en-GB" dirty="0"/>
            </a:br>
            <a:r>
              <a:rPr lang="en-GB" dirty="0"/>
              <a:t>or B) selecting this shape and choosing an image in Templafy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FE70-59B6-AC87-507C-CEB424D6012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416480" y="7173416"/>
            <a:ext cx="679792" cy="144000"/>
          </a:xfrm>
        </p:spPr>
        <p:txBody>
          <a:bodyPr/>
          <a:lstStyle/>
          <a:p>
            <a:fld id="{B1C4C974-51FB-4C4B-910E-CCD81FBB4E24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84F3F-CCA7-1138-E397-F036F4D562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 rot="10800000" flipV="1">
            <a:off x="1559496" y="7173416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62FC2-7106-0197-2DB6-50E3466396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78000" y="7173416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EDBDD80-8AEF-1F88-6927-CE301C48C1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0"/>
            <a:ext cx="5663952" cy="6861196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8ADFD71C-F224-420F-BE63-A063DEFF9D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0" y="980728"/>
            <a:ext cx="1607968" cy="6480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lIns="0" t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9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6ED3BDF-F719-C449-4F1C-D91E5FC883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888" y="3140968"/>
            <a:ext cx="4392068" cy="1799655"/>
          </a:xfrm>
        </p:spPr>
        <p:txBody>
          <a:bodyPr anchor="b"/>
          <a:lstStyle>
            <a:lvl1pPr algn="l">
              <a:lnSpc>
                <a:spcPct val="105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Name of the </a:t>
            </a:r>
            <a:br>
              <a:rPr lang="en-GB" dirty="0"/>
            </a:br>
            <a:r>
              <a:rPr lang="en-GB" dirty="0"/>
              <a:t>current chapter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B139AF02-4A7D-9A27-7B77-A1BFC370B8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888" y="5227960"/>
            <a:ext cx="4392068" cy="93789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Optional 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091740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0">
          <p15:clr>
            <a:srgbClr val="C35EA4"/>
          </p15:clr>
        </p15:guide>
        <p15:guide id="2" pos="7287">
          <p15:clr>
            <a:srgbClr val="C35EA4"/>
          </p15:clr>
        </p15:guide>
        <p15:guide id="3" orient="horz" pos="3884">
          <p15:clr>
            <a:srgbClr val="C35EA4"/>
          </p15:clr>
        </p15:guide>
        <p15:guide id="4" orient="horz" pos="1979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7">
            <a:extLst>
              <a:ext uri="{FF2B5EF4-FFF2-40B4-BE49-F238E27FC236}">
                <a16:creationId xmlns:a16="http://schemas.microsoft.com/office/drawing/2014/main" id="{F81DB133-05A6-9B0F-11E3-79207B07B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2CD28C3-31E7-FA68-9CFD-1841A4275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6C134EEB-22AC-95AD-2B02-0C41A43C8E19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6F9C74F-7E94-E848-AE50-F248994ABA0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19304" y="1628800"/>
            <a:ext cx="10948824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877AD-E8BD-5759-91DD-F4E084F2088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27F4C84-B94E-461A-86D1-B00C5C2F1F2F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56F4C-F081-E9D9-AAB4-6017E1F9D0F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96221B-0202-0B08-D314-2FA5EAA472C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754D634-BD18-39E6-8483-BE7B9501F6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941F6B4-9EE0-6100-AFF8-51509692B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67182A42-0269-9C0D-842B-DA1D3DD49BF1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EF5CC9E-08F7-35CB-9D82-649B73E65E7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5327480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455764F-FD40-2C2B-D143-51100286455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240016" y="1628800"/>
            <a:ext cx="5327480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2B38-A9A0-FF3E-CDBA-813F7CD6456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B14C448-EA8E-411E-A5C1-EB33961C9505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E445B-412B-E741-8E28-28A5480733B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89D58-F54E-ED29-A5C2-2DC8671F0C4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 userDrawn="1">
          <p15:clr>
            <a:srgbClr val="C35EA4"/>
          </p15:clr>
        </p15:guide>
        <p15:guide id="2" pos="3931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35ABC2B-6C2D-F4FA-A2BB-5C3ED5EAA9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FCE963F-2BF4-8AB0-6653-598193D2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E1DA9873-6390-E301-1D9A-0E0BB7086D74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8287DA8-B9E8-518D-5B91-CA12671CE7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3455987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(</a:t>
            </a:r>
            <a:r>
              <a:rPr lang="en-GB" dirty="0"/>
              <a:t>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4804F77-1A34-186D-0D6B-AB5C91062D1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367213" y="1628800"/>
            <a:ext cx="7200283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FCE014-120C-02B2-F15D-BBC44E3BBC2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5B0135A-2B8C-468D-8015-6F69290C986F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275FF-0FAE-0927-FE90-1CAB60CF157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E3B28-F2EF-2670-1D61-90BDA6A3B1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23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 userDrawn="1">
          <p15:clr>
            <a:srgbClr val="C35EA4"/>
          </p15:clr>
        </p15:guide>
        <p15:guide id="2" pos="2751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5D7F216-2C7E-C738-2C53-C625FE42AA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0" name="Titel 11">
            <a:extLst>
              <a:ext uri="{FF2B5EF4-FFF2-40B4-BE49-F238E27FC236}">
                <a16:creationId xmlns:a16="http://schemas.microsoft.com/office/drawing/2014/main" id="{FD2B432C-296B-159C-AD3B-BD4B25DB1D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5C1C0667-4E51-C1E0-6C1E-96AEDEB36F2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C9B062A-B771-64E2-E83C-6A68B1B6DE13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7" y="1628800"/>
            <a:ext cx="5327481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5CC8EBC0-76BE-1539-4B00-712DDDAC37E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240524" y="1628800"/>
            <a:ext cx="2519474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8CC34F41-EB45-D5B7-FC9B-8FF89BE523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9048750" y="1628800"/>
            <a:ext cx="2519474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7F02C-1151-E990-B9C4-4EA153141C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EC03CBB-C59D-4859-BA4D-A2B4DA34069A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F15ED-849F-B716-A403-1E2FA625C13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594E8-82F3-A1F8-0A21-B4FF8283B87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637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3749" userDrawn="1">
          <p15:clr>
            <a:srgbClr val="C35EA4"/>
          </p15:clr>
        </p15:guide>
        <p15:guide id="6" pos="3931" userDrawn="1">
          <p15:clr>
            <a:srgbClr val="C35EA4"/>
          </p15:clr>
        </p15:guide>
        <p15:guide id="7" pos="5518" userDrawn="1">
          <p15:clr>
            <a:srgbClr val="C35EA4"/>
          </p15:clr>
        </p15:guide>
        <p15:guide id="8" pos="5700" userDrawn="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FE7C349-56FA-3C16-CDB7-1D98B79BF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AF35B1FE-D82F-AEF7-E6BB-8BF963F4B8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4C4337D0-9BFA-6BDE-7A72-5F959F5BF27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F6908F06-BB76-37BA-599B-8D4654E2A95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7" y="1628800"/>
            <a:ext cx="5327481" cy="2088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3D71255E-402E-BBD9-DB9C-4C6AC7CE108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23888" y="4005064"/>
            <a:ext cx="5327650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023FC25F-46DF-54AF-CF9C-99B4E06F84C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6240463" y="1628800"/>
            <a:ext cx="5327761" cy="2088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1" name="Inhaltsplatzhalter 3">
            <a:extLst>
              <a:ext uri="{FF2B5EF4-FFF2-40B4-BE49-F238E27FC236}">
                <a16:creationId xmlns:a16="http://schemas.microsoft.com/office/drawing/2014/main" id="{5789ECBE-7083-3E65-94E4-3E6ED4AEE2B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gray">
          <a:xfrm>
            <a:off x="6240463" y="4005064"/>
            <a:ext cx="5327761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173BD-018A-4BE0-C0E9-2BC3BC1F54A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AD19536-35C4-4C44-89D7-A067FE2064AD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50122-E984-AD2C-C998-F8BE876FAD0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D4237-6D16-E873-C696-B8ACF07ECE2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9071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3749" userDrawn="1">
          <p15:clr>
            <a:srgbClr val="C35EA4"/>
          </p15:clr>
        </p15:guide>
        <p15:guide id="6" pos="3931" userDrawn="1">
          <p15:clr>
            <a:srgbClr val="C35EA4"/>
          </p15:clr>
        </p15:guide>
        <p15:guide id="7" orient="horz" pos="2341" userDrawn="1">
          <p15:clr>
            <a:srgbClr val="C35EA4"/>
          </p15:clr>
        </p15:guide>
        <p15:guide id="8" orient="horz" pos="2523" userDrawn="1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8F9B59B-5FBD-AC90-222D-13ABDC559D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61D3FC73-24BA-D1C7-4866-00145C743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2FCBF7C-B743-0832-5FDD-045233FBFF2C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0D94968-DE98-4FDF-EC75-55544A9CDF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5327480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B669626A-D981-7FA4-3B7F-04120D4B9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40464" y="1628775"/>
            <a:ext cx="5327650" cy="4535487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02D1B-157E-9C2C-933C-ABAF0073913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C501631-473F-4ACB-8089-3AAD7088E980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833D8-DEEF-E22B-B10C-A705D4B896F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1E6DC-CE54-FF11-8EDE-578A0BC814B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 userDrawn="1">
          <p15:clr>
            <a:srgbClr val="C35EA4"/>
          </p15:clr>
        </p15:guide>
        <p15:guide id="2" pos="3931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7749A286-A2AF-41E3-9775-3B9DC136E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331" r="21519" b="14439"/>
          <a:stretch>
            <a:fillRect/>
          </a:stretch>
        </p:blipFill>
        <p:spPr bwMode="gray">
          <a:xfrm>
            <a:off x="5015880" y="1340769"/>
            <a:ext cx="2798152" cy="1537131"/>
          </a:xfrm>
          <a:custGeom>
            <a:avLst/>
            <a:gdLst>
              <a:gd name="connsiteX0" fmla="*/ 0 w 2798152"/>
              <a:gd name="connsiteY0" fmla="*/ 0 h 1537131"/>
              <a:gd name="connsiteX1" fmla="*/ 2798152 w 2798152"/>
              <a:gd name="connsiteY1" fmla="*/ 0 h 1537131"/>
              <a:gd name="connsiteX2" fmla="*/ 2798152 w 2798152"/>
              <a:gd name="connsiteY2" fmla="*/ 288006 h 1537131"/>
              <a:gd name="connsiteX3" fmla="*/ 288032 w 2798152"/>
              <a:gd name="connsiteY3" fmla="*/ 288006 h 1537131"/>
              <a:gd name="connsiteX4" fmla="*/ 288032 w 2798152"/>
              <a:gd name="connsiteY4" fmla="*/ 1537131 h 1537131"/>
              <a:gd name="connsiteX5" fmla="*/ 0 w 2798152"/>
              <a:gd name="connsiteY5" fmla="*/ 1537131 h 1537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8152" h="1537131">
                <a:moveTo>
                  <a:pt x="0" y="0"/>
                </a:moveTo>
                <a:lnTo>
                  <a:pt x="2798152" y="0"/>
                </a:lnTo>
                <a:lnTo>
                  <a:pt x="2798152" y="288006"/>
                </a:lnTo>
                <a:lnTo>
                  <a:pt x="288032" y="288006"/>
                </a:lnTo>
                <a:lnTo>
                  <a:pt x="288032" y="1537131"/>
                </a:lnTo>
                <a:lnTo>
                  <a:pt x="0" y="1537131"/>
                </a:lnTo>
                <a:close/>
              </a:path>
            </a:pathLst>
          </a:cu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CF4E889B-7ADC-4917-816D-CCBF41047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367808" y="6092792"/>
            <a:ext cx="3096000" cy="72008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947676C-82C8-3F44-7E37-317091044E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DC4B6462-A7B2-7FF6-12D0-23E95ADD8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45A11F77-19ED-2E9B-EB73-AB737D7C0749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651CE060-6679-FF6A-E823-6B996A3292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303912" y="1628800"/>
            <a:ext cx="4392000" cy="2880000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17" name="Bildplatzhalter 8">
            <a:extLst>
              <a:ext uri="{FF2B5EF4-FFF2-40B4-BE49-F238E27FC236}">
                <a16:creationId xmlns:a16="http://schemas.microsoft.com/office/drawing/2014/main" id="{61510ECA-B8F3-DCA3-6314-EF8C1D6A770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367808" y="4149584"/>
            <a:ext cx="3096000" cy="1942704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10D86C3-3211-9536-E2CE-873CF639314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3455987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668B2-A803-86CC-3C9E-3B7803473C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5A38EC8-C8D0-4664-B568-A70185B74B70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72173-91AF-FBF6-64D7-55294463A15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217E3-AE2E-1250-962D-2CCDDAC1B31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07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  <p15:guide id="7" pos="2751" userDrawn="1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FA531D7-11F6-5F3E-85D7-0A9F91FA79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1C02FCF-6B63-7363-7C48-60727DAD34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8376D0C1-D737-6B0D-6EAF-ECF21FC56801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BD949D42-C9DD-F392-F20C-D1A4290E28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847528" y="1917304"/>
            <a:ext cx="4104000" cy="4248000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C577A71-39FD-4FF2-2159-66D6FF3C8F6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40016" y="1628775"/>
            <a:ext cx="5327480" cy="45360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3FCBF-1E03-71F7-B9B3-00A499B18E7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20DE3A-4448-44A2-BE15-949A36CC104F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D7555-AFB6-2919-E3A3-C93C649AF4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7FEA5-B8A2-79A6-B85D-3C005621E38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1860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5518" userDrawn="1">
          <p15:clr>
            <a:srgbClr val="C35EA4"/>
          </p15:clr>
        </p15:guide>
        <p15:guide id="6" pos="5700" userDrawn="1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7D9C53D9-353D-FD74-F4CF-3BC7EEDA9A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9" name="Titel 11">
            <a:extLst>
              <a:ext uri="{FF2B5EF4-FFF2-40B4-BE49-F238E27FC236}">
                <a16:creationId xmlns:a16="http://schemas.microsoft.com/office/drawing/2014/main" id="{0CD53484-74C3-5A20-B15E-0B122173E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3C7F5A71-FE70-7FD9-1179-9DFAC7D2E89C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8AAC3E-1004-AF87-78A7-0431B7C260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3888" y="1628800"/>
            <a:ext cx="3455987" cy="2087538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3430334A-76F6-1D09-E3D8-A32C54286223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8" y="4005064"/>
            <a:ext cx="3455988" cy="21607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1D451643-B65D-0F03-16B6-644B06907CE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367807" y="1628800"/>
            <a:ext cx="3456979" cy="2087538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5" name="Inhaltsplatzhalter 3">
            <a:extLst>
              <a:ext uri="{FF2B5EF4-FFF2-40B4-BE49-F238E27FC236}">
                <a16:creationId xmlns:a16="http://schemas.microsoft.com/office/drawing/2014/main" id="{88FA0185-42CE-E2E8-0F7B-A298617A83C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367212" y="4005064"/>
            <a:ext cx="3457575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CAAFEFA2-5336-5BB1-B226-E380686617F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8112125" y="1628800"/>
            <a:ext cx="3456979" cy="2087538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7" name="Inhaltsplatzhalter 3">
            <a:extLst>
              <a:ext uri="{FF2B5EF4-FFF2-40B4-BE49-F238E27FC236}">
                <a16:creationId xmlns:a16="http://schemas.microsoft.com/office/drawing/2014/main" id="{3EAE76DA-F235-5EA4-E50C-88F3156732A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112125" y="4005064"/>
            <a:ext cx="3456099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(</a:t>
            </a:r>
            <a:r>
              <a:rPr lang="en-GB" dirty="0"/>
              <a:t>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E5789-8885-CE06-4EB9-47212A486A5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820D18C-5CDC-42F2-AD92-0EF6F4BDD0B1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3C795-89F2-6F19-B9C8-D429BF2DCAC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56621-E929-413E-1950-0D5F9A567AF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535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2751" userDrawn="1">
          <p15:clr>
            <a:srgbClr val="C35EA4"/>
          </p15:clr>
        </p15:guide>
        <p15:guide id="6" pos="4929" userDrawn="1">
          <p15:clr>
            <a:srgbClr val="C35EA4"/>
          </p15:clr>
        </p15:guide>
        <p15:guide id="7" orient="horz" pos="2341" userDrawn="1">
          <p15:clr>
            <a:srgbClr val="C35EA4"/>
          </p15:clr>
        </p15:guide>
        <p15:guide id="8" orient="horz" pos="2523" userDrawn="1">
          <p15:clr>
            <a:srgbClr val="C35EA4"/>
          </p15:clr>
        </p15:guide>
        <p15:guide id="9" pos="5110" userDrawn="1">
          <p15:clr>
            <a:srgbClr val="C35EA4"/>
          </p15:clr>
        </p15:guide>
        <p15:guide id="10" pos="2570" userDrawn="1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|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5976000" rIns="288000" bIns="2736000" anchor="ctr"/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latin typeface="+mn-lt"/>
              </a:defRPr>
            </a:lvl1pPr>
          </a:lstStyle>
          <a:p>
            <a:pPr lvl="0"/>
            <a:r>
              <a:rPr lang="en-GB" sz="1000" dirty="0">
                <a:solidFill>
                  <a:schemeClr val="tx1"/>
                </a:solidFill>
              </a:rPr>
              <a:t>Please insert an image using the "Insert" tab and click on the "Images" button. </a:t>
            </a:r>
            <a:br>
              <a:rPr lang="en-GB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Alternatively, right-click on the gradient and the title placeholder and place them in the background. Insert the image by clicking on the icon and place it in the background again.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927B0B4F-F2D0-E42F-AFCB-5B1F56902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0" y="0"/>
            <a:ext cx="12192000" cy="6857999"/>
          </a:xfrm>
          <a:gradFill>
            <a:gsLst>
              <a:gs pos="0">
                <a:srgbClr val="000000">
                  <a:alpha val="80000"/>
                </a:srgbClr>
              </a:gs>
              <a:gs pos="75000">
                <a:srgbClr val="000000">
                  <a:alpha val="0"/>
                </a:srgbClr>
              </a:gs>
            </a:gsLst>
            <a:lin ang="0" scaled="1"/>
          </a:gra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3822651-1186-2EFC-CF2B-60155273A1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229188" y="2636912"/>
            <a:ext cx="9936000" cy="2952328"/>
          </a:xfrm>
        </p:spPr>
        <p:txBody>
          <a:bodyPr anchor="b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C32AF-F620-6D54-4C85-6D188E38A44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416480" y="7025485"/>
            <a:ext cx="679792" cy="144000"/>
          </a:xfrm>
        </p:spPr>
        <p:txBody>
          <a:bodyPr/>
          <a:lstStyle/>
          <a:p>
            <a:fld id="{99EDFA5E-E6B0-4665-86E2-7F9A6420200A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E5965C-FF80-716F-64D8-5BDAE87CCA4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 rot="10800000" flipV="1">
            <a:off x="1559496" y="7025485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6EAFA2-B3E4-BEE1-AF87-9BB2808D192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178000" y="7025485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5" pos="7287" userDrawn="1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|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5976000" rIns="288000" bIns="2736000" anchor="ctr"/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latin typeface="+mn-lt"/>
              </a:defRPr>
            </a:lvl1pPr>
          </a:lstStyle>
          <a:p>
            <a:pPr lvl="0"/>
            <a:r>
              <a:rPr lang="en-GB" sz="1000" dirty="0">
                <a:solidFill>
                  <a:schemeClr val="tx1"/>
                </a:solidFill>
              </a:rPr>
              <a:t>Please insert an image using the "Insert" tab and click on the "Images" button. </a:t>
            </a:r>
            <a:br>
              <a:rPr lang="en-GB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Alternatively, right-click on the gradient and the title placeholder and place them in the background. Insert the image by clicking on the icon and place it in the background again.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03752-A83E-2F9C-F3AC-4CF5722714A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7101408"/>
            <a:ext cx="679792" cy="144000"/>
          </a:xfrm>
        </p:spPr>
        <p:txBody>
          <a:bodyPr/>
          <a:lstStyle/>
          <a:p>
            <a:fld id="{47207C87-E617-4556-B2B1-65325AEB9580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EB4D0-E7F7-8E1C-7CB6-47E2B4E67D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0800000" flipV="1">
            <a:off x="1559496" y="7101408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F7C83-CF11-E924-AB41-DF8A0023F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78000" y="7101408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213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5" pos="7287" userDrawn="1">
          <p15:clr>
            <a:srgbClr val="C35E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517CC102-CD6F-4445-3574-5815D24A5D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2FAED27-BA4E-0BA7-95FE-07619178CA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14824" y="1196752"/>
            <a:ext cx="4392068" cy="1871663"/>
          </a:xfrm>
        </p:spPr>
        <p:txBody>
          <a:bodyPr anchor="b"/>
          <a:lstStyle>
            <a:lvl1pPr algn="l">
              <a:lnSpc>
                <a:spcPct val="105000"/>
              </a:lnSpc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Big slide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F3A7C35-727B-1C12-0A7C-06FB4B713F5C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4824" y="3355752"/>
            <a:ext cx="4392068" cy="2810098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Subtitle or description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A12EA-5156-69EB-B0FB-F3D55008A4C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9DF5CCC-2C60-4EBF-9601-F0CCD62763C7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603DF-8B8A-C2BF-4D9A-E58702275D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56DC8-DC4D-5E5E-C25E-3F84187699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787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578834B2-09B2-C869-D39C-9822EE6067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9160427-1786-BC42-F7E9-90AB615E86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7176540" y="1196752"/>
            <a:ext cx="4392068" cy="1871663"/>
          </a:xfrm>
        </p:spPr>
        <p:txBody>
          <a:bodyPr anchor="b"/>
          <a:lstStyle>
            <a:lvl1pPr algn="l">
              <a:lnSpc>
                <a:spcPct val="105000"/>
              </a:lnSpc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Big slide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FB2E505C-748C-D9E1-FFD1-8A532F17E445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7176540" y="3355752"/>
            <a:ext cx="4392068" cy="2810098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Subtitle or description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4E2AF-E427-DAE5-B074-377B172B9A0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86544D5-B4BB-45DA-8501-7153536FE838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55264-8798-22B2-32B6-973A4C1BC2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87D73-559C-ED40-F01D-8F0CFD13022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3900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AEBC04E3-C329-1347-F248-520BA5C496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72"/>
            <a:ext cx="5332064" cy="144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0FD67C0-7178-26E1-24BE-E54415F8D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B5C4E04F-626F-BFE3-9C6A-4189CB9A3ED9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F136B-94D5-8CF5-3BAA-C7557EB7094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01A8999-8019-4F5A-AA27-84590FE0CD29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37811-4AF4-5C17-8011-DB4D7793DE3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0390-F0C6-3257-5686-5F894703275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94FE4-9791-16A3-82A0-1876C087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8CE1-0B72-4313-948D-739C0AFD0496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BCDBE-0A8D-2558-F4DC-D3974B8E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072D2-2C76-276B-551B-7A23DF7B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487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pos="393" userDrawn="1">
          <p15:clr>
            <a:srgbClr val="C35EA4"/>
          </p15:clr>
        </p15:guide>
        <p15:guide id="4" pos="7287" userDrawn="1">
          <p15:clr>
            <a:srgbClr val="C35E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3FD43221-6015-3769-8F32-3BFDEFDD8F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614" y="1628800"/>
            <a:ext cx="3144386" cy="5232396"/>
          </a:xfrm>
          <a:prstGeom prst="rect">
            <a:avLst/>
          </a:prstGeom>
        </p:spPr>
      </p:pic>
      <p:sp>
        <p:nvSpPr>
          <p:cNvPr id="8" name="Strictly Confidential" descr="{&quot;templafy&quot;:{&quot;id&quot;:&quot;9115427a-ca6d-4b62-b8f2-312a7a01b01d&quot;}}" hidden="1">
            <a:extLst>
              <a:ext uri="{FF2B5EF4-FFF2-40B4-BE49-F238E27FC236}">
                <a16:creationId xmlns:a16="http://schemas.microsoft.com/office/drawing/2014/main" id="{E02A060C-053E-D862-35FF-299067B3407D}"/>
              </a:ext>
            </a:extLst>
          </p:cNvPr>
          <p:cNvSpPr/>
          <p:nvPr userDrawn="1"/>
        </p:nvSpPr>
        <p:spPr bwMode="gray">
          <a:xfrm>
            <a:off x="0" y="547199"/>
            <a:ext cx="262943" cy="13972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Strictly Confidential 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9" name="Restricted" descr="{&quot;templafy&quot;:{&quot;id&quot;:&quot;d9e384c8-8057-44af-9546-17be25aa59fe&quot;}}" hidden="1">
            <a:extLst>
              <a:ext uri="{FF2B5EF4-FFF2-40B4-BE49-F238E27FC236}">
                <a16:creationId xmlns:a16="http://schemas.microsoft.com/office/drawing/2014/main" id="{A98BE92A-9755-AE15-B4A4-1FDC0DBC7C86}"/>
              </a:ext>
            </a:extLst>
          </p:cNvPr>
          <p:cNvSpPr/>
          <p:nvPr userDrawn="1"/>
        </p:nvSpPr>
        <p:spPr bwMode="gray">
          <a:xfrm>
            <a:off x="-1" y="548491"/>
            <a:ext cx="262943" cy="8454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Restricted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0" name="Confidential" descr="{&quot;templafy&quot;:{&quot;id&quot;:&quot;e1b152e5-53a6-40c1-acf4-34f275cae1c7&quot;}}" hidden="1">
            <a:extLst>
              <a:ext uri="{FF2B5EF4-FFF2-40B4-BE49-F238E27FC236}">
                <a16:creationId xmlns:a16="http://schemas.microsoft.com/office/drawing/2014/main" id="{81990056-6B89-CFA7-4E7C-45F24B4D7E7B}"/>
              </a:ext>
            </a:extLst>
          </p:cNvPr>
          <p:cNvSpPr/>
          <p:nvPr userDrawn="1"/>
        </p:nvSpPr>
        <p:spPr bwMode="gray">
          <a:xfrm>
            <a:off x="-1" y="550590"/>
            <a:ext cx="262943" cy="95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Confidential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3" name="Public" descr="{&quot;templafy&quot;:{&quot;id&quot;:&quot;fbd83bc6-1acb-484a-81e7-4c7f916ce7eb&quot;}}">
            <a:extLst>
              <a:ext uri="{FF2B5EF4-FFF2-40B4-BE49-F238E27FC236}">
                <a16:creationId xmlns:a16="http://schemas.microsoft.com/office/drawing/2014/main" id="{51583ABD-977D-1686-D80C-B218197E49E9}"/>
              </a:ext>
            </a:extLst>
          </p:cNvPr>
          <p:cNvSpPr/>
          <p:nvPr userDrawn="1"/>
        </p:nvSpPr>
        <p:spPr bwMode="gray">
          <a:xfrm>
            <a:off x="-1" y="548259"/>
            <a:ext cx="262943" cy="61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Public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8" name="Title" title="UserProfile.Name">
            <a:extLst>
              <a:ext uri="{FF2B5EF4-FFF2-40B4-BE49-F238E27FC236}">
                <a16:creationId xmlns:a16="http://schemas.microsoft.com/office/drawing/2014/main" id="{11D5CA7E-9DD0-F0FD-25DA-21D8C5C6AF8C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559496" y="6371819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lvl="0"/>
            <a:endParaRPr lang="de-CH" sz="800" kern="1200" spc="20" baseline="0" noProof="1">
              <a:solidFill>
                <a:schemeClr val="tx1"/>
              </a:solidFill>
              <a:latin typeface="AA Zuehlke" pitchFamily="2" charset="0"/>
              <a:ea typeface="+mn-ea"/>
              <a:cs typeface="+mn-cs"/>
            </a:endParaRP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DAEFCBA4-16BA-AC9A-920E-EDC01D7D19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22" name="Titel 11">
            <a:extLst>
              <a:ext uri="{FF2B5EF4-FFF2-40B4-BE49-F238E27FC236}">
                <a16:creationId xmlns:a16="http://schemas.microsoft.com/office/drawing/2014/main" id="{635656CB-9659-4C51-9D27-FA065A50A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E784E2B6-CE0C-5AC9-66CF-E34F3D159917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A9704BBD-48D6-9C5A-31F8-518AAECD2BB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7" y="1628800"/>
            <a:ext cx="7200901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8119D-7A17-5517-0073-239049E43EF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01B58C-E68F-4A2C-8460-19CB9C6986B2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1554A-1024-A728-D13F-E51DC0C8F1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7A787C9-45D1-1338-82BE-E9BC15175F3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4929" userDrawn="1">
          <p15:clr>
            <a:srgbClr val="C35EA4"/>
          </p15:clr>
        </p15:guide>
        <p15:guide id="6" pos="5881" userDrawn="1">
          <p15:clr>
            <a:srgbClr val="C35E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ne content | gradi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9">
            <a:extLst>
              <a:ext uri="{FF2B5EF4-FFF2-40B4-BE49-F238E27FC236}">
                <a16:creationId xmlns:a16="http://schemas.microsoft.com/office/drawing/2014/main" id="{AC9803F7-6507-946C-3B0F-CF32CEB800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588" y="4437112"/>
            <a:ext cx="10729412" cy="2420888"/>
          </a:xfrm>
          <a:prstGeom prst="rect">
            <a:avLst/>
          </a:prstGeom>
        </p:spPr>
      </p:pic>
      <p:sp>
        <p:nvSpPr>
          <p:cNvPr id="11" name="Textplatzhalter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23" name="Untertitel 2">
            <a:extLst>
              <a:ext uri="{FF2B5EF4-FFF2-40B4-BE49-F238E27FC236}">
                <a16:creationId xmlns:a16="http://schemas.microsoft.com/office/drawing/2014/main" id="{D801E2BB-B052-4468-B879-509BC0C4D90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87" y="1628800"/>
            <a:ext cx="7200901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noProof="0" dirty="0"/>
              <a:t>Level</a:t>
            </a:r>
            <a:r>
              <a:rPr lang="en-US" dirty="0"/>
              <a:t> 1 </a:t>
            </a:r>
            <a:r>
              <a:rPr lang="en-GB" dirty="0"/>
              <a:t>(</a:t>
            </a:r>
            <a:r>
              <a:rPr lang="en-US" noProof="0" dirty="0"/>
              <a:t>This</a:t>
            </a:r>
            <a:r>
              <a:rPr lang="en-GB" dirty="0"/>
              <a:t>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</a:t>
            </a:r>
            <a:r>
              <a:rPr lang="en-GB" noProof="0" dirty="0"/>
              <a:t>points</a:t>
            </a:r>
            <a:r>
              <a:rPr lang="en-US" dirty="0"/>
              <a:t>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  <a:endParaRPr lang="de-DE" dirty="0"/>
          </a:p>
        </p:txBody>
      </p:sp>
      <p:sp>
        <p:nvSpPr>
          <p:cNvPr id="9" name="Fußzeilenplatzhalter 7" descr="{&quot;templafy&quot;:{&quot;id&quot;:&quot;f9d10145-04ce-4a22-ac57-e3c83150a809&quot;}}">
            <a:extLst>
              <a:ext uri="{FF2B5EF4-FFF2-40B4-BE49-F238E27FC236}">
                <a16:creationId xmlns:a16="http://schemas.microsoft.com/office/drawing/2014/main" id="{1339F54C-D8DB-2E3A-F317-318529A91FD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spc="20" baseline="0" noProof="0">
                <a:latin typeface="+mn-lt"/>
              </a:rPr>
              <a:t>© </a:t>
            </a:r>
            <a:r>
              <a:rPr lang="en-GB" sz="800" spc="20" baseline="0" noProof="0" dirty="0" err="1">
                <a:latin typeface="+mn-lt"/>
              </a:rPr>
              <a:t>Zühlke</a:t>
            </a:r>
            <a:endParaRPr lang="en-GB" sz="800" spc="20" baseline="0" noProof="0" dirty="0">
              <a:latin typeface="+mn-lt"/>
            </a:endParaRPr>
          </a:p>
        </p:txBody>
      </p:sp>
      <p:sp>
        <p:nvSpPr>
          <p:cNvPr id="10" name="Year" descr="{&quot;templafy&quot;:{&quot;id&quot;:&quot;c11c4ee8-81b2-48c7-a6e1-63f088b0e233&quot;}}">
            <a:extLst>
              <a:ext uri="{FF2B5EF4-FFF2-40B4-BE49-F238E27FC236}">
                <a16:creationId xmlns:a16="http://schemas.microsoft.com/office/drawing/2014/main" id="{40574D89-8C1F-8A4B-8585-3A9412033A83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en-GB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96F06E1-6F2A-A764-5C2F-3FA6A6221E1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DFA5E-E6B0-4665-86E2-7F9A6420200A}" type="datetime1">
              <a:rPr lang="de-DE" smtClean="0"/>
              <a:pPr/>
              <a:t>08.09.2026</a:t>
            </a:fld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3D1AD8C-1BFE-9A3C-0A04-CD20BBDF183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E255899-1BAE-4D5C-2802-05620A32649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Name" descr="{&quot;templafy&quot;:{&quot;id&quot;:&quot;da246afd-eafe-484a-a60d-9b43b7324718&quot;}}" title="UserProfile.Name">
            <a:extLst>
              <a:ext uri="{FF2B5EF4-FFF2-40B4-BE49-F238E27FC236}">
                <a16:creationId xmlns:a16="http://schemas.microsoft.com/office/drawing/2014/main" id="{4745F0C5-AF1B-DA83-4AF7-C4A87ED43608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algn="l"/>
            <a:r>
              <a:rPr lang="en-US" sz="800" spc="20" baseline="0" dirty="0">
                <a:solidFill>
                  <a:schemeClr val="bg1"/>
                </a:solidFill>
                <a:latin typeface="+mn-lt"/>
              </a:rPr>
              <a:t>Vladimir Radzivil</a:t>
            </a:r>
          </a:p>
        </p:txBody>
      </p:sp>
      <p:sp>
        <p:nvSpPr>
          <p:cNvPr id="6" name="Strictly Confidential" descr="{&quot;templafy&quot;:{&quot;id&quot;:&quot;69e38442-a7f4-4b91-8a93-20b323899f34&quot;}}" hidden="1">
            <a:extLst>
              <a:ext uri="{FF2B5EF4-FFF2-40B4-BE49-F238E27FC236}">
                <a16:creationId xmlns:a16="http://schemas.microsoft.com/office/drawing/2014/main" id="{2EC6BB08-A53D-2FB7-D51B-9112BFF42AE3}"/>
              </a:ext>
            </a:extLst>
          </p:cNvPr>
          <p:cNvSpPr/>
          <p:nvPr userDrawn="1"/>
        </p:nvSpPr>
        <p:spPr bwMode="gray">
          <a:xfrm>
            <a:off x="0" y="547199"/>
            <a:ext cx="262943" cy="13972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Strictly Confidential 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7" name="Restricted" descr="{&quot;templafy&quot;:{&quot;id&quot;:&quot;df237993-c1b8-4950-9ff4-1f96bd2e05c1&quot;}}" hidden="1">
            <a:extLst>
              <a:ext uri="{FF2B5EF4-FFF2-40B4-BE49-F238E27FC236}">
                <a16:creationId xmlns:a16="http://schemas.microsoft.com/office/drawing/2014/main" id="{2F8316AC-57BC-6F3D-E1CB-F942187D98C6}"/>
              </a:ext>
            </a:extLst>
          </p:cNvPr>
          <p:cNvSpPr/>
          <p:nvPr userDrawn="1"/>
        </p:nvSpPr>
        <p:spPr bwMode="gray">
          <a:xfrm>
            <a:off x="-1" y="548491"/>
            <a:ext cx="262943" cy="8454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Restricted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3" name="Confidential" descr="{&quot;templafy&quot;:{&quot;id&quot;:&quot;addcc641-c720-4805-a044-ad91b9e2141a&quot;}}" hidden="1">
            <a:extLst>
              <a:ext uri="{FF2B5EF4-FFF2-40B4-BE49-F238E27FC236}">
                <a16:creationId xmlns:a16="http://schemas.microsoft.com/office/drawing/2014/main" id="{ED76945C-3AA8-82EE-B2C9-889D8403E297}"/>
              </a:ext>
            </a:extLst>
          </p:cNvPr>
          <p:cNvSpPr/>
          <p:nvPr userDrawn="1"/>
        </p:nvSpPr>
        <p:spPr bwMode="gray">
          <a:xfrm>
            <a:off x="-1" y="550590"/>
            <a:ext cx="262943" cy="95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Confidential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4" name="Public" descr="{&quot;templafy&quot;:{&quot;id&quot;:&quot;16405761-2f40-48ab-adbd-9f0b46669282&quot;}}">
            <a:extLst>
              <a:ext uri="{FF2B5EF4-FFF2-40B4-BE49-F238E27FC236}">
                <a16:creationId xmlns:a16="http://schemas.microsoft.com/office/drawing/2014/main" id="{91129EFF-9F90-8F0E-A7BC-5D8F94259DD5}"/>
              </a:ext>
            </a:extLst>
          </p:cNvPr>
          <p:cNvSpPr/>
          <p:nvPr userDrawn="1"/>
        </p:nvSpPr>
        <p:spPr bwMode="gray">
          <a:xfrm>
            <a:off x="-1" y="548259"/>
            <a:ext cx="262943" cy="61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Public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734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C35EA4"/>
          </p15:clr>
        </p15:guide>
        <p15:guide id="2" pos="393">
          <p15:clr>
            <a:srgbClr val="C35EA4"/>
          </p15:clr>
        </p15:guide>
        <p15:guide id="3" pos="7287">
          <p15:clr>
            <a:srgbClr val="C35EA4"/>
          </p15:clr>
        </p15:guide>
        <p15:guide id="4" orient="horz" pos="3884">
          <p15:clr>
            <a:srgbClr val="C35EA4"/>
          </p15:clr>
        </p15:guide>
        <p15:guide id="5" pos="4929">
          <p15:clr>
            <a:srgbClr val="C35EA4"/>
          </p15:clr>
        </p15:guide>
        <p15:guide id="6" pos="5881">
          <p15:clr>
            <a:srgbClr val="C35E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9">
            <a:extLst>
              <a:ext uri="{FF2B5EF4-FFF2-40B4-BE49-F238E27FC236}">
                <a16:creationId xmlns:a16="http://schemas.microsoft.com/office/drawing/2014/main" id="{E0DC69A1-081A-C732-D744-67EE1AD12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342" y="2205038"/>
            <a:ext cx="10777657" cy="4656158"/>
          </a:xfrm>
          <a:prstGeom prst="rect">
            <a:avLst/>
          </a:prstGeom>
        </p:spPr>
      </p:pic>
      <p:sp>
        <p:nvSpPr>
          <p:cNvPr id="11" name="Year" descr="{&quot;templafy&quot;:{&quot;id&quot;:&quot;919f0938-577d-4b54-a820-79855e69df10&quot;}}">
            <a:extLst>
              <a:ext uri="{FF2B5EF4-FFF2-40B4-BE49-F238E27FC236}">
                <a16:creationId xmlns:a16="http://schemas.microsoft.com/office/drawing/2014/main" id="{7C3D10E2-AE17-CA71-DC90-8A5F1BDC83F7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14" name="Strictly Confidential" descr="{&quot;templafy&quot;:{&quot;id&quot;:&quot;26b7f5da-a6f2-4c6e-8a06-cfd2927cb4f9&quot;}}" hidden="1">
            <a:extLst>
              <a:ext uri="{FF2B5EF4-FFF2-40B4-BE49-F238E27FC236}">
                <a16:creationId xmlns:a16="http://schemas.microsoft.com/office/drawing/2014/main" id="{EB7A1E92-C009-56EC-F987-1EBB6B064052}"/>
              </a:ext>
            </a:extLst>
          </p:cNvPr>
          <p:cNvSpPr/>
          <p:nvPr userDrawn="1"/>
        </p:nvSpPr>
        <p:spPr bwMode="gray">
          <a:xfrm>
            <a:off x="0" y="547199"/>
            <a:ext cx="262943" cy="13972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Strictly Confidential 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6" name="Restricted" descr="{&quot;templafy&quot;:{&quot;id&quot;:&quot;924a6879-59c5-4c47-ad82-7df672d8ddde&quot;}}" hidden="1">
            <a:extLst>
              <a:ext uri="{FF2B5EF4-FFF2-40B4-BE49-F238E27FC236}">
                <a16:creationId xmlns:a16="http://schemas.microsoft.com/office/drawing/2014/main" id="{78304E2C-D76F-2456-8633-314BD726A32B}"/>
              </a:ext>
            </a:extLst>
          </p:cNvPr>
          <p:cNvSpPr/>
          <p:nvPr userDrawn="1"/>
        </p:nvSpPr>
        <p:spPr bwMode="gray">
          <a:xfrm>
            <a:off x="-1" y="548491"/>
            <a:ext cx="262943" cy="8454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Restricted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7" name="Confidential" descr="{&quot;templafy&quot;:{&quot;id&quot;:&quot;cbc2b048-85e8-45c2-94b4-308560df8911&quot;}}" hidden="1">
            <a:extLst>
              <a:ext uri="{FF2B5EF4-FFF2-40B4-BE49-F238E27FC236}">
                <a16:creationId xmlns:a16="http://schemas.microsoft.com/office/drawing/2014/main" id="{591C8154-62BF-6BE3-97D9-C7E7789158C8}"/>
              </a:ext>
            </a:extLst>
          </p:cNvPr>
          <p:cNvSpPr/>
          <p:nvPr userDrawn="1"/>
        </p:nvSpPr>
        <p:spPr bwMode="gray">
          <a:xfrm>
            <a:off x="-1" y="550590"/>
            <a:ext cx="262943" cy="95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Confidential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8" name="Public" descr="{&quot;templafy&quot;:{&quot;id&quot;:&quot;72e680bd-45cf-4917-943e-827c25f9dcff&quot;}}">
            <a:extLst>
              <a:ext uri="{FF2B5EF4-FFF2-40B4-BE49-F238E27FC236}">
                <a16:creationId xmlns:a16="http://schemas.microsoft.com/office/drawing/2014/main" id="{120D845B-9A3F-D30F-FE80-F4F4A749CB5E}"/>
              </a:ext>
            </a:extLst>
          </p:cNvPr>
          <p:cNvSpPr/>
          <p:nvPr userDrawn="1"/>
        </p:nvSpPr>
        <p:spPr bwMode="gray">
          <a:xfrm>
            <a:off x="-1" y="548259"/>
            <a:ext cx="262943" cy="61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Public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44A75D4B-9EE3-F485-D5D9-D6624F2C2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72"/>
            <a:ext cx="5332064" cy="144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55525A9D-DAEA-066B-2C2B-7C3C10497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93AAA204-9AB6-C6F2-3C9C-486C61F09516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" name="Fußzeilenplatzhalter 7" descr="{&quot;templafy&quot;:{&quot;id&quot;:&quot;03542bf9-ff15-4683-9d0d-7fba46ed1e84&quot;}}">
            <a:extLst>
              <a:ext uri="{FF2B5EF4-FFF2-40B4-BE49-F238E27FC236}">
                <a16:creationId xmlns:a16="http://schemas.microsoft.com/office/drawing/2014/main" id="{DE82E1BD-FC96-EF97-4626-229F15E3334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latin typeface="+mn-lt"/>
              </a:rPr>
              <a:t>© Zühlke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22158-7520-52E1-1586-868A5D1D431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CCA08F-ABF1-4BB5-A1A1-0E3E5D26A9D5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67189B-5ACB-0010-FFC3-F8AF2A9EE2C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E0521-D0A4-B066-E2B1-7E18175D24B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Name" descr="{&quot;templafy&quot;:{&quot;id&quot;:&quot;da198c31-01ce-49e3-9695-862858920b9a&quot;}}" title="UserProfile.Name">
            <a:extLst>
              <a:ext uri="{FF2B5EF4-FFF2-40B4-BE49-F238E27FC236}">
                <a16:creationId xmlns:a16="http://schemas.microsoft.com/office/drawing/2014/main" id="{D50E9AFD-FA44-F90E-7832-B620EAC4D081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algn="l"/>
            <a:r>
              <a:rPr lang="en-US" sz="800" spc="20" baseline="0" dirty="0">
                <a:solidFill>
                  <a:schemeClr val="bg1"/>
                </a:solidFill>
                <a:latin typeface="+mn-lt"/>
              </a:rPr>
              <a:t>Vladimir Radzivil</a:t>
            </a:r>
          </a:p>
        </p:txBody>
      </p:sp>
    </p:spTree>
    <p:extLst>
      <p:ext uri="{BB962C8B-B14F-4D97-AF65-F5344CB8AC3E}">
        <p14:creationId xmlns:p14="http://schemas.microsoft.com/office/powerpoint/2010/main" val="327720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9">
            <a:extLst>
              <a:ext uri="{FF2B5EF4-FFF2-40B4-BE49-F238E27FC236}">
                <a16:creationId xmlns:a16="http://schemas.microsoft.com/office/drawing/2014/main" id="{D7FE38DB-1F80-A48E-9B81-DFC39EE472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96"/>
          </a:xfrm>
          <a:prstGeom prst="rect">
            <a:avLst/>
          </a:prstGeom>
        </p:spPr>
      </p:pic>
      <p:sp>
        <p:nvSpPr>
          <p:cNvPr id="9" name="Year" descr="{&quot;templafy&quot;:{&quot;id&quot;:&quot;f8cb18f1-e175-49df-b1a7-7957b8f5e5e4&quot;}}">
            <a:extLst>
              <a:ext uri="{FF2B5EF4-FFF2-40B4-BE49-F238E27FC236}">
                <a16:creationId xmlns:a16="http://schemas.microsoft.com/office/drawing/2014/main" id="{D4749403-08B4-4B8E-0EFA-5684DA4BB62B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bg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94F818CE-0743-0EF4-42B7-43FDA8A07A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229188" y="1484784"/>
            <a:ext cx="9936000" cy="4104456"/>
          </a:xfrm>
        </p:spPr>
        <p:txBody>
          <a:bodyPr anchor="t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2" name="Fußzeilenplatzhalter 7" descr="{&quot;templafy&quot;:{&quot;id&quot;:&quot;c804e6b3-aafb-475c-867a-fb25946db483&quot;}}">
            <a:extLst>
              <a:ext uri="{FF2B5EF4-FFF2-40B4-BE49-F238E27FC236}">
                <a16:creationId xmlns:a16="http://schemas.microsoft.com/office/drawing/2014/main" id="{DA99007C-F134-2E19-B26C-CC065ECA241B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solidFill>
                  <a:schemeClr val="bg1"/>
                </a:solidFill>
                <a:latin typeface="+mn-lt"/>
              </a:rPr>
              <a:t>© Zühlke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925C-9AC9-3463-8EAD-C2BD76D34BC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0391A-BC12-4434-9F29-5CF521ED1ECA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D08F9-643B-A9EF-0D31-E8609EBC9BC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9EB3F1-BADE-8C0C-422D-34CE18A18D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Name" descr="{&quot;templafy&quot;:{&quot;id&quot;:&quot;1b8dc7d3-56b7-48aa-ba55-107e39bb382c&quot;}}" title="UserProfile.Name">
            <a:extLst>
              <a:ext uri="{FF2B5EF4-FFF2-40B4-BE49-F238E27FC236}">
                <a16:creationId xmlns:a16="http://schemas.microsoft.com/office/drawing/2014/main" id="{943536FF-03A1-B1C4-E3B9-CC61AA020214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algn="l"/>
            <a:r>
              <a:rPr lang="en-US" sz="800" spc="20" baseline="0" dirty="0">
                <a:solidFill>
                  <a:schemeClr val="bg1"/>
                </a:solidFill>
                <a:latin typeface="+mn-lt"/>
              </a:rPr>
              <a:t>Vladimir Radzivil</a:t>
            </a:r>
          </a:p>
        </p:txBody>
      </p:sp>
    </p:spTree>
    <p:extLst>
      <p:ext uri="{BB962C8B-B14F-4D97-AF65-F5344CB8AC3E}">
        <p14:creationId xmlns:p14="http://schemas.microsoft.com/office/powerpoint/2010/main" val="36733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5" pos="7287" userDrawn="1">
          <p15:clr>
            <a:srgbClr val="C35E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83B865A-706D-4ED4-B320-4B8778015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5303911" y="-459434"/>
            <a:ext cx="8568956" cy="8568954"/>
            <a:chOff x="5944242" y="4834696"/>
            <a:chExt cx="5699939" cy="5699939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20B1E2E-38A0-4CAC-AAEB-A69ABB0637E6}"/>
                </a:ext>
              </a:extLst>
            </p:cNvPr>
            <p:cNvSpPr/>
            <p:nvPr/>
          </p:nvSpPr>
          <p:spPr bwMode="gray">
            <a:xfrm>
              <a:off x="6887488" y="6002708"/>
              <a:ext cx="4296877" cy="4296877"/>
            </a:xfrm>
            <a:prstGeom prst="ellipse">
              <a:avLst/>
            </a:prstGeom>
            <a:noFill/>
            <a:ln w="12700">
              <a:solidFill>
                <a:srgbClr val="D9D9D9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pc="20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2B65915C-AF19-43BD-9FC3-34F9E9CA1ADE}"/>
                </a:ext>
              </a:extLst>
            </p:cNvPr>
            <p:cNvSpPr/>
            <p:nvPr/>
          </p:nvSpPr>
          <p:spPr bwMode="gray">
            <a:xfrm>
              <a:off x="5944242" y="4834696"/>
              <a:ext cx="5699939" cy="569993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pc="20" dirty="0"/>
            </a:p>
          </p:txBody>
        </p:sp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7A96BF38-8BDA-4477-9756-C39FDBE22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303911" y="-459434"/>
            <a:ext cx="8568956" cy="8568954"/>
          </a:xfrm>
          <a:prstGeom prst="ellipse">
            <a:avLst/>
          </a:prstGeom>
          <a:noFill/>
          <a:ln w="12700">
            <a:solidFill>
              <a:srgbClr val="8CD9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pc="20" dirty="0"/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8194C5D1-F5D4-EE45-6B40-E3D4079C94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51496" cy="4797152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18880F6C-BA0F-48B4-BC54-D8980E26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6525344"/>
            <a:ext cx="8112123" cy="33265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de-DE" sz="1600" spc="20" dirty="0">
              <a:solidFill>
                <a:schemeClr val="bg1"/>
              </a:solidFill>
            </a:endParaRP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C7458CD-F13A-D2D3-EF79-4ADFDA2536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3392" y="1700808"/>
            <a:ext cx="4636885" cy="1446840"/>
          </a:xfrm>
        </p:spPr>
        <p:txBody>
          <a:bodyPr anchor="b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F6C1320D-D741-FCC9-CAB0-42C7D110F6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51538" y="2925152"/>
            <a:ext cx="1872209" cy="1872000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70A6D24D-66BF-570F-D4D2-70CD22E815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8112123" y="3573280"/>
            <a:ext cx="3455989" cy="2592570"/>
          </a:xfrm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200" b="0"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5pPr>
            <a:lvl6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6pPr>
            <a:lvl7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7pPr>
            <a:lvl8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8pPr>
            <a:lvl9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9pPr>
          </a:lstStyle>
          <a:p>
            <a:pPr lvl="0"/>
            <a:r>
              <a:rPr lang="en-GB" dirty="0"/>
              <a:t>Name and Surname </a:t>
            </a:r>
          </a:p>
          <a:p>
            <a:pPr lvl="1"/>
            <a:r>
              <a:rPr lang="en-GB" dirty="0"/>
              <a:t>Position</a:t>
            </a:r>
          </a:p>
          <a:p>
            <a:pPr lvl="2"/>
            <a:r>
              <a:rPr lang="en-GB" dirty="0"/>
              <a:t>Contact details</a:t>
            </a:r>
          </a:p>
        </p:txBody>
      </p:sp>
      <p:sp>
        <p:nvSpPr>
          <p:cNvPr id="10" name="Year" descr="{&quot;templafy&quot;:{&quot;id&quot;:&quot;1a91a5e6-be32-4d0b-a4ff-a295fa0892ce&quot;}}">
            <a:extLst>
              <a:ext uri="{FF2B5EF4-FFF2-40B4-BE49-F238E27FC236}">
                <a16:creationId xmlns:a16="http://schemas.microsoft.com/office/drawing/2014/main" id="{E1D34F92-940C-2B6C-5F29-5E129DDA2C98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4" name="Fußzeilenplatzhalter 7" descr="{&quot;templafy&quot;:{&quot;id&quot;:&quot;b0795fd8-6824-448a-b377-658130ed8dd3&quot;}}">
            <a:extLst>
              <a:ext uri="{FF2B5EF4-FFF2-40B4-BE49-F238E27FC236}">
                <a16:creationId xmlns:a16="http://schemas.microsoft.com/office/drawing/2014/main" id="{60A17DF3-0647-2957-255B-2671FE7FCD4B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latin typeface="+mn-lt"/>
              </a:rPr>
              <a:t>© Zühlke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A148CB-8588-2785-1B18-E7E4C7F3189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0477CB0-95D3-4BB8-A40B-0B1588BFA1D8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8EC6A69-8491-E902-7462-D90FBF455D0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71FA19-F9F4-C37F-D2B1-C0F60B1FA0D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Name" descr="{&quot;templafy&quot;:{&quot;id&quot;:&quot;fa29821e-0746-44d3-b411-e8c8c740f4ce&quot;}}" title="UserProfile.Name">
            <a:extLst>
              <a:ext uri="{FF2B5EF4-FFF2-40B4-BE49-F238E27FC236}">
                <a16:creationId xmlns:a16="http://schemas.microsoft.com/office/drawing/2014/main" id="{EFB70F8D-C57B-B384-F1E2-3CD3AD348A72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lvl="0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Vladimir Radzivil</a:t>
            </a:r>
          </a:p>
        </p:txBody>
      </p:sp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  <p:extLst>
    <p:ext uri="{DCECCB84-F9BA-43D5-87BE-67443E8EF086}">
      <p15:sldGuideLst xmlns:p15="http://schemas.microsoft.com/office/powerpoint/2012/main">
        <p15:guide id="1" pos="5110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4" orient="horz" pos="346" userDrawn="1">
          <p15:clr>
            <a:srgbClr val="C35EA4"/>
          </p15:clr>
        </p15:guide>
        <p15:guide id="5" pos="393" userDrawn="1">
          <p15:clr>
            <a:srgbClr val="C35E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1.xml"/><Relationship Id="rId28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898AEEB-EC37-4140-99E8-7E2350EA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623392" y="-171392"/>
            <a:ext cx="10945216" cy="72000"/>
            <a:chOff x="623392" y="5697272"/>
            <a:chExt cx="10945216" cy="180000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E8FA2B79-22D1-40B2-AB9D-AB010AF7056A}"/>
                </a:ext>
              </a:extLst>
            </p:cNvPr>
            <p:cNvGrpSpPr/>
            <p:nvPr/>
          </p:nvGrpSpPr>
          <p:grpSpPr bwMode="gray">
            <a:xfrm>
              <a:off x="623536" y="5769272"/>
              <a:ext cx="10945072" cy="36000"/>
              <a:chOff x="623536" y="4005064"/>
              <a:chExt cx="10945072" cy="576064"/>
            </a:xfrm>
            <a:solidFill>
              <a:srgbClr val="D9D9D9"/>
            </a:solidFill>
          </p:grpSpPr>
          <p:sp>
            <p:nvSpPr>
              <p:cNvPr id="47" name="Rectangle 52">
                <a:extLst>
                  <a:ext uri="{FF2B5EF4-FFF2-40B4-BE49-F238E27FC236}">
                    <a16:creationId xmlns:a16="http://schemas.microsoft.com/office/drawing/2014/main" id="{9012D874-BB13-462D-B55E-C858BBA461AF}"/>
                  </a:ext>
                </a:extLst>
              </p:cNvPr>
              <p:cNvSpPr/>
              <p:nvPr/>
            </p:nvSpPr>
            <p:spPr bwMode="gray">
              <a:xfrm>
                <a:off x="62353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48" name="Rectangle 53">
                <a:extLst>
                  <a:ext uri="{FF2B5EF4-FFF2-40B4-BE49-F238E27FC236}">
                    <a16:creationId xmlns:a16="http://schemas.microsoft.com/office/drawing/2014/main" id="{E608DABA-E295-4DEA-A06A-792BDB07FC7D}"/>
                  </a:ext>
                </a:extLst>
              </p:cNvPr>
              <p:cNvSpPr/>
              <p:nvPr/>
            </p:nvSpPr>
            <p:spPr bwMode="gray">
              <a:xfrm>
                <a:off x="1559584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49" name="Rectangle 54">
                <a:extLst>
                  <a:ext uri="{FF2B5EF4-FFF2-40B4-BE49-F238E27FC236}">
                    <a16:creationId xmlns:a16="http://schemas.microsoft.com/office/drawing/2014/main" id="{1BD8E44A-CF52-4DC4-A168-93CD88F8C8DB}"/>
                  </a:ext>
                </a:extLst>
              </p:cNvPr>
              <p:cNvSpPr/>
              <p:nvPr/>
            </p:nvSpPr>
            <p:spPr bwMode="gray">
              <a:xfrm>
                <a:off x="249568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0" name="Rectangle 55">
                <a:extLst>
                  <a:ext uri="{FF2B5EF4-FFF2-40B4-BE49-F238E27FC236}">
                    <a16:creationId xmlns:a16="http://schemas.microsoft.com/office/drawing/2014/main" id="{C80F863D-049E-46D8-A5F9-348A04DE8FAB}"/>
                  </a:ext>
                </a:extLst>
              </p:cNvPr>
              <p:cNvSpPr/>
              <p:nvPr/>
            </p:nvSpPr>
            <p:spPr bwMode="gray">
              <a:xfrm>
                <a:off x="3431792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1" name="Rectangle 56">
                <a:extLst>
                  <a:ext uri="{FF2B5EF4-FFF2-40B4-BE49-F238E27FC236}">
                    <a16:creationId xmlns:a16="http://schemas.microsoft.com/office/drawing/2014/main" id="{BE37DCF6-FEF0-49BC-943B-B032447989BB}"/>
                  </a:ext>
                </a:extLst>
              </p:cNvPr>
              <p:cNvSpPr/>
              <p:nvPr/>
            </p:nvSpPr>
            <p:spPr bwMode="gray">
              <a:xfrm>
                <a:off x="436789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2" name="Rectangle 57">
                <a:extLst>
                  <a:ext uri="{FF2B5EF4-FFF2-40B4-BE49-F238E27FC236}">
                    <a16:creationId xmlns:a16="http://schemas.microsoft.com/office/drawing/2014/main" id="{6DFB7014-D1B3-45BF-B4ED-8E6200D5AACB}"/>
                  </a:ext>
                </a:extLst>
              </p:cNvPr>
              <p:cNvSpPr/>
              <p:nvPr/>
            </p:nvSpPr>
            <p:spPr bwMode="gray">
              <a:xfrm>
                <a:off x="530405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3" name="Rectangle 64">
                <a:extLst>
                  <a:ext uri="{FF2B5EF4-FFF2-40B4-BE49-F238E27FC236}">
                    <a16:creationId xmlns:a16="http://schemas.microsoft.com/office/drawing/2014/main" id="{467BF7F7-3B79-41AE-940D-115BB8BF75F4}"/>
                  </a:ext>
                </a:extLst>
              </p:cNvPr>
              <p:cNvSpPr/>
              <p:nvPr/>
            </p:nvSpPr>
            <p:spPr bwMode="gray">
              <a:xfrm>
                <a:off x="624008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4" name="Rectangle 65">
                <a:extLst>
                  <a:ext uri="{FF2B5EF4-FFF2-40B4-BE49-F238E27FC236}">
                    <a16:creationId xmlns:a16="http://schemas.microsoft.com/office/drawing/2014/main" id="{89523DD4-1812-4D8D-8D6A-1E875B9DDEC7}"/>
                  </a:ext>
                </a:extLst>
              </p:cNvPr>
              <p:cNvSpPr/>
              <p:nvPr/>
            </p:nvSpPr>
            <p:spPr bwMode="gray">
              <a:xfrm>
                <a:off x="717613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5" name="Rectangle 66">
                <a:extLst>
                  <a:ext uri="{FF2B5EF4-FFF2-40B4-BE49-F238E27FC236}">
                    <a16:creationId xmlns:a16="http://schemas.microsoft.com/office/drawing/2014/main" id="{8B2E08C1-5B0D-4E06-9981-3924CEF52008}"/>
                  </a:ext>
                </a:extLst>
              </p:cNvPr>
              <p:cNvSpPr/>
              <p:nvPr/>
            </p:nvSpPr>
            <p:spPr bwMode="gray">
              <a:xfrm>
                <a:off x="8112240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6" name="Rectangle 67">
                <a:extLst>
                  <a:ext uri="{FF2B5EF4-FFF2-40B4-BE49-F238E27FC236}">
                    <a16:creationId xmlns:a16="http://schemas.microsoft.com/office/drawing/2014/main" id="{35B7CC2D-A81A-499D-BBF4-7C469D2D56C8}"/>
                  </a:ext>
                </a:extLst>
              </p:cNvPr>
              <p:cNvSpPr/>
              <p:nvPr/>
            </p:nvSpPr>
            <p:spPr bwMode="gray">
              <a:xfrm>
                <a:off x="9048344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7" name="Rectangle 68">
                <a:extLst>
                  <a:ext uri="{FF2B5EF4-FFF2-40B4-BE49-F238E27FC236}">
                    <a16:creationId xmlns:a16="http://schemas.microsoft.com/office/drawing/2014/main" id="{0DEBC94D-31EE-4DF6-AB7D-D78A178606BF}"/>
                  </a:ext>
                </a:extLst>
              </p:cNvPr>
              <p:cNvSpPr/>
              <p:nvPr/>
            </p:nvSpPr>
            <p:spPr bwMode="gray">
              <a:xfrm>
                <a:off x="998444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8" name="Rectangle 69">
                <a:extLst>
                  <a:ext uri="{FF2B5EF4-FFF2-40B4-BE49-F238E27FC236}">
                    <a16:creationId xmlns:a16="http://schemas.microsoft.com/office/drawing/2014/main" id="{A9823F67-022B-49D5-814B-133E923739F7}"/>
                  </a:ext>
                </a:extLst>
              </p:cNvPr>
              <p:cNvSpPr/>
              <p:nvPr/>
            </p:nvSpPr>
            <p:spPr bwMode="gray">
              <a:xfrm>
                <a:off x="1092060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0CCDA7D9-13C7-4560-8366-55D2313E1CF0}"/>
                </a:ext>
              </a:extLst>
            </p:cNvPr>
            <p:cNvGrpSpPr/>
            <p:nvPr/>
          </p:nvGrpSpPr>
          <p:grpSpPr bwMode="gray">
            <a:xfrm>
              <a:off x="623392" y="5697272"/>
              <a:ext cx="10945216" cy="180000"/>
              <a:chOff x="623392" y="5697272"/>
              <a:chExt cx="10945216" cy="180000"/>
            </a:xfrm>
          </p:grpSpPr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F407FE5B-D105-4973-87A5-795A3C31AF0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27146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9764699F-8CFB-4ACC-B42C-BCFF752CC79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55949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D90DE16E-E582-423A-893C-C107CAC25FA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20756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823737CC-6332-4F51-AEA6-A7BB803CC44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49560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910BE0AD-3160-48DB-A3DF-D5C1CE93581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14367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48895EC1-9E0B-4F5D-AC98-CBD8C21871B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43170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E6B72ACB-5E7B-44AB-93D6-1FB5FCC9F36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407977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081A9F56-5D6C-4E12-A8A8-F9A69B1FE06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436780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71290B6F-12D9-4AED-B88D-BCDD4470321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501588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F51CE3E3-CC73-462D-85FE-B39544A0E33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530391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0A6D10DF-8CBF-42D2-8F3F-083FA31F7B9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595198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9FC7E311-A9EB-4DB5-8D3F-CAD0D8E3C37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24001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E51C5EEE-1CF3-464E-B5B8-A9E24EE8DDB9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88808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E13B9160-DD0D-47EE-BA9E-2496A2E84C3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717612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3FB905D5-6E70-4A2D-8068-F777FEAB3E4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782419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C7E7B001-AFB3-41C5-9C4F-06C30D01289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811222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E1408577-E15E-4CCB-AEAD-36EB815E411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876029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6BFB36E6-33C2-4EF2-B4D9-E21F9F247A5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9048328" y="5697272"/>
                <a:ext cx="0" cy="180000"/>
              </a:xfrm>
              <a:prstGeom prst="line">
                <a:avLst/>
              </a:prstGeom>
              <a:ln w="952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BE792A71-387F-4881-AB05-8FBBA7E5E4F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969640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4ADCBB92-2574-4552-8666-B283549223DF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998443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A05116D5-864A-4F4E-8C6C-F9F4543D6DE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063250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EB2223B8-47C4-4602-A9E4-2BD1811E57E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092053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AD05AAE1-D600-48F3-BD3A-1AA114A99D6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2339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104D0A97-8556-478B-B79A-B823E7FCB53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156860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AF727B06-58AC-431F-9CAE-AF9BCFE54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 rot="5400000">
            <a:off x="-2401455" y="3860553"/>
            <a:ext cx="4537545" cy="72026"/>
            <a:chOff x="9200728" y="-19008"/>
            <a:chExt cx="4537545" cy="72026"/>
          </a:xfrm>
        </p:grpSpPr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9FD5CF6C-298B-4377-B0AC-12445BAD8CF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00728" y="-18982"/>
              <a:ext cx="0" cy="7200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DD09E1CE-EB10-40C3-8DFA-2853E9733E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738273" y="-19008"/>
              <a:ext cx="0" cy="7200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ußzeilenplatzhalter 7" descr="{&quot;templafy&quot;:{&quot;id&quot;:&quot;f9a2d3fb-29b4-4c08-9b06-1e2b9462c5b9&quot;}}">
            <a:extLst>
              <a:ext uri="{FF2B5EF4-FFF2-40B4-BE49-F238E27FC236}">
                <a16:creationId xmlns:a16="http://schemas.microsoft.com/office/drawing/2014/main" id="{B42C15D8-8A65-4417-B793-313E119683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latin typeface="+mn-lt"/>
              </a:rPr>
              <a:t>© Zühlke</a:t>
            </a:r>
          </a:p>
        </p:txBody>
      </p:sp>
      <p:sp>
        <p:nvSpPr>
          <p:cNvPr id="67" name="Year" descr="{&quot;templafy&quot;:{&quot;id&quot;:&quot;6e71ee88-ddab-4101-ba1a-fa72ee9abd83&quot;}}">
            <a:extLst>
              <a:ext uri="{FF2B5EF4-FFF2-40B4-BE49-F238E27FC236}">
                <a16:creationId xmlns:a16="http://schemas.microsoft.com/office/drawing/2014/main" id="{6291DFA7-D6C9-580F-0350-7F1E3A2F4E46}"/>
              </a:ext>
            </a:extLst>
          </p:cNvPr>
          <p:cNvSpPr txBox="1">
            <a:spLocks/>
          </p:cNvSpPr>
          <p:nvPr userDrawn="1">
            <p:custDataLst>
              <p:tags r:id="rId27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7" name="Strictly Confidential" descr="{&quot;templafy&quot;:{&quot;id&quot;:&quot;0d930c8d-a4e4-46f0-a2fb-a1ad09b4a173&quot;}}" hidden="1">
            <a:extLst>
              <a:ext uri="{FF2B5EF4-FFF2-40B4-BE49-F238E27FC236}">
                <a16:creationId xmlns:a16="http://schemas.microsoft.com/office/drawing/2014/main" id="{D6A5A859-4CE8-2837-746E-F8B2E0E6F21F}"/>
              </a:ext>
            </a:extLst>
          </p:cNvPr>
          <p:cNvSpPr/>
          <p:nvPr userDrawn="1"/>
        </p:nvSpPr>
        <p:spPr bwMode="gray">
          <a:xfrm>
            <a:off x="0" y="547199"/>
            <a:ext cx="262943" cy="13972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Strictly Confidential 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68" name="Restricted" descr="{&quot;templafy&quot;:{&quot;id&quot;:&quot;a316e1cf-372f-4a06-a118-20b1c704e023&quot;}}" hidden="1">
            <a:extLst>
              <a:ext uri="{FF2B5EF4-FFF2-40B4-BE49-F238E27FC236}">
                <a16:creationId xmlns:a16="http://schemas.microsoft.com/office/drawing/2014/main" id="{61C71873-52D3-45F7-59C2-98B44A61CBDD}"/>
              </a:ext>
            </a:extLst>
          </p:cNvPr>
          <p:cNvSpPr/>
          <p:nvPr userDrawn="1"/>
        </p:nvSpPr>
        <p:spPr bwMode="gray">
          <a:xfrm>
            <a:off x="-1" y="548491"/>
            <a:ext cx="262943" cy="8454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Restricted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72" name="Confidential" descr="{&quot;templafy&quot;:{&quot;id&quot;:&quot;fbed5710-1bee-488e-9e7d-775108265cf5&quot;}}" hidden="1">
            <a:extLst>
              <a:ext uri="{FF2B5EF4-FFF2-40B4-BE49-F238E27FC236}">
                <a16:creationId xmlns:a16="http://schemas.microsoft.com/office/drawing/2014/main" id="{D0CCF352-5FE7-85C8-603C-8D9FD1E2CB4D}"/>
              </a:ext>
            </a:extLst>
          </p:cNvPr>
          <p:cNvSpPr/>
          <p:nvPr userDrawn="1"/>
        </p:nvSpPr>
        <p:spPr bwMode="gray">
          <a:xfrm>
            <a:off x="-1" y="550590"/>
            <a:ext cx="262943" cy="9531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Confidential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73" name="Public" descr="{&quot;templafy&quot;:{&quot;id&quot;:&quot;6014af1b-d4cc-4756-b3c6-2e6b121ff45f&quot;}}">
            <a:extLst>
              <a:ext uri="{FF2B5EF4-FFF2-40B4-BE49-F238E27FC236}">
                <a16:creationId xmlns:a16="http://schemas.microsoft.com/office/drawing/2014/main" id="{DDC0E9FF-D178-AF74-F5DF-8B06BE4DAB13}"/>
              </a:ext>
            </a:extLst>
          </p:cNvPr>
          <p:cNvSpPr/>
          <p:nvPr userDrawn="1"/>
        </p:nvSpPr>
        <p:spPr bwMode="gray">
          <a:xfrm>
            <a:off x="-1" y="548259"/>
            <a:ext cx="262943" cy="61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spc="20" baseline="0" dirty="0">
                <a:solidFill>
                  <a:schemeClr val="tx1"/>
                </a:solidFill>
              </a:rPr>
              <a:t>Public</a:t>
            </a:r>
            <a:endParaRPr lang="de-DE" sz="1000" spc="20" baseline="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DD17BF-08FE-3C56-E88C-20C01D9C6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000" y="6371819"/>
            <a:ext cx="392400" cy="144000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3" name="Titelplatzhalter 1">
            <a:extLst>
              <a:ext uri="{FF2B5EF4-FFF2-40B4-BE49-F238E27FC236}">
                <a16:creationId xmlns:a16="http://schemas.microsoft.com/office/drawing/2014/main" id="{55E6C023-57CA-5B6C-623C-6B87AECA727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19304" y="548720"/>
            <a:ext cx="9072000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64" name="Textplatzhalter 2">
            <a:extLst>
              <a:ext uri="{FF2B5EF4-FFF2-40B4-BE49-F238E27FC236}">
                <a16:creationId xmlns:a16="http://schemas.microsoft.com/office/drawing/2014/main" id="{1830FF81-EBFA-814D-9769-DDE6DAD0FFD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19304" y="1628800"/>
            <a:ext cx="10948687" cy="45360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Level 1 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Level 2 (</a:t>
            </a:r>
            <a:r>
              <a:rPr lang="en-US" dirty="0"/>
              <a:t>this is a subheading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  <a:p>
            <a:pPr lvl="5"/>
            <a:r>
              <a:rPr lang="en-GB" dirty="0"/>
              <a:t>Level 6</a:t>
            </a:r>
          </a:p>
          <a:p>
            <a:pPr lvl="6"/>
            <a:r>
              <a:rPr lang="en-GB" dirty="0"/>
              <a:t>Level 7</a:t>
            </a:r>
          </a:p>
          <a:p>
            <a:pPr lvl="7"/>
            <a:r>
              <a:rPr lang="en-GB" dirty="0"/>
              <a:t>Level 8</a:t>
            </a:r>
          </a:p>
          <a:p>
            <a:pPr lvl="8"/>
            <a:r>
              <a:rPr lang="en-GB" dirty="0"/>
              <a:t>Level 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E28BB-B5FE-E965-0E15-F1CED40AB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0800000" flipV="1">
            <a:off x="1559496" y="6371819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lvl1pPr>
              <a:defRPr lang="en-US" sz="800" spc="20" baseline="0">
                <a:latin typeface="AA Zuehlke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FA289-D5D9-85F4-FFF7-4677C2CF5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6480" y="6371819"/>
            <a:ext cx="679792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9EDFA5E-E6B0-4665-86E2-7F9A6420200A}" type="datetime1">
              <a:rPr lang="de-DE" smtClean="0"/>
              <a:t>08.09.2026</a:t>
            </a:fld>
            <a:endParaRPr lang="en-GB" dirty="0"/>
          </a:p>
        </p:txBody>
      </p:sp>
      <p:sp>
        <p:nvSpPr>
          <p:cNvPr id="3" name="Name" descr="{&quot;templafy&quot;:{&quot;id&quot;:&quot;2a48145c-16a0-4da3-8765-3ad6c48fb42a&quot;}}" title="UserProfile.Name">
            <a:extLst>
              <a:ext uri="{FF2B5EF4-FFF2-40B4-BE49-F238E27FC236}">
                <a16:creationId xmlns:a16="http://schemas.microsoft.com/office/drawing/2014/main" id="{769B4D6E-D95E-23ED-E840-20C8D98C5C6F}"/>
              </a:ext>
            </a:extLst>
          </p:cNvPr>
          <p:cNvSpPr txBox="1">
            <a:spLocks/>
          </p:cNvSpPr>
          <p:nvPr userDrawn="1">
            <p:custDataLst>
              <p:tags r:id="rId28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algn="l"/>
            <a:r>
              <a:rPr lang="en-US" sz="800" spc="20" baseline="0" dirty="0">
                <a:solidFill>
                  <a:schemeClr val="tx1"/>
                </a:solidFill>
                <a:latin typeface="+mn-lt"/>
              </a:rPr>
              <a:t>Vladimir Radzivil</a:t>
            </a:r>
          </a:p>
        </p:txBody>
      </p:sp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649" r:id="rId2"/>
    <p:sldLayoutId id="2147483746" r:id="rId3"/>
    <p:sldLayoutId id="2147483747" r:id="rId4"/>
    <p:sldLayoutId id="2147483748" r:id="rId5"/>
    <p:sldLayoutId id="2147483650" r:id="rId6"/>
    <p:sldLayoutId id="2147483652" r:id="rId7"/>
    <p:sldLayoutId id="2147483736" r:id="rId8"/>
    <p:sldLayoutId id="2147483733" r:id="rId9"/>
    <p:sldLayoutId id="2147483734" r:id="rId10"/>
    <p:sldLayoutId id="2147483656" r:id="rId11"/>
    <p:sldLayoutId id="2147483735" r:id="rId12"/>
    <p:sldLayoutId id="2147483660" r:id="rId13"/>
    <p:sldLayoutId id="2147483738" r:id="rId14"/>
    <p:sldLayoutId id="2147483658" r:id="rId15"/>
    <p:sldLayoutId id="2147483744" r:id="rId16"/>
    <p:sldLayoutId id="2147483741" r:id="rId17"/>
    <p:sldLayoutId id="2147483742" r:id="rId18"/>
    <p:sldLayoutId id="2147483654" r:id="rId19"/>
    <p:sldLayoutId id="2147483655" r:id="rId20"/>
    <p:sldLayoutId id="2147483663" r:id="rId21"/>
    <p:sldLayoutId id="2147483745" r:id="rId22"/>
    <p:sldLayoutId id="2147483737" r:id="rId23"/>
    <p:sldLayoutId id="2147483743" r:id="rId24"/>
    <p:sldLayoutId id="2147483662" r:id="rId25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Arial" panose="020B0604020202020204" pitchFamily="34" charset="0"/>
        <a:buNone/>
        <a:defRPr sz="1600" b="0" kern="1200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600"/>
        </a:spcBef>
        <a:spcAft>
          <a:spcPts val="300"/>
        </a:spcAft>
        <a:buFont typeface="Arial" panose="020B0604020202020204" pitchFamily="34" charset="0"/>
        <a:buNone/>
        <a:defRPr sz="1600" kern="1200" spc="20" baseline="0">
          <a:solidFill>
            <a:schemeClr val="tx1"/>
          </a:solidFill>
          <a:latin typeface="+mj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Wingdings 2" panose="05020102010507070707" pitchFamily="18" charset="2"/>
        <a:buChar char="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5pPr>
      <a:lvl6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6pPr>
      <a:lvl7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7pPr>
      <a:lvl8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8pPr>
      <a:lvl9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sz="1400" b="0" i="0">
                <a:solidFill>
                  <a:srgbClr val="FFFFFF"/>
                </a:solidFill>
                <a:latin typeface="AA Zuehlke"/>
              </a:rPr>
              <a:t>Atomizing, parallelising and caching a Cypress suite — without Nx Cloud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sz="2800" b="0" i="0">
                <a:solidFill>
                  <a:srgbClr val="FFFFFF"/>
                </a:solidFill>
                <a:latin typeface="AA Zuehlke Medium"/>
              </a:rPr>
              <a:t>Scaling E2E Tests the Smart Way with Nx</a:t>
            </a:r>
          </a:p>
        </p:txBody>
      </p:sp>
      <p:pic>
        <p:nvPicPr>
          <p:cNvPr id="7" name="Picture 6" descr="ava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82880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3675887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AA Zuehlke Medium"/>
              </a:rPr>
              <a:t>Vladimir Radzivil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07822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D4D4D"/>
                </a:solidFill>
                <a:latin typeface="AA Zuehlke"/>
              </a:rPr>
              <a:t>Principal Consultant &amp; Partner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457200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qr-linked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4663440"/>
            <a:ext cx="1188720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72600" y="6035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8C8C"/>
                </a:solidFill>
                <a:latin typeface="AA Zuehlke"/>
              </a:rPr>
              <a:t>Connect on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96f12057-78de-4ada-adb2-1aaf0c106853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WHY THIS TOPIC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This one is not about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636776"/>
            <a:ext cx="45720" cy="749808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600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A Zuehlke Medium"/>
              </a:rPr>
              <a:t>It is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8424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Configuration and a task graph. No model, no prompt, no vendor.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660904"/>
            <a:ext cx="45720" cy="749808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624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A Zuehlke Medium"/>
              </a:rPr>
              <a:t>It is from a real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083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Fifteen applications and a suite that outgrew one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685032"/>
            <a:ext cx="45720" cy="749808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64845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A Zuehlke Medium"/>
              </a:rPr>
              <a:t>It applies to most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03250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E2E tests plus a monorepo is the only precondition.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709160"/>
            <a:ext cx="45720" cy="749808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67258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A Zuehlke Medium"/>
              </a:rPr>
              <a:t>You can use it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0566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It is in the open-source plugin you already depend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85B9C"/>
                </a:solidFill>
                <a:latin typeface="AA Zuehlke Medium"/>
              </a:rPr>
              <a:t>Unglamorous, free, and sitting in a plugin you already depend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6c932ebc-781f-4d6b-82cc-c80695e7f9fd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AA Zuehlke Medium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600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A Zuehlke Medium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94767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E2E is the slowest signal you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1" y="1600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AA Zuehlke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1600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A Zuehlke Medium"/>
              </a:rPr>
              <a:t>The atomizer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194767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One target per spec file, generated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889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AA Zuehlke Medium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7889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A Zuehlke Medium"/>
              </a:rPr>
              <a:t>The catch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136391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Nx 23 gates the wrapper behind Nx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7889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AA Zuehlke Medium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7889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A Zuehlke Medium"/>
              </a:rPr>
              <a:t>Parallel, no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3136391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The same command locally and on 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97763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AA Zuehlke Medium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977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A Zuehlke Medium"/>
              </a:rPr>
              <a:t>The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3251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Why a re-run only executes the 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397763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AA Zuehlke Medium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9776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A Zuehlke Medium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43251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Three apps, 30 targets, and a real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aeba02a1-1538-45a1-ae16-ff4cea75f2e7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SECTION 01 · THE PROBLEM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A few questions for the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2057400"/>
            <a:ext cx="502920" cy="502920"/>
          </a:xfrm>
          <a:prstGeom prst="ellipse">
            <a:avLst/>
          </a:prstGeom>
          <a:solidFill>
            <a:srgbClr val="B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A Zuehlke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7432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Who runs E2E tests?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Most hands go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74320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D9D9D9"/>
                </a:solidFill>
                <a:latin typeface="AA Zuehlke Medium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74320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D9D9D9"/>
                </a:solidFill>
                <a:latin typeface="AA Zuehlke Medium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0506173-61a6-42bd-892a-90c367537ffb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SECTION 01 · THE PROBLEM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A few questions for the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2057400"/>
            <a:ext cx="502920" cy="502920"/>
          </a:xfrm>
          <a:prstGeom prst="ellipse">
            <a:avLst/>
          </a:prstGeom>
          <a:solidFill>
            <a:srgbClr val="B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A Zuehlke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7432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Who runs E2E tests?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Most hands go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B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A Zuehlke Medium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7432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Whose suite is green right now?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Fewer hands. Some laughter.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274320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D9D9D9"/>
                </a:solidFill>
                <a:latin typeface="AA Zuehlke Mediu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e3c3eb4a-cda3-401b-bab6-d45d2a7a30d3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SECTION 01 · THE PROBLEM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A few questions for the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2057400"/>
            <a:ext cx="502920" cy="502920"/>
          </a:xfrm>
          <a:prstGeom prst="ellipse">
            <a:avLst/>
          </a:prstGeom>
          <a:solidFill>
            <a:srgbClr val="B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A Zuehlke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7432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Who runs E2E tests?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Most hands go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B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A Zuehlke Medium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7432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Whose suite is green right now?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Fewer hands. Some laughter.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57031" y="2057400"/>
            <a:ext cx="502920" cy="502920"/>
          </a:xfrm>
          <a:prstGeom prst="ellipse">
            <a:avLst/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A Zuehlke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743200"/>
            <a:ext cx="2971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Who blocks a PR on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Almost none.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572000"/>
            <a:ext cx="10945368" cy="914400"/>
          </a:xfrm>
          <a:prstGeom prst="roundRect">
            <a:avLst>
              <a:gd name="adj" fmla="val 8000"/>
            </a:avLst>
          </a:prstGeom>
          <a:solidFill>
            <a:srgbClr val="FFE5BF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75488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"/>
              </a:rPr>
              <a:t>The distance between the first hand and the last one is this talk. Nobody blocks a merge on a suite that takes an hour and fails for reasons nobody trusts.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df01cee2-15d1-4b89-84ab-23e605776fe9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SECTION 01 · WHY NOW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Change got cheap. Confidence did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5349240" cy="173736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5875">
            <a:solidFill>
              <a:srgbClr val="00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Writing the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6712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0CC66"/>
                </a:solidFill>
                <a:latin typeface="AA Zuehlke Medium"/>
              </a:rPr>
              <a:t>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6090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AI writes it, reviews it, refactors it. That cost collapsed.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600200"/>
            <a:ext cx="5349240" cy="173736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1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Trusting the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1" y="216712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9900"/>
                </a:solidFill>
                <a:latin typeface="AA Zuehlke Medium"/>
              </a:rPr>
              <a:t>AN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1" y="266090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Same suite, same nightly run, same shrug. That cost did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6576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85B9C"/>
                </a:solidFill>
                <a:latin typeface="AA Zuehlke Medium"/>
              </a:rPr>
              <a:t>What it should cost instead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1148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Today — every change runs everything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6592" y="4169663"/>
            <a:ext cx="4572000" cy="25603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1" y="4114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60m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3659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Target — an isolated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6592" y="4791455"/>
            <a:ext cx="761999" cy="256032"/>
          </a:xfrm>
          <a:prstGeom prst="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5751" y="47365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10m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778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A Zuehlke"/>
              </a:rPr>
              <a:t>Ten minutes is a coffee. An hour is a context switch — so the suite moves to nightly, and nightly means nobody is gating on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e5c23306-b9d9-4f35-81d2-5341000c336f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01 · THE EXAMPLE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One repo, three apps, one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10945368" cy="749808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9105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 Medium"/>
              </a:rPr>
              <a:t>“A build system with smart caching and task orchestration.”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6537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nx.dev  ·  It knows what depends on what, so it can skip work. It does not run your tests — Cypress still does that.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108960"/>
            <a:ext cx="1965960" cy="6858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114800" y="3108960"/>
            <a:ext cx="1965960" cy="6858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3108960"/>
            <a:ext cx="1965960" cy="6858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046720" y="3108960"/>
            <a:ext cx="1965960" cy="6858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239572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8C8C"/>
                </a:solidFill>
                <a:latin typeface="AA Zuehlke"/>
              </a:rPr>
              <a:t>10 specs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51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9572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8C8C"/>
                </a:solidFill>
                <a:latin typeface="AA Zuehlke"/>
              </a:rPr>
              <a:t>10 specs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651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651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9572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8C8C"/>
                </a:solidFill>
                <a:latin typeface="AA Zuehlke"/>
              </a:rPr>
              <a:t>10 specs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651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651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794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794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804D"/>
                </a:solidFill>
                <a:latin typeface="Consolas"/>
              </a:rPr>
              <a:t>formatting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794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794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804D"/>
                </a:solidFill>
                <a:latin typeface="Consolas"/>
              </a:rPr>
              <a:t>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94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8C8C8C"/>
                </a:solidFill>
                <a:latin typeface="AA Zuehlke"/>
              </a:rPr>
              <a:t>shared libs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57200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7183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CC66"/>
                </a:solidFill>
                <a:latin typeface="AA Zuehlke Medium"/>
              </a:rPr>
              <a:t>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530352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spec 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457200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47183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AA Zuehlke Medium"/>
              </a:rPr>
              <a:t>202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530352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1" y="457200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47183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9900"/>
                </a:solidFill>
                <a:latin typeface="AA Zuehlke Medium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30352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tasks that can run them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A Zuehlke"/>
              </a:rPr>
              <a:t>Thirty files, but only three things you can actually run — one e2e task per app.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54b0cc5d-c44c-40b7-8482-8e852f56f3b8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SECTION 01 · THE BASELINE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So how fast is the feedback?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6492240" cy="2066544"/>
          </a:xfrm>
          <a:prstGeom prst="roundRect">
            <a:avLst>
              <a:gd name="adj" fmla="val 3539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089903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Consolas"/>
              </a:rPr>
              <a:t>$ nx run-many -t e2e --parallel=1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D4D4D"/>
                </a:solidFill>
                <a:latin typeface="Consolas"/>
              </a:rPr>
              <a:t>  shop-e2e    10 specs ....... 1m 33s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D4D4D"/>
                </a:solidFill>
                <a:latin typeface="Consolas"/>
              </a:rPr>
              <a:t>  admin-e2e   10 specs ....... 1m 20s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D4D4D"/>
                </a:solidFill>
                <a:latin typeface="Consolas"/>
              </a:rPr>
              <a:t>  docs-e2e    10 specs ....... 1m 27s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8C8C"/>
                </a:solidFill>
                <a:latin typeface="Consolas"/>
              </a:rPr>
              <a:t>  ─────────────────────────────────────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9900"/>
                </a:solidFill>
                <a:latin typeface="Consolas"/>
              </a:rPr>
              <a:t>  Run duration:              4m 20s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00200"/>
            <a:ext cx="3977639" cy="237744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874519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FF9900"/>
                </a:solidFill>
                <a:latin typeface="AA Zuehlke Medium"/>
              </a:rPr>
              <a:t>4m 20s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6517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for one opinion on whether your change is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3375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Three apps. One process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7548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And this is the small version. Fifteen apps and 1,500 tests is the project this came from — same shape, different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35851e8c-6af7-4a46-a1e2-61a0ca010ab4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01 · THE WISH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Imagine you could run only…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534924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600200"/>
            <a:ext cx="45720" cy="1554480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8013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…what the change touched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58568"/>
            <a:ext cx="489204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Not the whole suite. The apps the diff can actually break.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600200"/>
            <a:ext cx="534924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1" y="1600200"/>
            <a:ext cx="45720" cy="1554480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013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…several specs at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58568"/>
            <a:ext cx="489204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On the cores you already paid for.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429000"/>
            <a:ext cx="534924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3429000"/>
            <a:ext cx="45720" cy="1554480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6301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…the same way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087368"/>
            <a:ext cx="489204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One command, identical locally and on 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3429000"/>
            <a:ext cx="534924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1" y="3429000"/>
            <a:ext cx="45720" cy="1554480"/>
          </a:xfrm>
          <a:prstGeom prst="rect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6301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…only what failed last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087368"/>
            <a:ext cx="489204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A retry that skips the 28 specs that already passed.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577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85B9C"/>
                </a:solidFill>
                <a:latin typeface="AA Zuehlke Medium"/>
              </a:rPr>
              <a:t>All four are configuration. None of them need a subscription.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c11f3bc1-27b7-4324-934c-ebea430941b6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02 · THE ATOMIZER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One task becomes one task per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9900"/>
                </a:solidFill>
                <a:latin typeface="Consolas"/>
              </a:rPr>
              <a:t>e2e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606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8C8C"/>
                </a:solidFill>
                <a:latin typeface="AA Zuehlke"/>
              </a:rPr>
              <a:t>one task, ten specs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87451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985B9C"/>
                </a:solidFill>
                <a:latin typeface="AA Zuehlke Medium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60020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6002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99CC"/>
                </a:solidFill>
                <a:latin typeface="Consolas"/>
              </a:rPr>
              <a:t>e2e-ci--src/e2e/catalog.cy.ts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167128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16712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99CC"/>
                </a:solidFill>
                <a:latin typeface="Consolas"/>
              </a:rPr>
              <a:t>e2e-ci--src/e2e/search.cy.ts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734056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73405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99CC"/>
                </a:solidFill>
                <a:latin typeface="Consolas"/>
              </a:rPr>
              <a:t>e2e-ci--src/e2e/cart-add.cy.ts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300984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30098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99CC"/>
                </a:solidFill>
                <a:latin typeface="Consolas"/>
              </a:rPr>
              <a:t>e2e-ci--src/e2e/checkout.cy.ts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867912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86791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99CC"/>
                </a:solidFill>
                <a:latin typeface="Consolas"/>
              </a:rPr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66344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Nx globs the spec files and generates one cacheable target per file. Nobody maintains this 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cdea2d07-a706-418b-a504-2e09d0b5b138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02 · SETUP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Turning it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1 · Add the plugin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20240"/>
            <a:ext cx="5120640" cy="64008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18303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0CC66"/>
                </a:solidFill>
                <a:latin typeface="Consolas"/>
              </a:rPr>
              <a:t>nx add @nx/cypress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34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2 · It registers this in nx.json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3154680"/>
            <a:ext cx="5120640" cy="2066544"/>
          </a:xfrm>
          <a:prstGeom prst="roundRect">
            <a:avLst>
              <a:gd name="adj" fmla="val 3539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4718303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D4D4D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99CC"/>
                </a:solidFill>
                <a:latin typeface="Consolas"/>
              </a:rPr>
              <a:t>  "plugin": "@nx/cypress/plugin",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D4D4D"/>
                </a:solidFill>
                <a:latin typeface="Consolas"/>
              </a:rPr>
              <a:t>  "options": {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CC66"/>
                </a:solidFill>
                <a:latin typeface="Consolas"/>
              </a:rPr>
              <a:t>    "targetName": "e2e",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CC66"/>
                </a:solidFill>
                <a:latin typeface="Consolas"/>
              </a:rPr>
              <a:t>    "ciTargetName": "e2e-ci"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D4D4D"/>
                </a:solidFill>
                <a:latin typeface="Consolas"/>
              </a:rPr>
              <a:t>  }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D4D4D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3 · Ask what you got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257800" cy="2066544"/>
          </a:xfrm>
          <a:prstGeom prst="roundRect">
            <a:avLst>
              <a:gd name="adj" fmla="val 3539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103120"/>
            <a:ext cx="4855464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Consolas"/>
              </a:rPr>
              <a:t>nx show project shop-e2e --json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8C8C"/>
                </a:solidFill>
                <a:latin typeface="Consolas"/>
              </a:rPr>
              <a:t>e2e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9900"/>
                </a:solidFill>
                <a:latin typeface="Consolas"/>
              </a:rPr>
              <a:t>e2e-ci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99CC"/>
                </a:solidFill>
                <a:latin typeface="Consolas"/>
              </a:rPr>
              <a:t>e2e-ci--src/e2e/catalog.cy.ts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99CC"/>
                </a:solidFill>
                <a:latin typeface="Consolas"/>
              </a:rPr>
              <a:t>e2e-ci--src/e2e/search.cy.ts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C8C8C"/>
                </a:solidFill>
                <a:latin typeface="Consolas"/>
              </a:rPr>
              <a:t>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3776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A Zuehlke"/>
              </a:rPr>
              <a:t>One target per file path — not spec1, spec2, spec3.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476e5fab-d304-411e-96d3-0662d4d47e52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SECTION 03 · THE CATCH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Then Nx 23 tells you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10945368" cy="64008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303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Consolas"/>
              </a:rPr>
              <a:t>nx run-many -t e2e-ci --parallel=5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514600"/>
            <a:ext cx="10945368" cy="1600200"/>
          </a:xfrm>
          <a:prstGeom prst="roundRect">
            <a:avLst>
              <a:gd name="adj" fmla="val 4571"/>
            </a:avLst>
          </a:prstGeom>
          <a:solidFill>
            <a:srgbClr val="FFE5BF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79191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AA Zuehlke Medium"/>
              </a:rPr>
              <a:t>NX   The following tasks should only be run with Nx Cloud: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- admin-e2e:e2e-ci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- docs-e2e:e2e-ci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- shop-e2e:e2e-ci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00000"/>
                </a:solidFill>
                <a:latin typeface="Consolas"/>
              </a:rPr>
              <a:t>Please enable Nx Cloud or use the slower "e2e"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4348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35F00"/>
                </a:solidFill>
                <a:latin typeface="AA Zuehlke Medium"/>
              </a:rPr>
              <a:t>So now it is a procurement question.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502005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4937760"/>
            <a:ext cx="10652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Nx Cloud is a premium service from Nx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543153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5349240"/>
            <a:ext cx="10652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Is it approved in your organisation?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5843016"/>
            <a:ext cx="68580" cy="68580"/>
          </a:xfrm>
          <a:prstGeom prst="ellipse">
            <a:avLst/>
          </a:prstGeom>
          <a:solidFill>
            <a:srgbClr val="B3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760720"/>
            <a:ext cx="10652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35F00"/>
                </a:solidFill>
                <a:latin typeface="AA Zuehlke Medium"/>
              </a:rPr>
              <a:t>If not approved — you are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f25a0d39-674c-42b9-8c88-b4ecc8ef93bd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04 · PARALLEL, NO CLOUD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Ask for the list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6492240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0899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C8C8C"/>
                </a:solidFill>
                <a:latin typeface="Consolas"/>
              </a:rPr>
              <a:t># the wrapper is gated — the leaves are not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Consolas"/>
              </a:rPr>
              <a:t>nx show project shop-e2e --json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99CC"/>
                </a:solidFill>
                <a:latin typeface="Consolas"/>
              </a:rPr>
              <a:t>  → e2e-ci--src/e2e/catalog.cy.ts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99CC"/>
                </a:solidFill>
                <a:latin typeface="Consolas"/>
              </a:rPr>
              <a:t>  → e2e-ci--src/e2e/search.cy.ts  …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CC66"/>
                </a:solidFill>
                <a:latin typeface="Consolas"/>
              </a:rPr>
              <a:t>nx run-many --targets=&lt;that list&gt; --parallel=5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00200"/>
            <a:ext cx="3977639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00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7830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C8C8C"/>
                </a:solidFill>
                <a:latin typeface="AA Zuehlke Medium"/>
              </a:rPr>
              <a:t>4m 20s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94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C8C8C"/>
                </a:solidFill>
                <a:latin typeface="AA Zuehlke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49631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0CC66"/>
                </a:solidFill>
                <a:latin typeface="AA Zuehlke Medium"/>
              </a:rPr>
              <a:t>2m 20s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46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same laptop, one 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297680"/>
            <a:ext cx="10945368" cy="1325880"/>
          </a:xfrm>
          <a:prstGeom prst="roundRect">
            <a:avLst>
              <a:gd name="adj" fmla="val 5517"/>
            </a:avLst>
          </a:prstGeom>
          <a:solidFill>
            <a:srgbClr val="FFE5BF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46227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The part people 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791456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"/>
              </a:rPr>
              <a:t>Atomize and run them serially and you get 5m 40s — 31% SLOWER than not splitting at all, because every spec now boots its own Cypress. Splitting is not a speedup. It is the precondition for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f9edfaa5-3f96-4081-b347-5f052e452232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04 · DISTRIBUTION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One runner per app, not per shard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6492240" cy="2066544"/>
          </a:xfrm>
          <a:prstGeom prst="roundRect">
            <a:avLst>
              <a:gd name="adj" fmla="val 3539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089903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099CC"/>
                </a:solidFill>
                <a:latin typeface="Consolas"/>
              </a:rPr>
              <a:t>- id: list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0CC66"/>
                </a:solidFill>
                <a:latin typeface="Consolas"/>
              </a:rPr>
              <a:t>  run: echo "projects=$(node tools/e2e-targets.mjs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0CC66"/>
                </a:solidFill>
                <a:latin typeface="Consolas"/>
              </a:rPr>
              <a:t>        --projects-json)" &gt;&gt; "$GITHUB_OUTPUT"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099CC"/>
                </a:solidFill>
                <a:latin typeface="Consolas"/>
              </a:rPr>
              <a:t>strategy: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matrix: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00000"/>
                </a:solidFill>
                <a:latin typeface="Consolas"/>
              </a:rPr>
              <a:t>    project: ${{ fromJson(needs.discover.outputs.projects) }}</a:t>
            </a:r>
          </a:p>
        </p:txBody>
      </p:sp>
      <p:sp>
        <p:nvSpPr>
          <p:cNvPr id="6" name="Oval 5"/>
          <p:cNvSpPr/>
          <p:nvPr/>
        </p:nvSpPr>
        <p:spPr>
          <a:xfrm>
            <a:off x="7589520" y="172821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AA Zuehlke"/>
              </a:rPr>
              <a:t>The matrix comes from the graph — a 4th app adds a runner by itself</a:t>
            </a:r>
          </a:p>
        </p:txBody>
      </p:sp>
      <p:sp>
        <p:nvSpPr>
          <p:cNvPr id="8" name="Oval 7"/>
          <p:cNvSpPr/>
          <p:nvPr/>
        </p:nvSpPr>
        <p:spPr>
          <a:xfrm>
            <a:off x="7589520" y="2295144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212848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AA Zuehlke"/>
              </a:rPr>
              <a:t>One preview server per runner, nothing to balance</a:t>
            </a:r>
          </a:p>
        </p:txBody>
      </p:sp>
      <p:sp>
        <p:nvSpPr>
          <p:cNvPr id="10" name="Oval 9"/>
          <p:cNvSpPr/>
          <p:nvPr/>
        </p:nvSpPr>
        <p:spPr>
          <a:xfrm>
            <a:off x="7589520" y="2862072"/>
            <a:ext cx="68580" cy="68580"/>
          </a:xfrm>
          <a:prstGeom prst="ellipse">
            <a:avLst/>
          </a:prstGeom>
          <a:solidFill>
            <a:srgbClr val="B3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779776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35F00"/>
                </a:solidFill>
                <a:latin typeface="AA Zuehlke"/>
              </a:rPr>
              <a:t>Costs ~40s up front: discovery needs npm ci first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3429000"/>
            <a:ext cx="68580" cy="68580"/>
          </a:xfrm>
          <a:prstGeom prst="ellipse">
            <a:avLst/>
          </a:prstGeom>
          <a:solidFill>
            <a:srgbClr val="008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346704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804D"/>
                </a:solidFill>
                <a:latin typeface="AA Zuehlke Medium"/>
              </a:rPr>
              <a:t>3m 44s on one machine → 1m 53s across three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148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85B9C"/>
                </a:solidFill>
                <a:latin typeface="AA Zuehlke Medium"/>
              </a:rPr>
              <a:t>Why not shard by index?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5262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72744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Three servers, not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18464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AA Zuehlke"/>
              </a:rPr>
              <a:t>A shard spanning apps builds and boots every app on that runner.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45262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472744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Nothing to rebalance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518464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AA Zuehlke"/>
              </a:rPr>
              <a:t>Similar-sized apps are already even.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45262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4727448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run-many is a cross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3" y="518464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AA Zuehlke"/>
              </a:rPr>
              <a:t>shop and admin both have login.cy.ts. A cross-app shard runs the wrong 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51dfbb68-0570-47a3-b996-98eff4e0ecd5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05 · THE CACHE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Run it again. Nothing runs.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10945368" cy="1353312"/>
          </a:xfrm>
          <a:prstGeom prst="roundRect">
            <a:avLst>
              <a:gd name="adj" fmla="val 5405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30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Consolas"/>
              </a:rPr>
              <a:t>$ node tools/run-e2e.mjs --project=shop-e2e --parallel=5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CC66"/>
                </a:solidFill>
                <a:latin typeface="Consolas"/>
              </a:rPr>
              <a:t>  Run duration:      134ms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CC66"/>
                </a:solidFill>
                <a:latin typeface="Consolas"/>
              </a:rPr>
              <a:t>  Cache:             11/12 hit (92%)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8404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AA Zuehlke"/>
              </a:rPr>
              <a:t>Nothing changed, so nothing ran. Nx hashed each task's inputs — the spec file, the app source it depends on, the Cypress version — and replayed the stored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484632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99262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CC66"/>
                </a:solidFill>
                <a:latin typeface="AA Zuehlke Medium"/>
              </a:rPr>
              <a:t>134ms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57784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instead of 41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484632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499262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CC66"/>
                </a:solidFill>
                <a:latin typeface="AA Zuehlke Medium"/>
              </a:rPr>
              <a:t>11/12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557784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tasks replayed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484632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499262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AA Zuehlke Medium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557784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Cypress processes started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f55d7fef-5dfd-4f29-92e0-5c218f198850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SECTION 05 · THE PAYOFF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A retry only runs what failed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10945368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303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Consolas"/>
              </a:rPr>
              <a:t>$ npm run demo:break &amp;&amp; node tools/run-e2e.mjs --project=shop-e2e --parallel=5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9900"/>
                </a:solidFill>
                <a:latin typeface="Consolas"/>
              </a:rPr>
              <a:t>  2 failed  ·  Run duration: 39s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0000"/>
                </a:solidFill>
                <a:latin typeface="Consolas"/>
              </a:rPr>
              <a:t>$ node tools/run-e2e.mjs --project=shop-e2e --parallel=5     # nothing changed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0CC66"/>
                </a:solidFill>
                <a:latin typeface="Consolas"/>
              </a:rPr>
              <a:t>  Cache: 9/10 hit  ·  Run duration: 28s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9900"/>
                </a:solidFill>
                <a:latin typeface="Consolas"/>
              </a:rPr>
              <a:t>  Failed: cart-totals.cy.ts, checkout-happy-path.cy.ts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690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The eight that passed are cache hits. Only the two that failed re-execute — because Nx never caches a failed task. No test-name bookkeeping, no --only-failures flag.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493776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508406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9900"/>
                </a:solidFill>
                <a:latin typeface="AA Zuehlke Medium"/>
              </a:rPr>
              <a:t>39s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66928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First run, 2 specs 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493776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508406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CC66"/>
                </a:solidFill>
                <a:latin typeface="AA Zuehlke Medium"/>
              </a:rPr>
              <a:t>28s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566928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Retry: 9 of 10 replayed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4937760"/>
            <a:ext cx="342900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508406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AA Zuehlke Medium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566928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Specs that actually 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8ba0a121-159a-4165-a0c1-117fbac0c80b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05 · THE BIT THAT SURPRISES PEOPLE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The cache is content-addressed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CC66"/>
                </a:solidFill>
                <a:latin typeface="AA Zuehlke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671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 Medium"/>
              </a:rPr>
              <a:t>Green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603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onsolas"/>
              </a:rPr>
              <a:t>hash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CC66"/>
                </a:solidFill>
                <a:latin typeface="AA Zuehlke Medium"/>
              </a:rPr>
              <a:t>cached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9900"/>
                </a:solidFill>
                <a:latin typeface="AA Zuehlke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1671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 Medium"/>
              </a:rPr>
              <a:t>Seed the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5603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onsolas"/>
              </a:rPr>
              <a:t>hash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063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9900"/>
                </a:solidFill>
                <a:latin typeface="AA Zuehlke Medium"/>
              </a:rPr>
              <a:t>2 fail, 8 cached at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CC66"/>
                </a:solidFill>
                <a:latin typeface="AA Zuehlke Mediu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1671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 Medium"/>
              </a:rPr>
              <a:t>Revert the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5603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onsolas"/>
              </a:rPr>
              <a:t>hash A again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3063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CC66"/>
                </a:solidFill>
                <a:latin typeface="AA Zuehlke Medium"/>
              </a:rPr>
              <a:t>all 10 replay — 206ms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023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D4D4D"/>
                </a:solidFill>
                <a:latin typeface="AA Zuehlke"/>
              </a:rPr>
              <a:t>Undoing a change gives you your old results back. Nx already knows the answer for that exact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663440"/>
            <a:ext cx="10945368" cy="1051560"/>
          </a:xfrm>
          <a:prstGeom prst="roundRect">
            <a:avLst>
              <a:gd name="adj" fmla="val 6956"/>
            </a:avLst>
          </a:prstGeom>
          <a:solidFill>
            <a:srgbClr val="D9F2FF"/>
          </a:solidFill>
          <a:ln w="12700">
            <a:solidFill>
              <a:srgbClr val="009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8463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"/>
              </a:rPr>
              <a:t>The key is built from inputs, not from the commit. A commit that touched only this deck restored the previous commit's cache: 33/36 hits, 119ms, and the CI job went from 3m 44s to 35s.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472642a9-3db7-4b59-a70c-a0478c2b8832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06 · THE 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Climb only as far as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91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1 · Un-atomized, one process per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8032" y="1746504"/>
            <a:ext cx="3775934" cy="25603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41126" y="1691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4m 20s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048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2 · Atomized, but still serial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8032" y="2459736"/>
            <a:ext cx="4937760" cy="256032"/>
          </a:xfrm>
          <a:prstGeom prst="rect">
            <a:avLst/>
          </a:prstGeom>
          <a:solidFill>
            <a:srgbClr val="B35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2952" y="24048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5m 40s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11810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3 · Atomized, 5 at a time, one machine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8032" y="3172968"/>
            <a:ext cx="2033195" cy="256032"/>
          </a:xfrm>
          <a:prstGeom prst="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8387" y="311810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2m 20s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31335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4 · One runner per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8032" y="3886199"/>
            <a:ext cx="798755" cy="256032"/>
          </a:xfrm>
          <a:prstGeom prst="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3947" y="3831335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55s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445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— · Re-run, nothing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28032" y="4599432"/>
            <a:ext cx="72614" cy="256032"/>
          </a:xfrm>
          <a:prstGeom prst="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7806" y="45445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5s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440680"/>
            <a:ext cx="10945368" cy="777240"/>
          </a:xfrm>
          <a:prstGeom prst="roundRect">
            <a:avLst>
              <a:gd name="adj" fmla="val 9411"/>
            </a:avLst>
          </a:prstGeom>
          <a:solidFill>
            <a:srgbClr val="FFE5BF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6235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"/>
              </a:rPr>
              <a:t>Rung 2 is the honest one: at 30 specs, atomizing without parallelism is 31% slower than not atomizing at 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449a0cd9-f83c-4f03-87f5-163c43ccbf61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06 · THE GRAPH EARNS ITS KEEP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Let the graph pick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 Medium"/>
              </a:rPr>
              <a:t>YOU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62272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 Medium"/>
              </a:rPr>
              <a:t>NX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116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onsolas"/>
              </a:rPr>
              <a:t>libs/formatting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272" y="20116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"/>
              </a:rPr>
              <a:t>shop +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2048256"/>
            <a:ext cx="1737360" cy="338328"/>
          </a:xfrm>
          <a:prstGeom prst="roundRect">
            <a:avLst>
              <a:gd name="adj" fmla="val 21621"/>
            </a:avLst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2048256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20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974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onsolas"/>
              </a:rPr>
              <a:t>libs/ui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6974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"/>
              </a:rPr>
              <a:t>admin + 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5632" y="2734056"/>
            <a:ext cx="1737360" cy="338328"/>
          </a:xfrm>
          <a:prstGeom prst="roundRect">
            <a:avLst>
              <a:gd name="adj" fmla="val 21621"/>
            </a:avLst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734056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20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3832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onsolas"/>
              </a:rPr>
              <a:t>apps/docs/**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3832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"/>
              </a:rPr>
              <a:t>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3419856"/>
            <a:ext cx="1737360" cy="338328"/>
          </a:xfrm>
          <a:prstGeom prst="roundRect">
            <a:avLst>
              <a:gd name="adj" fmla="val 21621"/>
            </a:avLst>
          </a:prstGeom>
          <a:solidFill>
            <a:srgbClr val="B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3419856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10 targets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0690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onsolas"/>
              </a:rPr>
              <a:t>a README typo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0690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"/>
              </a:rPr>
              <a:t>nothing at 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4105656"/>
            <a:ext cx="1737360" cy="338328"/>
          </a:xfrm>
          <a:prstGeom prst="roundRect">
            <a:avLst>
              <a:gd name="adj" fmla="val 21621"/>
            </a:avLst>
          </a:prstGeom>
          <a:solidFill>
            <a:srgbClr val="B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4105656"/>
            <a:ext cx="17373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0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3949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This is the argument for keeping e2e in the monorepo: the graph already knows which apps a shared component can break.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4106c2c5-58cf-43a6-8441-b11383ed6def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SECTION 06 · FROM A REAL PROJECT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Fifteen apps, and what changed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00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465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AA Zuehlke Medium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33172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2432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A Zuehlke"/>
              </a:rPr>
              <a:t>every E2E suite reviewed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00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465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CC66"/>
                </a:solidFill>
                <a:latin typeface="AA Zuehlke Medium"/>
              </a:rPr>
              <a:t>1K → 1.5K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3172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62432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A Zuehlke"/>
              </a:rPr>
              <a:t>deleted a lot, added more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600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746504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0CC66"/>
                </a:solidFill>
                <a:latin typeface="AA Zuehlke Medium"/>
              </a:rP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331720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code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62432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A Zuehlke"/>
              </a:rPr>
              <a:t>and stable, not "mostly"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3375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A Zuehlke Medium"/>
              </a:rPr>
              <a:t>CI build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4903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Before — whole 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22191" y="3803903"/>
            <a:ext cx="3657600" cy="25603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374903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370831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After — whole repo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22191" y="4425695"/>
            <a:ext cx="1905000" cy="256032"/>
          </a:xfrm>
          <a:prstGeom prst="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64352" y="4370831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25m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99262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After — one app changed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22191" y="5047488"/>
            <a:ext cx="762000" cy="256032"/>
          </a:xfrm>
          <a:prstGeom prst="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1352" y="499262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A Zuehlke Medium"/>
              </a:rPr>
              <a:t>10m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370332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BFF2D9"/>
          </a:solidFill>
          <a:ln w="12700">
            <a:solidFill>
              <a:srgbClr val="00C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3931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AA Zuehlke Medium"/>
              </a:rPr>
              <a:t>Half the Actions bill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5262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Minutes are billed. Cache hits are not.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89513399-98c3-4522-acc4-16766af6a142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YOUR TURN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Same problem? Start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9164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99CC"/>
                </a:solidFill>
                <a:latin typeface="AA Zuehlke Medium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691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Clone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07568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Everything in this talk, measured and reproducible.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3464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99CC"/>
                </a:solidFill>
                <a:latin typeface="AA Zuehlke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834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Point your agent at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21868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"Apply this Nx atomizer + cache setup to my repo."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977639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99CC"/>
                </a:solidFill>
                <a:latin typeface="AA Zuehlke Medium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97763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 Medium"/>
              </a:rPr>
              <a:t>Measure before you believe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36168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npm run e2e:benchmark, on your machine, on your 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534924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3492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99CC"/>
                </a:solidFill>
                <a:latin typeface="Consolas"/>
              </a:rPr>
              <a:t>github.com/radzivil/nx-scaling-e2e-tests-with-atomizer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60020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qr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10312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8240" y="3977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8C8C"/>
                </a:solidFill>
                <a:latin typeface="AA Zuehlke"/>
              </a:rPr>
              <a:t>Clone the demo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1983d845-f85b-4a96-90a6-788181e7ca5d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985B9C"/>
                </a:solidFill>
                <a:latin typeface="AA Zuehlke Medium"/>
              </a:rPr>
              <a:t>THANK YOU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Feedback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AA Zuehlke"/>
              </a:rPr>
              <a:t>Take a minute to give your feedback — it makes the next session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3172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 Medium"/>
              </a:rPr>
              <a:t>WHAT TO TAKE BACK</a:t>
            </a:r>
          </a:p>
        </p:txBody>
      </p:sp>
      <p:sp>
        <p:nvSpPr>
          <p:cNvPr id="6" name="Oval 5"/>
          <p:cNvSpPr/>
          <p:nvPr/>
        </p:nvSpPr>
        <p:spPr>
          <a:xfrm>
            <a:off x="621792" y="277977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69748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Splitting is generated, not maintained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319125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10896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Splitting alone is not a speedup — concurrency is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360273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52044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The cache is the retry story: failures are never cached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401421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93192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Distribute by app before you distribute by index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442569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343400"/>
            <a:ext cx="6720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None of it needs Nx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60020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qr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691640"/>
            <a:ext cx="2377439" cy="23774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03920" y="425195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C8C8C"/>
                </a:solidFill>
                <a:latin typeface="AA Zuehlke"/>
              </a:rPr>
              <a:t>Session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6235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onsolas"/>
              </a:rPr>
              <a:t>github.com/radzivil/nx-scaling-e2e-tests-with-atomizer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"/>
              </a:rPr>
              <a:t>linkedin.com/in/vladimirradzivil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243038f4-b059-428e-bb13-7e0e282bc737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sz="2600" b="0" i="0">
                <a:solidFill>
                  <a:srgbClr val="FFFFFF"/>
                </a:solidFill>
                <a:latin typeface="AA Zuehlke Medium"/>
              </a:rPr>
              <a:t>Appendix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sz="1400" b="0" i="0">
                <a:solidFill>
                  <a:srgbClr val="FFFFFF"/>
                </a:solidFill>
                <a:latin typeface="AA Zuehlke"/>
              </a:rPr>
              <a:t>Kept back for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AA Zuehlke Medium"/>
              </a:rPr>
              <a:t>WHAT IS BACK HERE</a:t>
            </a:r>
          </a:p>
        </p:txBody>
      </p:sp>
      <p:sp>
        <p:nvSpPr>
          <p:cNvPr id="8" name="Oval 7"/>
          <p:cNvSpPr/>
          <p:nvPr/>
        </p:nvSpPr>
        <p:spPr>
          <a:xfrm>
            <a:off x="6492240" y="346557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383280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Six things that will bite you</a:t>
            </a:r>
          </a:p>
        </p:txBody>
      </p:sp>
      <p:sp>
        <p:nvSpPr>
          <p:cNvPr id="10" name="Oval 9"/>
          <p:cNvSpPr/>
          <p:nvPr/>
        </p:nvSpPr>
        <p:spPr>
          <a:xfrm>
            <a:off x="6492240" y="387705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794760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The Nx 23 cache-location trap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4288536"/>
            <a:ext cx="68580" cy="68580"/>
          </a:xfrm>
          <a:prstGeom prst="ellipse">
            <a:avLst/>
          </a:prstGeom>
          <a:solidFill>
            <a:srgbClr val="985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206240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D4D4D"/>
                </a:solidFill>
                <a:latin typeface="AA Zuehlke"/>
              </a:rPr>
              <a:t>Xvfb collisions when Cypress runs in 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ae8f8e32-10a3-4102-ae84-ce5bd7333dd1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sz="1100" b="0" i="0">
                <a:solidFill>
                  <a:srgbClr val="FF9900"/>
                </a:solidFill>
                <a:latin typeface="AA Zuehlke Medium"/>
              </a:rPr>
              <a:t>BEFORE YOU TRY THIS AT WORK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 b="0" i="0">
                <a:solidFill>
                  <a:srgbClr val="000000"/>
                </a:solidFill>
                <a:latin typeface="AA Zuehlke Medium"/>
              </a:rPr>
              <a:t>Six things that will bite you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655064"/>
            <a:ext cx="256032" cy="256032"/>
          </a:xfrm>
          <a:prstGeom prst="ellipse">
            <a:avLst/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5506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16002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Per-task startup 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8112" y="160020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Each atomized target boots Cypress. Parallelism has to beat it.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404872"/>
            <a:ext cx="256032" cy="256032"/>
          </a:xfrm>
          <a:prstGeom prst="ellipse">
            <a:avLst/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40487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35000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e2e-ci is gated on Nx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8112" y="2350008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The wrapper needs Nx Cloud. The leaf targets do not.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3154679"/>
            <a:ext cx="256032" cy="256032"/>
          </a:xfrm>
          <a:prstGeom prst="ellipse">
            <a:avLst/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154679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099815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The cache is not in .nx/cache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3099815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Nx 23 puts it in ~/.nx/&lt;hash&gt;/cache. Most CI recipes cache the wrong path.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3904487"/>
            <a:ext cx="256032" cy="256032"/>
          </a:xfrm>
          <a:prstGeom prst="ellipse">
            <a:avLst/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904487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84962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Parallel Cypress fights over :99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3849624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Each process spawns its own Xvfb. Start one and export DISPLAY.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" y="4654295"/>
            <a:ext cx="256032" cy="256032"/>
          </a:xfrm>
          <a:prstGeom prst="ellipse">
            <a:avLst/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654295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599431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Cache the Cypress binary in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4599431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Otherwise every shard re-downloads ~200 MB.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" y="5404103"/>
            <a:ext cx="256032" cy="256032"/>
          </a:xfrm>
          <a:prstGeom prst="ellipse">
            <a:avLst/>
          </a:prstGeom>
          <a:solidFill>
            <a:srgbClr val="FFE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404103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A Zuehlke Medium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53492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A Zuehlke Medium"/>
              </a:rPr>
              <a:t>App changes invalidate everything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534924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D4D4D"/>
                </a:solidFill>
                <a:latin typeface="AA Zuehlke"/>
              </a:rPr>
              <a:t>Correct, but it limits when failure-only retries help.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34593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e10edef9-4348-44e9-bf11-581e0b4b4d0a}" type="slidenum">
              <a:rPr lang="en-US" sz="800">
                <a:solidFill>
                  <a:srgbClr val="8C8C8C"/>
                </a:solidFill>
                <a:latin typeface="AA Zuehlke"/>
              </a:rPr>
              <a:t>1</a:t>
            </a:fld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heme/theme1.xml><?xml version="1.0" encoding="utf-8"?>
<a:theme xmlns:a="http://schemas.openxmlformats.org/drawingml/2006/main" name="Zühlke">
  <a:themeElements>
    <a:clrScheme name="Zühlke final">
      <a:dk1>
        <a:srgbClr val="4D4D4D"/>
      </a:dk1>
      <a:lt1>
        <a:sysClr val="window" lastClr="FFFFFF"/>
      </a:lt1>
      <a:dk2>
        <a:srgbClr val="985B9C"/>
      </a:dk2>
      <a:lt2>
        <a:srgbClr val="666666"/>
      </a:lt2>
      <a:accent1>
        <a:srgbClr val="0099CC"/>
      </a:accent1>
      <a:accent2>
        <a:srgbClr val="66CCFF"/>
      </a:accent2>
      <a:accent3>
        <a:srgbClr val="00CC66"/>
      </a:accent3>
      <a:accent4>
        <a:srgbClr val="CCCCCC"/>
      </a:accent4>
      <a:accent5>
        <a:srgbClr val="8C8C8C"/>
      </a:accent5>
      <a:accent6>
        <a:srgbClr val="CCFF00"/>
      </a:accent6>
      <a:hlink>
        <a:srgbClr val="985B9C"/>
      </a:hlink>
      <a:folHlink>
        <a:srgbClr val="4D4D4D"/>
      </a:folHlink>
    </a:clrScheme>
    <a:fontScheme name="Zuehlke TTF">
      <a:majorFont>
        <a:latin typeface="AA Zuehlke Medium"/>
        <a:ea typeface=""/>
        <a:cs typeface=""/>
      </a:majorFont>
      <a:minorFont>
        <a:latin typeface="AA Zuehlk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6350">
          <a:noFill/>
        </a:ln>
      </a:spPr>
      <a:bodyPr lIns="0" tIns="0" rIns="0" bIns="0" rtlCol="0" anchor="ctr"/>
      <a:lstStyle>
        <a:defPPr algn="ctr">
          <a:lnSpc>
            <a:spcPct val="120000"/>
          </a:lnSpc>
          <a:defRPr sz="1600" spc="2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16000" indent="-216000" algn="l">
          <a:lnSpc>
            <a:spcPct val="120000"/>
          </a:lnSpc>
          <a:spcBef>
            <a:spcPts val="200"/>
          </a:spcBef>
          <a:spcAft>
            <a:spcPts val="300"/>
          </a:spcAft>
          <a:buFont typeface="Wingdings 2" panose="05020102010507070707" pitchFamily="18" charset="2"/>
          <a:buChar char="¡"/>
          <a:defRPr sz="1600" spc="20" dirty="0" err="1" smtClean="0"/>
        </a:defPPr>
      </a:lstStyle>
    </a:txDef>
  </a:objectDefaults>
  <a:extraClrSchemeLst/>
  <a:custClrLst>
    <a:custClr name="Purple 100">
      <a:srgbClr val="985B9C"/>
    </a:custClr>
    <a:custClr name="Blue 100">
      <a:srgbClr val="0099CC"/>
    </a:custClr>
    <a:custClr name="Bright Blue 100">
      <a:srgbClr val="66CCFF"/>
    </a:custClr>
    <a:custClr name="Green 100">
      <a:srgbClr val="00CC66"/>
    </a:custClr>
    <a:custClr name="Bright Green 100">
      <a:srgbClr val="CCFF00"/>
    </a:custClr>
    <a:custClr name="Light Gray 100">
      <a:srgbClr val="CCCCCC"/>
    </a:custClr>
    <a:custClr name="Dark Gray 100">
      <a:srgbClr val="666666"/>
    </a:custClr>
    <a:custClr name="empty">
      <a:srgbClr val="FFFFFF"/>
    </a:custClr>
    <a:custClr name="empty">
      <a:srgbClr val="FFFFFF"/>
    </a:custClr>
    <a:custClr name="Orange 100">
      <a:srgbClr val="FF9900"/>
    </a:custClr>
    <a:custClr name="Purple 75">
      <a:srgbClr val="B284B5"/>
    </a:custClr>
    <a:custClr name="Blue 75">
      <a:srgbClr val="40B3D9"/>
    </a:custClr>
    <a:custClr name="Bright Blue 75">
      <a:srgbClr val="8CD9FF"/>
    </a:custClr>
    <a:custClr name="Green 75">
      <a:srgbClr val="40D98C"/>
    </a:custClr>
    <a:custClr name="Bright Green 75">
      <a:srgbClr val="D9FF40"/>
    </a:custClr>
    <a:custClr name="Light Gray 75">
      <a:srgbClr val="D9D9D9"/>
    </a:custClr>
    <a:custClr name="Dark Gray 75">
      <a:srgbClr val="8C8C8C"/>
    </a:custClr>
    <a:custClr name="empty">
      <a:srgbClr val="FFFFFF"/>
    </a:custClr>
    <a:custClr name="empty">
      <a:srgbClr val="FFFFFF"/>
    </a:custClr>
    <a:custClr name="Orange 75">
      <a:srgbClr val="FFB340"/>
    </a:custClr>
    <a:custClr name="Purple 50">
      <a:srgbClr val="CBADCD"/>
    </a:custClr>
    <a:custClr name="Blue 50">
      <a:srgbClr val="80CCE5"/>
    </a:custClr>
    <a:custClr name="Bright Blue 50">
      <a:srgbClr val="B2E5FF"/>
    </a:custClr>
    <a:custClr name="Green 50">
      <a:srgbClr val="80E5B2"/>
    </a:custClr>
    <a:custClr name="Bright Green 50">
      <a:srgbClr val="E5FF80"/>
    </a:custClr>
    <a:custClr name="Light Gray 50">
      <a:srgbClr val="E5E5E5"/>
    </a:custClr>
    <a:custClr name="Dark Gray 50">
      <a:srgbClr val="B2B2B2"/>
    </a:custClr>
    <a:custClr name="empty">
      <a:srgbClr val="FFFFFF"/>
    </a:custClr>
    <a:custClr name="empty">
      <a:srgbClr val="FFFFFF"/>
    </a:custClr>
    <a:custClr name="Orange 50">
      <a:srgbClr val="FFCC80"/>
    </a:custClr>
    <a:custClr name="Purple 25">
      <a:srgbClr val="E5D6E6"/>
    </a:custClr>
    <a:custClr name="Blue 25">
      <a:srgbClr val="BFE5F2"/>
    </a:custClr>
    <a:custClr name="Bright Blue 25">
      <a:srgbClr val="D9F2FF"/>
    </a:custClr>
    <a:custClr name="Green 25">
      <a:srgbClr val="BFF2D9"/>
    </a:custClr>
    <a:custClr name="Bright Green 25">
      <a:srgbClr val="F2FFBF"/>
    </a:custClr>
    <a:custClr name="Light Gray 25">
      <a:srgbClr val="F2F2F2"/>
    </a:custClr>
    <a:custClr name="Dark Gray 25">
      <a:srgbClr val="D9D9D9"/>
    </a:custClr>
    <a:custClr name="empty">
      <a:srgbClr val="FFFFFF"/>
    </a:custClr>
    <a:custClr name="empty">
      <a:srgbClr val="FFFFFF"/>
    </a:custClr>
    <a:custClr name="Orange 25">
      <a:srgbClr val="FFE5BF"/>
    </a:custClr>
  </a:custClrLst>
  <a:extLst>
    <a:ext uri="{05A4C25C-085E-4340-85A3-A5531E510DB2}">
      <thm15:themeFamily xmlns:thm15="http://schemas.microsoft.com/office/thememl/2012/main" name="K16_Zuehlke_Master_DE_20220503-VIML0374.potx" id="{3A227FDB-4CFA-47FF-B668-4FB7B4F1D6B7}" vid="{18333380-08C3-43D1-B13D-7707F8736D0D}"/>
    </a:ext>
  </a:extLst>
</a:theme>
</file>

<file path=ppt/theme/theme2.xml><?xml version="1.0" encoding="utf-8"?>
<a:theme xmlns:a="http://schemas.openxmlformats.org/drawingml/2006/main" name="Office">
  <a:themeElements>
    <a:clrScheme name="Zühlke final">
      <a:dk1>
        <a:srgbClr val="4D4D4D"/>
      </a:dk1>
      <a:lt1>
        <a:sysClr val="window" lastClr="FFFFFF"/>
      </a:lt1>
      <a:dk2>
        <a:srgbClr val="985B9C"/>
      </a:dk2>
      <a:lt2>
        <a:srgbClr val="666666"/>
      </a:lt2>
      <a:accent1>
        <a:srgbClr val="0099CC"/>
      </a:accent1>
      <a:accent2>
        <a:srgbClr val="66CCFF"/>
      </a:accent2>
      <a:accent3>
        <a:srgbClr val="00CC66"/>
      </a:accent3>
      <a:accent4>
        <a:srgbClr val="CCCCCC"/>
      </a:accent4>
      <a:accent5>
        <a:srgbClr val="8C8C8C"/>
      </a:accent5>
      <a:accent6>
        <a:srgbClr val="CCFF00"/>
      </a:accent6>
      <a:hlink>
        <a:srgbClr val="985B9C"/>
      </a:hlink>
      <a:folHlink>
        <a:srgbClr val="4D4D4D"/>
      </a:folHlink>
    </a:clrScheme>
    <a:fontScheme name="Zuehlke final">
      <a:majorFont>
        <a:latin typeface="AA Zuehlke Med OTPS"/>
        <a:ea typeface=""/>
        <a:cs typeface=""/>
      </a:majorFont>
      <a:minorFont>
        <a:latin typeface="AA Zuehlke OTP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Zühlke final">
      <a:dk1>
        <a:srgbClr val="4D4D4D"/>
      </a:dk1>
      <a:lt1>
        <a:sysClr val="window" lastClr="FFFFFF"/>
      </a:lt1>
      <a:dk2>
        <a:srgbClr val="985B9C"/>
      </a:dk2>
      <a:lt2>
        <a:srgbClr val="666666"/>
      </a:lt2>
      <a:accent1>
        <a:srgbClr val="0099CC"/>
      </a:accent1>
      <a:accent2>
        <a:srgbClr val="66CCFF"/>
      </a:accent2>
      <a:accent3>
        <a:srgbClr val="00CC66"/>
      </a:accent3>
      <a:accent4>
        <a:srgbClr val="CCCCCC"/>
      </a:accent4>
      <a:accent5>
        <a:srgbClr val="8C8C8C"/>
      </a:accent5>
      <a:accent6>
        <a:srgbClr val="CCFF00"/>
      </a:accent6>
      <a:hlink>
        <a:srgbClr val="985B9C"/>
      </a:hlink>
      <a:folHlink>
        <a:srgbClr val="4D4D4D"/>
      </a:folHlink>
    </a:clrScheme>
    <a:fontScheme name="Zuehlke final">
      <a:majorFont>
        <a:latin typeface="AA Zuehlke Med OTPS"/>
        <a:ea typeface=""/>
        <a:cs typeface=""/>
      </a:majorFont>
      <a:minorFont>
        <a:latin typeface="AA Zuehlke OTP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<?xml version="1.0" encoding="utf-8"?>
<TemplafyFormConfiguration><![CDATA[{"formFields":[{"distinct":false,"hideIfNoUserInteractionRequired":false,"required":true,"autoSelectFirstOption":false,"shareValue":false,"type":"dropDown","dataSourceName":"PrivacyInformation","dataSourceFieldName":"PrivacyInformation","name":"Privacy_Information","label":"Privacy"}],"formDataEntries":[{"name":"Privacy_Information","value":"SS0W9a7Msxtj74vRSLg5pFGPNg16z3hLckrjz3UFUok="}]}]]></TemplafyFormConfiguration>
</file>

<file path=customXml/item2.xml><?xml version="1.0" encoding="utf-8"?>
<TemplafySlideTemplateConfiguration><![CDATA[{"slideVersion":1,"isValidatorEnabled":false,"isLocked":false,"elementsMetadata":[{"type":"shape","elementConfiguration":{"visibility":"{{IfElse(Equals(Form.Privacy_Information.Name, \"Strictly Confidential\"), VisibilityType.Visible, VisibilityType.Hidden)}}","type":"text","disableUpdates":false}},{"type":"shape","elementConfiguration":{"visibility":"{{IfElse(Equals(Form.Privacy_Information.Name, \"Restricted\"), VisibilityType.Visible, VisibilityType.Hidden)}}","type":"text","disableUpdates":false}},{"type":"shape","elementConfiguration":{"visibility":"{{IfElse(Equals(Form.Privacy_Information.Name, \"Confidential\"), VisibilityType.Visible, VisibilityType.Hidden)}}","type":"text","disableUpdates":false}},{"type":"shape","elementConfiguration":{"visibility":"{{IfElse(Equals(Form.Privacy_Information.Name, \"Public\"), VisibilityType.Visible, VisibilityType.Hidden)}}","type":"text","disableUpdates":false}}],"slideId":"1203479343598403589","enableDocumentContentUpdater":false,"version":"2.0"}]]></TemplafySlideTemplateConfiguratio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emplafySlideTemplateConfiguration><![CDATA[{"slideVersion":1,"isValidatorEnabled":false,"isLocked":false,"elementsMetadata":[],"slideId":"1203479343598403588","enableDocumentContentUpdater":false,"version":"2.0"}]]></TemplafySlideTemplateConfiguration>
</file>

<file path=customXml/item5.xml><?xml version="1.0" encoding="utf-8"?>
<TemplafySlideFormConfiguration><![CDATA[{"formFields":[{"distinct":false,"hideIfNoUserInteractionRequired":false,"required":true,"autoSelectFirstOption":false,"shareValue":false,"type":"dropDown","dataSourceName":"PrivacyInformation","dataSourceFieldName":"PrivacyInformation","name":"Privacy_Information","label":"Privacy"}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TemplateConfiguration><![CDATA[{"elementsMetadata":[{"type":"shape","id":"f9a2d3fb-29b4-4c08-9b06-1e2b9462c5b9","elementConfiguration":{"type":"text","disableUpdates":false}},{"type":"shape","id":"6e71ee88-ddab-4101-ba1a-fa72ee9abd83","elementConfiguration":{"binding":"{{FormatDateTime(Now(),Translate(\"Format_CustomD\",UserProfile.DocumentLanguage.Language.Language),UserProfile.DocumentLanguage.Language.Language)}}","visibility":"","type":"text","disableUpdates":false}},{"type":"shape","id":"0d930c8d-a4e4-46f0-a2fb-a1ad09b4a173","elementConfiguration":{"visibility":"{{IfElse(Equals(Form.Privacy_Information.Name, \"Strictly Confidential\"), VisibilityType.Visible, VisibilityType.Hidden)}}","type":"text","disableUpdates":false}},{"type":"shape","id":"a316e1cf-372f-4a06-a118-20b1c704e023","elementConfiguration":{"visibility":"{{IfElse(Equals(Form.Privacy_Information.Name, \"Restricted\"), VisibilityType.Visible, VisibilityType.Hidden)}}","type":"text","disableUpdates":false}},{"type":"shape","id":"fbed5710-1bee-488e-9e7d-775108265cf5","elementConfiguration":{"visibility":"{{IfElse(Equals(Form.Privacy_Information.Name, \"Confidential\"), VisibilityType.Visible, VisibilityType.Hidden)}}","type":"text","disableUpdates":false}},{"type":"shape","id":"6014af1b-d4cc-4756-b3c6-2e6b121ff45f","elementConfiguration":{"visibility":"{{IfElse(Equals(Form.Privacy_Information.Name, \"Public\"), VisibilityType.Visible, VisibilityType.Hidden)}}","type":"text","disableUpdates":false}},{"type":"shape","id":"2a48145c-16a0-4da3-8765-3ad6c48fb42a","elementConfiguration":{"binding":"{{UserProfile.Name}}","type":"text","disableUpdates":false}},{"type":"shape","id":"8da2efac-df4b-4bc4-97e9-2e43a7cf8120","elementConfiguration":{"visibility":"{{IfElse(Equals(Form.Privacy_Information.Name, \"Strictly Confidential\"), VisibilityType.Visible, VisibilityType.Hidden)}}","type":"text","disableUpdates":false}},{"type":"shape","id":"2657aa09-e5cc-41f7-89e0-d902c6905f3a","elementConfiguration":{"visibility":"{{IfElse(Equals(Form.Privacy_Information.Name, \"Restricted\"), VisibilityType.Visible, VisibilityType.Hidden)}}","type":"text","disableUpdates":false}},{"type":"shape","id":"b0ec8b90-8ab9-42c1-b7aa-0c426ebeb139","elementConfiguration":{"visibility":"{{IfElse(Equals(Form.Privacy_Information.Name, \"Confidential\"), VisibilityType.Visible, VisibilityType.Hidden)}}","type":"text","disableUpdates":false}},{"type":"shape","id":"43a2a11d-1ad7-4120-b41c-bad828eaef9c","elementConfiguration":{"visibility":"{{IfElse(Equals(Form.Privacy_Information.Name, \"Public\"), VisibilityType.Visible, VisibilityType.Hidden)}}","type":"text","disableUpdates":false}},{"type":"shape","id":"9115427a-ca6d-4b62-b8f2-312a7a01b01d","elementConfiguration":{"visibility":"{{IfElse(Equals(Form.Privacy_Information.Name, \"Strictly Confidential\"), VisibilityType.Visible, VisibilityType.Hidden)}}","type":"text","disableUpdates":false}},{"type":"shape","id":"d9e384c8-8057-44af-9546-17be25aa59fe","elementConfiguration":{"visibility":"{{IfElse(Equals(Form.Privacy_Information.Name, \"Restricted\"), VisibilityType.Visible, VisibilityType.Hidden)}}","type":"text","disableUpdates":false}},{"type":"shape","id":"e1b152e5-53a6-40c1-acf4-34f275cae1c7","elementConfiguration":{"visibility":"{{IfElse(Equals(Form.Privacy_Information.Name, \"Confidential\"), VisibilityType.Visible, VisibilityType.Hidden)}}","type":"text","disableUpdates":false}},{"type":"shape","id":"fbd83bc6-1acb-484a-81e7-4c7f916ce7eb","elementConfiguration":{"visibility":"{{IfElse(Equals(Form.Privacy_Information.Name, \"Public\"), VisibilityType.Visible, VisibilityType.Hidden)}}","type":"text","disableUpdates":false}},{"type":"shape","id":"1a91a5e6-be32-4d0b-a4ff-a295fa0892ce","elementConfiguration":{"binding":"{{FormatDateTime(Now(),Translate(\"Format_CustomD\",UserProfile.DocumentLanguage.Language.Language),UserProfile.DocumentLanguage.Language.Language)}}","visibility":"","type":"text","disableUpdates":false}},{"type":"shape","id":"b0795fd8-6824-448a-b377-658130ed8dd3","elementConfiguration":{"type":"text","disableUpdates":false}},{"type":"shape","id":"fa29821e-0746-44d3-b411-e8c8c740f4ce","elementConfiguration":{"binding":"{{UserProfile.Name}}","type":"text","disableUpdates":false}},{"type":"shape","id":"f8cb18f1-e175-49df-b1a7-7957b8f5e5e4","elementConfiguration":{"binding":"{{FormatDateTime(Now(),Translate(\"Format_CustomD\",UserProfile.DocumentLanguage.Language.Language),UserProfile.DocumentLanguage.Language.Language)}}","visibility":"","type":"text","disableUpdates":false}},{"type":"shape","id":"c804e6b3-aafb-475c-867a-fb25946db483","elementConfiguration":{"type":"text","disableUpdates":false}},{"type":"shape","id":"1b8dc7d3-56b7-48aa-ba55-107e39bb382c","elementConfiguration":{"binding":"{{UserProfile.Name}}","type":"text","disableUpdates":false}},{"type":"shape","id":"919f0938-577d-4b54-a820-79855e69df10","elementConfiguration":{"binding":"{{FormatDateTime(Now(),Translate(\"Format_CustomD\",UserProfile.DocumentLanguage.Language.Language),UserProfile.DocumentLanguage.Language.Language)}}","visibility":"","type":"text","disableUpdates":false}},{"type":"shape","id":"26b7f5da-a6f2-4c6e-8a06-cfd2927cb4f9","elementConfiguration":{"visibility":"{{IfElse(Equals(Form.Privacy_Information.Name, \"Strictly Confidential\"), VisibilityType.Visible, VisibilityType.Hidden)}}","type":"text","disableUpdates":false}},{"type":"shape","id":"924a6879-59c5-4c47-ad82-7df672d8ddde","elementConfiguration":{"visibility":"{{IfElse(Equals(Form.Privacy_Information.Name, \"Restricted\"), VisibilityType.Visible, VisibilityType.Hidden)}}","type":"text","disableUpdates":false}},{"type":"shape","id":"cbc2b048-85e8-45c2-94b4-308560df8911","elementConfiguration":{"visibility":"{{IfElse(Equals(Form.Privacy_Information.Name, \"Confidential\"), VisibilityType.Visible, VisibilityType.Hidden)}}","type":"text","disableUpdates":false}},{"type":"shape","id":"72e680bd-45cf-4917-943e-827c25f9dcff","elementConfiguration":{"visibility":"{{IfElse(Equals(Form.Privacy_Information.Name, \"Public\"), VisibilityType.Visible, VisibilityType.Hidden)}}","type":"text","disableUpdates":false}},{"type":"shape","id":"03542bf9-ff15-4683-9d0d-7fba46ed1e84","elementConfiguration":{"type":"text","disableUpdates":false}},{"type":"shape","id":"da198c31-01ce-49e3-9695-862858920b9a","elementConfiguration":{"binding":"{{UserProfile.Name}}","type":"text","disableUpdates":false}},{"type":"shape","id":"4bbb2971-a795-40b7-abdf-fb9b9a2e1fff","elementConfiguration":{"visibility":"{{IfElse(Equals(Form.Privacy_Information.Name, \"Strictly Confidential\"), VisibilityType.Visible, VisibilityType.Hidden)}}","type":"text","disableUpdates":false}},{"type":"shape","id":"92f569b2-e339-4c03-9312-69c886fb6143","elementConfiguration":{"visibility":"{{IfElse(Equals(Form.Privacy_Information.Name, \"Restricted\"), VisibilityType.Visible, VisibilityType.Hidden)}}","type":"text","disableUpdates":false}},{"type":"shape","id":"e4089d13-fcff-464e-86b5-d908813ef37d","elementConfiguration":{"visibility":"{{IfElse(Equals(Form.Privacy_Information.Name, \"Confidential\"), VisibilityType.Visible, VisibilityType.Hidden)}}","type":"text","disableUpdates":false}},{"type":"shape","id":"b76f8af2-9b68-4d95-b3cf-21363d414963","elementConfiguration":{"visibility":"{{IfElse(Equals(Form.Privacy_Information.Name, \"Public\"), VisibilityType.Visible, VisibilityType.Hidden)}}","type":"text","disableUpdates":false}},{"type":"shape","id":"f9d10145-04ce-4a22-ac57-e3c83150a809","elementConfiguration":{"type":"text","disableUpdates":false}},{"type":"shape","id":"c11c4ee8-81b2-48c7-a6e1-63f088b0e233","elementConfiguration":{"binding":"{{FormatDateTime(Now(),Translate(\"Format_CustomD\",UserProfile.DocumentLanguage.Language.Language),UserProfile.DocumentLanguage.Language.Language)}}","visibility":"","type":"text","disableUpdates":false}},{"type":"shape","id":"da246afd-eafe-484a-a60d-9b43b7324718","elementConfiguration":{"binding":"{{UserProfile.Name}}","type":"text","disableUpdates":false}},{"type":"shape","id":"69e38442-a7f4-4b91-8a93-20b323899f34","elementConfiguration":{"visibility":"{{IfElse(Equals(Form.Privacy_Information.Name, \"Strictly Confidential\"), VisibilityType.Visible, VisibilityType.Hidden)}}","type":"text","disableUpdates":false}},{"type":"shape","id":"df237993-c1b8-4950-9ff4-1f96bd2e05c1","elementConfiguration":{"visibility":"{{IfElse(Equals(Form.Privacy_Information.Name, \"Restricted\"), VisibilityType.Visible, VisibilityType.Hidden)}}","type":"text","disableUpdates":false}},{"type":"shape","id":"addcc641-c720-4805-a044-ad91b9e2141a","elementConfiguration":{"visibility":"{{IfElse(Equals(Form.Privacy_Information.Name, \"Confidential\"), VisibilityType.Visible, VisibilityType.Hidden)}}","type":"text","disableUpdates":false}},{"type":"shape","id":"16405761-2f40-48ab-adbd-9f0b46669282","elementConfiguration":{"visibility":"{{IfElse(Equals(Form.Privacy_Information.Name, \"Public\"), VisibilityType.Visible, VisibilityType.Hidden)}}","type":"text","disableUpdates":false}},{"type":"shape","id":"66c3ba53-4b91-4203-a4d3-cb0cbe6a9915","elementConfiguration":{"type":"text","disableUpdates":false}},{"type":"shape","id":"9c90a46e-c052-412c-a81b-dd51d56196c9","elementConfiguration":{"binding":"{{FormatDateTime(Now(),Translate(\"Format_CustomD\",UserProfile.DocumentLanguage.Language.Language),UserProfile.DocumentLanguage.Language.Language)}}","visibility":"","type":"text","disableUpdates":false}},{"type":"shape","id":"3eddb78a-7e4f-4e89-9eed-f66e9a676648","elementConfiguration":{"binding":"{{UserProfile.Name}}","type":"text","disableUpdates":false}}],"transformationConfigurations":[],"templateName":"Zuehlke Master (English)","templateDescription":"","enableDocumentContentUpdater":true,"version":"2.0"}]]></TemplafyTemplate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D8E6AD952BA74A855EB02C79D83CD1" ma:contentTypeVersion="21" ma:contentTypeDescription="Een nieuw document maken." ma:contentTypeScope="" ma:versionID="70c7e8f7f8dec0797a309982e418a14f">
  <xsd:schema xmlns:xsd="http://www.w3.org/2001/XMLSchema" xmlns:xs="http://www.w3.org/2001/XMLSchema" xmlns:p="http://schemas.microsoft.com/office/2006/metadata/properties" xmlns:ns2="2f7262f3-19e3-4c38-834c-996e2cec5b6c" xmlns:ns3="6b2685c3-cb74-402e-89a3-cd359bd59e48" targetNamespace="http://schemas.microsoft.com/office/2006/metadata/properties" ma:root="true" ma:fieldsID="dcf1b6941baf25605f9a06755b8e3dd4" ns2:_="" ns3:_="">
    <xsd:import namespace="2f7262f3-19e3-4c38-834c-996e2cec5b6c"/>
    <xsd:import namespace="6b2685c3-cb74-402e-89a3-cd359bd59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Onderwerp" minOccurs="0"/>
                <xsd:element ref="ns2:Behandelaa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7262f3-19e3-4c38-834c-996e2cec5b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Onderwerp" ma:index="17" nillable="true" ma:displayName="Onderwerp" ma:format="Dropdown" ma:internalName="Onderwerp">
      <xsd:simpleType>
        <xsd:restriction base="dms:Note">
          <xsd:maxLength value="255"/>
        </xsd:restriction>
      </xsd:simpleType>
    </xsd:element>
    <xsd:element name="Behandelaar" ma:index="18" nillable="true" ma:displayName="Behandelaar" ma:format="Dropdown" ma:internalName="Behandelaar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Afbeeldingtags" ma:readOnly="false" ma:fieldId="{5cf76f15-5ced-4ddc-b409-7134ff3c332f}" ma:taxonomyMulti="true" ma:sspId="abf9d911-60e3-4694-aed6-bc66dbc4c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685c3-cb74-402e-89a3-cd359bd59e4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8d5de34-ad4f-44a5-8d4b-69f89eec7447}" ma:internalName="TaxCatchAll" ma:showField="CatchAllData" ma:web="6b2685c3-cb74-402e-89a3-cd359bd59e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{"distinct":false,"hideIfNoUserInteractionRequired":false,"required":true,"autoSelectFirstOption":false,"shareValue":false,"type":"dropDown","dataSourceName":"PrivacyInformation","dataSourceFieldName":"PrivacyInformation","name":"Privacy_Information","label":"Privacy"}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1203479343598403587","enableDocumentContentUpdater":false,"version":"2.0"}]]></TemplafySlideTemplateConfiguration>
</file>

<file path=customXml/item14.xml><?xml version="1.0" encoding="utf-8"?>
<TemplafySlideTemplateConfiguration><![CDATA[{"slideVersion":1,"isValidatorEnabled":false,"isLocked":false,"elementsMetadata":[{"type":"shape","elementConfiguration":{"type":"text","disableUpdates":false}},{"type":"shape","elementConfiguration":{"binding":"{{FormatDateTime(Now(),Translate(\"Format_CustomD\",UserProfile.DocumentLanguage.Language.Language),UserProfile.DocumentLanguage.Language.Language)}}","visibility":"","type":"text","disableUpdates":false}},{"type":"shape","elementConfiguration":{"binding":"{{UserProfile.Name}}","type":"text","disableUpdates":false}}],"slideId":"1203479343598403584","enableDocumentContentUpdater":false,"version":"2.0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slideVersion":1,"isValidatorEnabled":false,"isLocked":false,"elementsMetadata":[],"slideId":"1203479343598403586","enableDocumentContentUpdater":false,"version":"2.0"}]]></TemplafySlideTemplateConfiguration>
</file>

<file path=customXml/item17.xml><?xml version="1.0" encoding="utf-8"?>
<TemplafySlideTemplateConfiguration><![CDATA[{"slideVersion":1,"isValidatorEnabled":false,"isLocked":false,"elementsMetadata":[],"slideId":"1203479343598403590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{"type":"shape","elementConfiguration":{"type":"text","disableUpdates":false}},{"type":"shape","elementConfiguration":{"binding":"{{FormatDateTime(Now(),Translate(\"Format_CustomD\",UserProfile.DocumentLanguage.Language.Language),UserProfile.DocumentLanguage.Language.Language)}}","visibility":"","type":"text","disableUpdates":false}},{"type":"shape","elementConfiguration":{"binding":"{{UserProfile.Name}}","type":"text","disableUpdates":false}},{"type":"shape","elementConfiguration":{"visibility":"{{IfElse(Equals(Form.Privacy_Information.Name, \"Strictly Confidential\"), VisibilityType.Visible, VisibilityType.Hidden)}}","type":"text","disableUpdates":false}},{"type":"shape","elementConfiguration":{"visibility":"{{IfElse(Equals(Form.Privacy_Information.Name, \"Restricted\"), VisibilityType.Visible, VisibilityType.Hidden)}}","type":"text","disableUpdates":false}},{"type":"shape","elementConfiguration":{"visibility":"{{IfElse(Equals(Form.Privacy_Information.Name, \"Confidential\"), VisibilityType.Visible, VisibilityType.Hidden)}}","type":"text","disableUpdates":false}},{"type":"shape","elementConfiguration":{"visibility":"{{IfElse(Equals(Form.Privacy_Information.Name, \"Public\"), VisibilityType.Visible, VisibilityType.Hidden)}}","type":"text","disableUpdates":false}}],"slideId":"1203479343598403585","enableDocumentContentUpdater":false,"version":"2.0"}]]></TemplafySlideTemplateConfiguration>
</file>

<file path=customXml/item1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2685c3-cb74-402e-89a3-cd359bd59e48" xsi:nil="true"/>
    <lcf76f155ced4ddcb4097134ff3c332f xmlns="2f7262f3-19e3-4c38-834c-996e2cec5b6c">
      <Terms xmlns="http://schemas.microsoft.com/office/infopath/2007/PartnerControls"/>
    </lcf76f155ced4ddcb4097134ff3c332f>
    <Behandelaar xmlns="2f7262f3-19e3-4c38-834c-996e2cec5b6c" xsi:nil="true"/>
    <Onderwerp xmlns="2f7262f3-19e3-4c38-834c-996e2cec5b6c" xsi:nil="true"/>
  </documentManagement>
</p:properties>
</file>

<file path=customXml/itemProps1.xml><?xml version="1.0" encoding="utf-8"?>
<ds:datastoreItem xmlns:ds="http://schemas.openxmlformats.org/officeDocument/2006/customXml" ds:itemID="{A0CB3283-4520-48D0-9091-1EFB3339413D}">
  <ds:schemaRefs/>
</ds:datastoreItem>
</file>

<file path=customXml/itemProps2.xml><?xml version="1.0" encoding="utf-8"?>
<ds:datastoreItem xmlns:ds="http://schemas.openxmlformats.org/officeDocument/2006/customXml" ds:itemID="{BEA230BA-CF47-4EC1-BDC9-FC78D3CB07E3}">
  <ds:schemaRefs/>
</ds:datastoreItem>
</file>

<file path=customXml/itemProps3.xml><?xml version="1.0" encoding="utf-8"?>
<ds:datastoreItem xmlns:ds="http://schemas.openxmlformats.org/officeDocument/2006/customXml" ds:itemID="{D76696FF-6F99-4BF8-BD28-5EEAF2578D7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867A23E-5795-4DD5-8A99-319190F01A2F}">
  <ds:schemaRefs/>
</ds:datastoreItem>
</file>

<file path=customXml/itemProps5.xml><?xml version="1.0" encoding="utf-8"?>
<ds:datastoreItem xmlns:ds="http://schemas.openxmlformats.org/officeDocument/2006/customXml" ds:itemID="{2F4F5371-32E0-4476-9834-9CD367751799}">
  <ds:schemaRefs/>
</ds:datastoreItem>
</file>

<file path=customXml/itemProps6.xml><?xml version="1.0" encoding="utf-8"?>
<ds:datastoreItem xmlns:ds="http://schemas.openxmlformats.org/officeDocument/2006/customXml" ds:itemID="{F9A18D02-A2C2-4261-A241-3E2CF7F6F7F9}">
  <ds:schemaRefs/>
</ds:datastoreItem>
</file>

<file path=customXml/itemProps7.xml><?xml version="1.0" encoding="utf-8"?>
<ds:datastoreItem xmlns:ds="http://schemas.openxmlformats.org/officeDocument/2006/customXml" ds:itemID="{08B13985-6CF8-4AB0-9768-993D8F90E5F4}">
  <ds:schemaRefs/>
</ds:datastoreItem>
</file>

<file path=customXml/itemProps8.xml><?xml version="1.0" encoding="utf-8"?>
<ds:datastoreItem xmlns:ds="http://schemas.openxmlformats.org/officeDocument/2006/customXml" ds:itemID="{28C85CB8-C4E2-42B6-9E95-8E3EDB1A7CC4}">
  <ds:schemaRefs/>
</ds:datastoreItem>
</file>

<file path=customXml/itemProps9.xml><?xml version="1.0" encoding="utf-8"?>
<ds:datastoreItem xmlns:ds="http://schemas.openxmlformats.org/officeDocument/2006/customXml" ds:itemID="{D23F4B8C-B399-4A98-A80F-6FF5F587E6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7262f3-19e3-4c38-834c-996e2cec5b6c"/>
    <ds:schemaRef ds:uri="6b2685c3-cb74-402e-89a3-cd359bd59e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0.xml><?xml version="1.0" encoding="utf-8"?>
<ds:datastoreItem xmlns:ds="http://schemas.openxmlformats.org/officeDocument/2006/customXml" ds:itemID="{1FA2AC4C-890C-4270-8BD8-2E542A02D443}">
  <ds:schemaRefs/>
</ds:datastoreItem>
</file>

<file path=customXml/itemProps11.xml><?xml version="1.0" encoding="utf-8"?>
<ds:datastoreItem xmlns:ds="http://schemas.openxmlformats.org/officeDocument/2006/customXml" ds:itemID="{27782F60-7E3D-49D7-A0B2-62CC028FAADE}">
  <ds:schemaRefs/>
</ds:datastoreItem>
</file>

<file path=customXml/itemProps12.xml><?xml version="1.0" encoding="utf-8"?>
<ds:datastoreItem xmlns:ds="http://schemas.openxmlformats.org/officeDocument/2006/customXml" ds:itemID="{CB6852FD-F9F1-40F4-B086-32DF2654FF3B}">
  <ds:schemaRefs/>
</ds:datastoreItem>
</file>

<file path=customXml/itemProps13.xml><?xml version="1.0" encoding="utf-8"?>
<ds:datastoreItem xmlns:ds="http://schemas.openxmlformats.org/officeDocument/2006/customXml" ds:itemID="{C5549640-A40C-4226-A9A4-234581C6F866}">
  <ds:schemaRefs/>
</ds:datastoreItem>
</file>

<file path=customXml/itemProps14.xml><?xml version="1.0" encoding="utf-8"?>
<ds:datastoreItem xmlns:ds="http://schemas.openxmlformats.org/officeDocument/2006/customXml" ds:itemID="{C65D688C-6FD8-4FAB-997F-2EBF6B1504CC}">
  <ds:schemaRefs/>
</ds:datastoreItem>
</file>

<file path=customXml/itemProps15.xml><?xml version="1.0" encoding="utf-8"?>
<ds:datastoreItem xmlns:ds="http://schemas.openxmlformats.org/officeDocument/2006/customXml" ds:itemID="{509A2AFD-CBB8-4E48-B9A0-095779E78791}">
  <ds:schemaRefs/>
</ds:datastoreItem>
</file>

<file path=customXml/itemProps16.xml><?xml version="1.0" encoding="utf-8"?>
<ds:datastoreItem xmlns:ds="http://schemas.openxmlformats.org/officeDocument/2006/customXml" ds:itemID="{83F0AFE1-6C28-4D84-808A-C819A5CE5F61}">
  <ds:schemaRefs/>
</ds:datastoreItem>
</file>

<file path=customXml/itemProps17.xml><?xml version="1.0" encoding="utf-8"?>
<ds:datastoreItem xmlns:ds="http://schemas.openxmlformats.org/officeDocument/2006/customXml" ds:itemID="{5B858460-49E7-4CB7-ADC1-640DEDD2134A}">
  <ds:schemaRefs/>
</ds:datastoreItem>
</file>

<file path=customXml/itemProps18.xml><?xml version="1.0" encoding="utf-8"?>
<ds:datastoreItem xmlns:ds="http://schemas.openxmlformats.org/officeDocument/2006/customXml" ds:itemID="{1EDC73C4-980C-4903-821E-23EBD184EB84}">
  <ds:schemaRefs/>
</ds:datastoreItem>
</file>

<file path=customXml/itemProps19.xml><?xml version="1.0" encoding="utf-8"?>
<ds:datastoreItem xmlns:ds="http://schemas.openxmlformats.org/officeDocument/2006/customXml" ds:itemID="{D19BEC73-69CB-414A-A7BE-653B795EEE32}">
  <ds:schemaRefs>
    <ds:schemaRef ds:uri="http://schemas.microsoft.com/sharepoint/v3"/>
    <ds:schemaRef ds:uri="http://purl.org/dc/elements/1.1/"/>
    <ds:schemaRef ds:uri="22a3f1e7-1ad8-4567-967d-700183da1d1b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aacb7df8-672f-46f2-977f-893ce5cef86b"/>
    <ds:schemaRef ds:uri="http://www.w3.org/XML/1998/namespace"/>
    <ds:schemaRef ds:uri="http://purl.org/dc/terms/"/>
    <ds:schemaRef ds:uri="6b2685c3-cb74-402e-89a3-cd359bd59e48"/>
    <ds:schemaRef ds:uri="2f7262f3-19e3-4c38-834c-996e2cec5b6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K16_Zuehlke_Master_DE_20220503-VIML0374</Template>
  <TotalTime>0</TotalTime>
  <Words>332</Words>
  <Application>Microsoft Macintosh PowerPoint</Application>
  <PresentationFormat>Widescreen</PresentationFormat>
  <Paragraphs>66</Paragraphs>
  <Slides>7</Slides>
  <Notes>3</Notes>
  <HiddenSlides>4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AA Zuehlke</vt:lpstr>
      <vt:lpstr>AA Zuehlke Medium</vt:lpstr>
      <vt:lpstr>Arial</vt:lpstr>
      <vt:lpstr>Open Sans Extrabold</vt:lpstr>
      <vt:lpstr>Symbol</vt:lpstr>
      <vt:lpstr>Wingdings 2</vt:lpstr>
      <vt:lpstr>Zühlke</vt:lpstr>
      <vt:lpstr>think-cell Folie</vt:lpstr>
      <vt:lpstr>Presentation quick guide</vt:lpstr>
      <vt:lpstr>Starting a presentation from scratch</vt:lpstr>
      <vt:lpstr>Changing the name of the presenter</vt:lpstr>
      <vt:lpstr>Managing footers in the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Zühlke</dc:creator>
  <dc:description/>
  <cp:lastModifiedBy>Lin, Kevin</cp:lastModifiedBy>
  <cp:revision>18</cp:revision>
  <dcterms:created xsi:type="dcterms:W3CDTF">2026-02-11T01:59:09Z</dcterms:created>
  <dcterms:modified xsi:type="dcterms:W3CDTF">2026-03-28T15:07:01Z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0x010100AED8E6AD952BA74A855EB02C79D83CD1</vt:lpwstr>
  </property>
  <property fmtid="{D5CDD505-2E9C-101B-9397-08002B2CF9AE}" pid="3" name="MediaServiceImageTags">
    <vt:lpwstr/>
  </property>
  <property fmtid="{D5CDD505-2E9C-101B-9397-08002B2CF9AE}" pid="4" name="TemplafyTimeStamp">
    <vt:lpwstr>2025-06-10T13:37:15</vt:lpwstr>
  </property>
  <property fmtid="{D5CDD505-2E9C-101B-9397-08002B2CF9AE}" pid="5" name="TemplafyTenantId">
    <vt:lpwstr>zuehlke</vt:lpwstr>
  </property>
  <property fmtid="{D5CDD505-2E9C-101B-9397-08002B2CF9AE}" pid="6" name="TemplafyTemplateId">
    <vt:lpwstr>637895031070049046</vt:lpwstr>
  </property>
  <property fmtid="{D5CDD505-2E9C-101B-9397-08002B2CF9AE}" pid="7" name="TemplafyUserProfileId">
    <vt:lpwstr>637801768452829317</vt:lpwstr>
  </property>
  <property fmtid="{D5CDD505-2E9C-101B-9397-08002B2CF9AE}" pid="8" name="TemplafyFromBlank">
    <vt:bool>false</vt:bool>
  </property>
</Properties>
</file>