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Expect nearly every hand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far fewer hands, and a laugh.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almost none.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 On item 2: on this laptop five and eight tied at 141s but eight went red twice in five runs, while an 18-core M5 reached 34s at 18 and stayed green. Not memory — 8 concurrent needs 8 GB of this machine's 32. The limit here is the 8 performance cores, and a Cypress target wants about 1.5 of them, which puts the ceiling near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8759952" y="2651760"/>
            <a:ext cx="1554480" cy="155448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Making your slowest quality gate fast enough to actually use and trust on every pull request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" name="Picture 7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50392"/>
            <a:ext cx="1271016" cy="1271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3432" y="109728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3432" y="151790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A Zuehlke"/>
              </a:rPr>
              <a:t>Principal Consultant &amp; Partner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850392"/>
            <a:ext cx="1271016" cy="1271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A Zuehlke"/>
              </a:rPr>
              <a:t>Connect on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bf8d8b8-c651-4394-973c-2a4d2fb5ac3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52860e2-f5c4-4740-8934-2f59dfed3ef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6f863b4-0366-4e74-8bef-a1fc013e8ab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f2ca09b-3a28-49db-b191-8089d442e28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9b7cc6d-fe4d-4f78-a253-6a16d15f63b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b4c007e-c7a8-4b21-86fe-4a22c96c524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ad36b68-3780-461b-b021-c784733ac69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0981234-d9a7-4d5e-89b4-183ed715f47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dce5304-30fe-40f0-af8a-7a5aee73c46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09859748-a33e-4688-a9cf-deff06cbbb8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5d5a4f6-cb6a-42b6-ad67-781a7be27df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a57dc2d-bbd3-4c15-8681-1ee9a22f056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396f842-1b5f-4560-b046-dd9aa496fea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30bfaa7-af2f-42de-878e-f8b9a123c83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ec21103-df3b-49b7-82f9-8aad39e04b0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69fd3d1-bf23-49d0-afbe-246a54be5af9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253af17-abde-42b4-8140-012d5bdfd3d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c99109a-27c5-4cba-969e-c8515cbf33e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53712" y="158191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804D"/>
                </a:solidFill>
                <a:latin typeface="AA Zuehlke Medium"/>
              </a:rPr>
              <a:t>M1 PRO · 10 CORES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15819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 Medium"/>
              </a:rPr>
              <a:t>M5 · 18 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692640" y="1545336"/>
            <a:ext cx="10972" cy="3657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8424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3712" y="2039112"/>
            <a:ext cx="3006762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70202" y="198424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198424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3m 16s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42615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2697479"/>
            <a:ext cx="393192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59" y="2642615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642615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4m 00s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30098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half your cores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355848"/>
            <a:ext cx="161902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2465" y="330098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330098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804D"/>
                </a:solidFill>
                <a:latin typeface="AA Zuehlke Medium"/>
              </a:rPr>
              <a:t>48s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959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53712" y="4014215"/>
            <a:ext cx="63604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99485" y="39593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39593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55s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6177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53712" y="4672583"/>
            <a:ext cx="57822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262" y="4617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4617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5s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53492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46811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Rung 2 is the honest one — atomizing without parallelism is slower than not atomizing at all. On both machines.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7607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Rung 4 is not always a rung — on 18 cores, nine local processes beat three runners.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And the ceiling moves — the M5 at all 18 cores reached 34s, while the M1 got slower past 5. Measure your own.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daade7b-8833-4875-81e3-d2fff042b2a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975ec7a-7a67-46e2-8e5a-008821479a1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23bfcc3-eb6d-4255-b138-29b0f259543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0c6fb96-e6bf-4615-a8b3-4a7c2748d1a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839e8cb-7183-4f2f-8b5e-84666b06feb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73500f0-12d9-48d2-9775-ed8858eae77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Seven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31343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31343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25856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Parallelism has a ceiling — find yours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25856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10-core M1: 8 was no faster than 5 and went red 2 runs in 5. 18-core M5: 18 beat 9 by 29%.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971800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971800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9169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916936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630168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301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5753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57530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288536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2885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2336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233672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9469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9469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4892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4892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" y="56052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56052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55504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55504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286d701-e77e-40cc-a98f-b787f27dc27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