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Expect nearly every hand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far fewer hands, and a laugh.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almost none.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 On item 2: five and eight came out at the same 141s mean, but eight failed two runs in five, and the spec that failed passes alone in 13s. Contention, not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8759952" y="2651760"/>
            <a:ext cx="1554480" cy="155448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Making your slowest quality gate fast enough to actually use and trust on every pull request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" name="Picture 7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850392"/>
            <a:ext cx="1271016" cy="1271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3432" y="109728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3432" y="151790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AA Zuehlke"/>
              </a:rPr>
              <a:t>Principal Consultant &amp; Partner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777240"/>
            <a:ext cx="1417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2" name="Picture 11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850392"/>
            <a:ext cx="1271016" cy="12710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23042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A Zuehlke"/>
              </a:rPr>
              <a:t>Connect on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abbf6a-51d7-4372-94b6-b4322f116be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2a9e9ae-01de-4b51-81a8-a2c6bb0a431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97906ad-0e4c-4ea4-9ee3-dd88a6289f6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491b7fb-61c3-43e0-a52a-ebe8cea8493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1828800"/>
            <a:ext cx="3429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f90c830-0d91-4e50-b7a0-7ac2d6902b0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is using E2E tests?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5176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d91ba28-fc28-49ed-ad39-b7a9db46ade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c81e120-d1a2-4e17-9485-d7bf9e6f3a9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410b5ed-3bca-4b07-be2b-630019493e1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6a7f891-0b70-4d4a-8336-8d8c63ec324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d572fa9-e7c3-4246-a3eb-bb459bc2c58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8098b40-fb25-4109-9c27-08fc043db55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43687f6-4550-44fb-8bfc-b206deb5f9c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efd1e3e-4fe4-48d8-909d-4fe8701287d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4f8171b-0e00-4f75-811e-4ab228e520f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b1da93c-0a6b-4d4c-9bd0-ef0ba583c7a0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44658e1-51a7-4770-b467-5833123c8c1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f7bc4c-4f2d-4a46-9a1c-28907dbcb05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cf9e353-dcc3-4bc4-8fd7-d0085e5557d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53712" y="158191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804D"/>
                </a:solidFill>
                <a:latin typeface="AA Zuehlke Medium"/>
              </a:rPr>
              <a:t>M1 PRO · 10 CORES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158191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 Medium"/>
              </a:rPr>
              <a:t>M5 · 18 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692640" y="1545336"/>
            <a:ext cx="10972" cy="36576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84248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3712" y="2039112"/>
            <a:ext cx="3006762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70202" y="19842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98424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3m 16s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642615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2697479"/>
            <a:ext cx="393192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59" y="2642615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642615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4m 00s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30098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half your cores at once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355848"/>
            <a:ext cx="161902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2465" y="33009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30098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804D"/>
                </a:solidFill>
                <a:latin typeface="AA Zuehlke Medium"/>
              </a:rPr>
              <a:t>48s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959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3712" y="4014215"/>
            <a:ext cx="63604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99485" y="39593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9593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55s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6177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53712" y="4672583"/>
            <a:ext cx="57822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262" y="4617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4617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5s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53492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46811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2 is the honest one — atomizing without parallelism is slower than not atomizing at all. On both machines.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7607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Rung 4 is not always a rung — on 18 cores, nine local processes beat three runners.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605332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AA Zuehlke"/>
              </a:rPr>
              <a:t>And the ceiling moves — the M5 at all 18 cores reached 34s, while the M1 got slower past 5. Measure your own.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b49c196-df93-4c1c-8400-2bacd099448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f5662c1-3de6-4341-b92b-eab88eeaea9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f36c02a-d2dd-4ae2-9ba3-957be7cf6828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1aa80b9-883a-4be6-aabb-8b45911b979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2bb729e-9776-4a42-85ff-3242e0af124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e6158d5-dce6-4a00-a601-c61b22485fb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Seven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31343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1343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25856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Parallelism has a ceiling — find yours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25856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10-core M1: 8 was no faster than 5 and went red 2 runs in 5. 18-core M5: 18 beat 9 by 29%.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971800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971800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291693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2916936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630168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301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5753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57530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288536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2885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2336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23367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9469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9469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48920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48920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" y="56052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56052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55504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8112" y="55504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fceadfc-8805-4b9b-8a88-ffa80d31201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