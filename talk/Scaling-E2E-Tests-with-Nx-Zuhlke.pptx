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Nearly every hand goes up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hands thin out and someone laughs.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65176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Making your slowest quality gate fast enough to actually use and trust on every pull request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3432" y="10972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3432" y="151790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850392"/>
            <a:ext cx="1271016" cy="1271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adfeb12-bac6-423f-a7b0-70ca6123cd8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2172b53-e675-40ff-9381-1e111274229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524b91f-c642-4722-984f-afd008302ac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16f9bf2-97d1-4e5b-9529-8617f19358d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1b3b9f0-afd8-44d5-ba51-897448107f9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Almost none.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519d61-483a-4cad-9995-f5b19033c1c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c8814c2-b6ba-4187-b7d4-21122e6b4b3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ce8ae7b-7dbb-4c48-bf61-2d98cbcb918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1102662-5a30-4cc8-8326-41c0565206b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a212cd3-394d-4ecb-8873-a6f3b57571b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9b6b305-640b-44d5-b73f-9ca062bbcf3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df34fee-e569-4d7e-8321-87beb95afc2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cdd4ea9-11da-4af7-a744-2ba87095200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6fbe1fb-78dc-4d92-a976-e1f4b8b9d54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e28e2f7-ccbc-4027-a2cb-9f159d85af3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c24c816-57dc-47d2-9521-2739b3a7d23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83eca69-abd1-4022-9a76-24e65b45d71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418f9a9-6205-42aa-9c46-e68cb21defc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8032" y="1746504"/>
            <a:ext cx="3775934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41126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4048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8032" y="2459736"/>
            <a:ext cx="493776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24048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1181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5 at a time, one machine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8032" y="3172968"/>
            <a:ext cx="203319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8387" y="31181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831335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3886199"/>
            <a:ext cx="79875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3947" y="3831335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8032" y="4599432"/>
            <a:ext cx="72614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7806" y="45445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5440680"/>
            <a:ext cx="10945368" cy="777240"/>
          </a:xfrm>
          <a:prstGeom prst="roundRect">
            <a:avLst>
              <a:gd name="adj" fmla="val 941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6235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Rung 2 is the honest one: at 30 specs, atomizing without parallelism is 31% slower than not atomizing at 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5e2439b-141a-4655-96b9-3b855923c04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d7a7270-9e65-4ebf-89b9-8dfb4094c5f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63d8980-e2e9-4590-b1c8-005db829783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9ca1cc5-5aa2-49dd-8c9b-7801397afd1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f888aa6-c5fa-410a-b04a-3779c73030f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7070f97-a692-48f2-b8d1-b3aece3ec1a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Six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4048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404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3500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3500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3154679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15467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099815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3099815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904487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90448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84962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84962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654295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65429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599431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599431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54041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4041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3492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53492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00fa242-f961-4ff4-8e93-49784786054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