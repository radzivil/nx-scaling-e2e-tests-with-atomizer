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  <p:sldId id="281" r:id="rId54"/>
    <p:sldId id="282" r:id="rId5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on this laptop five and eight tied at 141s but eight went red twice in five runs, while an 18-core M5 reached 34s at 18 and stayed green. Not memory — 8 concurrent needs 8 GB of this machine's 32. The limit here is the 8 performance cores, and a Cypress target wants about 1.5 of them, which puts the ceiling near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 against @nx/playwright 23.2.0, not from memory: the plugin names targets `${ciTargetName}--${relativeSpecFilePath}` and sets the same nonAtomizedTarget marker that triggers the Nx Cloud refusal. It also emits an extra e2e-ci--wait-for-webserver target, because it coordinates the shared dev server differently. If the questioner owns a Playwright suite: take section 05, skip section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 — do not present this, it is for you when a question lands. Numbers 1, 4 and 8 are the ones that actually come up. On 1: do not be defensive, Nx Cloud is a good product and the talk only claims the free tier is unclaimed. On 8: this is the answer that separates people who have done it from people who have read about it — parallel-safe test data is the real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cd29401-a6ba-452d-86bc-910c6263931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9f327af-8dcb-4ef3-9488-b43868636dd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d2979bf-ddb7-4085-a149-ec7130542a9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52ebd1a-f901-4481-b682-1705737f596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6f4b940-793f-4d2b-a125-7415b400f90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0b6a80f-4547-40f4-9f54-9a952545c08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0670616-e002-4904-a26f-90630e921d7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b9ca6fc-6267-475a-9488-dfad6f91747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970df60-c4ad-443c-b9bf-ff35800d283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45b15e3-a580-4b83-bf3a-2f48e137294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22cede5-0263-4683-b8bd-65ceba71add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1149847-d8b9-4da2-8c97-88b070dc9c3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038b91e-266e-4cfa-b650-2f0fbca1b1b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580e32b-4f0f-4a3c-a32d-ec39503ccbb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2f913b6-eaf8-4380-8529-5f0fd01ecf1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5c78683-c1e4-4879-8fba-136514b399a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360cc5d-93eb-4bfc-a3bc-c2bf8b10607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2aea236-86b1-4ebf-b9bc-c12bf111a0c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3712" y="15819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804D"/>
                </a:solidFill>
                <a:latin typeface="AA Zuehlke Medium"/>
              </a:rPr>
              <a:t>M1 PRO · 10 CORES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15819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 Medium"/>
              </a:rPr>
              <a:t>M5 · 18 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92640" y="1545336"/>
            <a:ext cx="10972" cy="3657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842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2039112"/>
            <a:ext cx="3006762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70202" y="1984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98424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3m 16s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42615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697479"/>
            <a:ext cx="393192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264261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42615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4m 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half your cores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355848"/>
            <a:ext cx="161902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465" y="33009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009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804D"/>
                </a:solidFill>
                <a:latin typeface="AA Zuehlke Medium"/>
              </a:rPr>
              <a:t>48s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014215"/>
            <a:ext cx="63604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9485" y="39593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959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617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4672583"/>
            <a:ext cx="57822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262" y="4617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4617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3492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46811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2 is the honest one — atomizing without parallelism is slower than not atomizing at all. On both machines.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7607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4 is not always a rung — on 18 cores, nine local processes beat three runners.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And the ceiling moves — the M5 at all 18 cores reached 34s, while the M1 got slower past 5. Measure your own.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1bb122e-cf47-4dee-9e47-dec86063cb0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abf9aaf-5094-4746-a456-cb61a9c2b31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b600bb2-e714-44cc-90cf-42d3934cfe3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780629d-b53b-4ff3-abd5-1bfc155d701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fc2eab9-769f-462d-9181-4b029d52d86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5d40ba4-23e7-4fae-b3c2-5ea5ec96ace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Parallelism has a ceiling — find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10-core M1: 8 was no faster than 5 and went red 2 runs in 5. 18-core M5: 18 beat 9 by 29%.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d8f35f4-20e7-41ff-b6b8-d10f766fc68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APPENDIX · THE QUESTION THAT ALWAYS COMES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What about Playwright?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91640"/>
            <a:ext cx="5349240" cy="3063240"/>
          </a:xfrm>
          <a:prstGeom prst="roundRect">
            <a:avLst>
              <a:gd name="adj" fmla="val 2388"/>
            </a:avLst>
          </a:prstGeom>
          <a:solidFill>
            <a:srgbClr val="BFF2D9"/>
          </a:solidFill>
          <a:ln w="12700">
            <a:solidFill>
              <a:srgbClr val="008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5623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804D"/>
                </a:solidFill>
                <a:latin typeface="AA Zuehlke Medium"/>
              </a:rPr>
              <a:t>Carries over unchanged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368296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313432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@nx/playwright has the same atomizer — one target per spec file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53512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898648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Same names: e2e-ci--src/e2e/checkout.spec.ts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8728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483864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Same Nx Cloud gate on the e2e-ci wrapper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23944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0690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run-e2e.mjs needs no changes — it only reads the 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91640"/>
            <a:ext cx="5349240" cy="3063240"/>
          </a:xfrm>
          <a:prstGeom prst="roundRect">
            <a:avLst>
              <a:gd name="adj" fmla="val 2388"/>
            </a:avLst>
          </a:prstGeom>
          <a:solidFill>
            <a:srgbClr val="FFE5BF"/>
          </a:solidFill>
          <a:ln w="12700">
            <a:solidFill>
              <a:srgbClr val="B3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85623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35F00"/>
                </a:solidFill>
                <a:latin typeface="AA Zuehlke Medium"/>
              </a:rPr>
              <a:t>What changes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368296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2313432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Playwright already runs spec files across worker processes. Cypress does not — that gap is most of the win here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2953512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898648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Atomizing swaps that warm pool for one cold browser launch per target</a:t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3538728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3483864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Playwright ships native --shard, so rung 4 needs no Nx either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1206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26694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short answer — on Cypress the atomizer buys parallelism and caching. On Playwright it mostly buys caching, because the parallelism was already there.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59612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Still worth it: the cache and failure-only retries have no Playwright equivalent, and affected does not care which runner you use. Measure before you trade away the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cc58888-f841-401d-9af5-a6bf183b9a2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APPENDIX · PREPARED ANSWERS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Ten questions you will probably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572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Why not just pay for Nx Cloud?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847088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Often the right call. It adds distribution by measured duration, a shared cache and flaky detection. This is the free half of the same idea.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5054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Does the cache fix flaky tests?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779776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No. It makes retries cheap. A flake fails, is never cached, and re-runs on its own while everything else replays.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438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343814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Can the cache hand back a wrong result?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3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Only if a task has inputs Nx cannot see — a live API, the clock, a shared database. Declare them as inputs or mark the task uncacheable.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370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43708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Can the team share one cache?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645152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Not on the free tier: it is per-machine and per-CI-job. A shared remote cache is the main thing Nx Cloud actually sells.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303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303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Do I need a monorepo for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577840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No. The atomizer works on a single project. It is affected that needs several projects before it earns its keep.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157276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1572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One app has 200 specs, the others have 5?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1847088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That is exactly when sharding beats a per-app matrix. Shard the big one; leave the small ones a runner each.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5054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Will 30 targets cost more CI minutes?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2" y="2779776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It went 48m to 25m on the real project, and a replayed job bills almost nothing. More runners does mean more concurrency — measure yours.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3438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43814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What about shared test data?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3712463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The real blocker, and it is not an Nx problem. Specs must be independent before you can run them at once. Usually more work than the config.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370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3708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Does this work with Playwright?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4645152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Same atomizer, same gate. But Playwright already parallelises, so you mostly gain the cache. Previous slide has the detail.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5303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5F00"/>
                </a:solidFill>
                <a:latin typeface="Consolas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56832" y="53035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How long did this take to set up?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5577840"/>
            <a:ext cx="4937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AA Zuehlke"/>
              </a:rPr>
              <a:t>The config is minutes. Reviewing a thousand tests took months. The tooling was never the hard part.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e96c114-38a6-4fb0-9c98-88eff733768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