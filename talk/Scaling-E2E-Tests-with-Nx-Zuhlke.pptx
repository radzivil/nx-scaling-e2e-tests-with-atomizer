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Expect nearly every hand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far fewer hands, and a laugh.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almost none.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 On item 2: five and eight came out at the same 141s mean, but eight failed two runs in five, and the spec that failed passes alone in 13s. Contention, not a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65176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Making your slowest quality gate fast enough to actually use and trust on every pull request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3432" y="10972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3432" y="151790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850392"/>
            <a:ext cx="1271016" cy="1271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bf4bb59-be99-4363-bfbd-6929abf0fa1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0307377-85fb-4954-9c81-bf84f4db81a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059333e-776b-47e0-8b8b-4e524884a8f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370c392-2991-4f0b-bc41-f19ec6e6b38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2d11180-902c-4429-8656-08d644ed1a5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377e835-46cc-4bb7-8998-43b20fafa2d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4a12fc0-942a-442d-8b1c-fe96b19a074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781ffd3-3ade-4a58-a37f-f6521c3613b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7f074a6-cc9d-464e-9df7-3ff54da3f2a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820f234-13ac-4386-a4cb-e3adb3dbc24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24d8f45-b972-4619-bb3b-bfaad57f44f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33b2ebb-aa54-449f-9079-29e3544861a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a306194-bbc2-459d-ab06-bf477d6c09e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58e0528-2e46-49fa-b506-9663cc9c4cc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513c818-da6c-4f37-8f6d-24c93f486a3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fa1f5b1-9ccd-4eae-9505-69d9e0af73a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a2bbabd-fde2-4619-98fe-f941a7ac7b6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9868454-1aa6-4d7a-9577-c7e40256018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8032" y="1746504"/>
            <a:ext cx="3775934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41126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4048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8032" y="2459736"/>
            <a:ext cx="493776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24048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1181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5 at a time, one machine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8032" y="3172968"/>
            <a:ext cx="203319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8387" y="31181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831335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3886199"/>
            <a:ext cx="79875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3947" y="3831335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8032" y="4599432"/>
            <a:ext cx="72614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7806" y="45445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5440680"/>
            <a:ext cx="10945368" cy="777240"/>
          </a:xfrm>
          <a:prstGeom prst="roundRect">
            <a:avLst>
              <a:gd name="adj" fmla="val 941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6235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Rung 2 is the honest one: at 30 specs, atomizing without parallelism is 31% slower than not atomizing at 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8b74d23-d5f7-43f4-9d0c-2879dd4ef9f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e49ce0f-48b5-4c19-a0fc-1eefbfcfd3e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2221730-b7c7-4907-93ee-12a33e4e0a1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ec6e0f9-fbad-43d8-8674-878cb0fd9a4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c5ae913-a70f-485b-ba8b-3bf8aec5dcb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b3ed6a7-df56-4c40-953f-24cc58ce8f3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Seven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31343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31343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25856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More parallel is not more faster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25856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--parallel=8 was no quicker than 5 on a 10-core laptop, and went red 2 runs in 5. Each target is a browser too.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971800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97180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9169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916936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630168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301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5753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57530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288536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2885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2336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233672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9469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9469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4892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4892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" y="56052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6052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55504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55504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d0c5297-3f9e-4296-a61b-68eacfa734f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