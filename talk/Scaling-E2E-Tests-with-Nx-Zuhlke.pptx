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  <p:sldId id="281" r:id="rId5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on this laptop five and eight tied at 141s but eight went red twice in five runs, while an 18-core M5 reached 34s at 18 and stayed green. Not memory — 8 concurrent needs 8 GB of this machine's 32. The limit here is the 8 performance cores, and a Cypress target wants about 1.5 of them, which puts the ceiling near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 against @nx/playwright 23.2.0, not from memory: the plugin names targets `${ciTargetName}--${relativeSpecFilePath}` and sets the same nonAtomizedTarget marker that triggers the Nx Cloud refusal. It also emits an extra e2e-ci--wait-for-webserver target, because it coordinates the shared dev server differently. If the questioner owns a Playwright suite: take section 05, skip section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0bd20a3-dff3-432b-a469-916349dfff6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5b75385-6c0a-41df-a372-424e1125d05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ddd7f9c-383d-455f-9bee-7bf91635ba7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744d82f-31d7-4ec0-b0f6-5a901e7b2e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14f7eb8-4ab0-415c-b20d-08f285d37c0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ab63c9f-799d-4632-b1bf-a2f03044668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aea7e6d-71bf-46fe-a6cd-fa6da567513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7913931-7d57-4bf8-bdce-f9cb929fbc5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7dcf007-82db-4092-98aa-397f4a04132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901bd94-1f86-4232-8c21-b8d2be4b2d4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500d36f-0ae0-4c40-890a-7eb1a22d776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606ee63-2abc-4bf7-ac77-81a25495ada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4b4eb8f-91df-4cc0-a36d-093b69c4a36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4c259d5-9c2d-4b8c-8786-cb83989ccbf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a8a9931-0ac6-4139-8188-bbdb6a0feac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74b4ad8-b11e-478b-bf8d-e9cab5c8d49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5a7fa86-1038-4d75-949c-926d9cfb837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8da804a-ab92-4f2f-8725-23638eb241b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3712" y="15819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804D"/>
                </a:solidFill>
                <a:latin typeface="AA Zuehlke Medium"/>
              </a:rPr>
              <a:t>M1 PRO · 10 CORES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15819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 Medium"/>
              </a:rPr>
              <a:t>M5 · 18 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92640" y="1545336"/>
            <a:ext cx="10972" cy="3657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842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2039112"/>
            <a:ext cx="3006762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70202" y="1984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98424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3m 16s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42615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697479"/>
            <a:ext cx="393192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264261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42615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4m 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half your cores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355848"/>
            <a:ext cx="161902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465" y="33009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009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804D"/>
                </a:solidFill>
                <a:latin typeface="AA Zuehlke Medium"/>
              </a:rPr>
              <a:t>48s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014215"/>
            <a:ext cx="63604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9485" y="39593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959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617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4672583"/>
            <a:ext cx="57822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262" y="4617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4617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3492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46811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2 is the honest one — atomizing without parallelism is slower than not atomizing at all. On both machines.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7607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4 is not always a rung — on 18 cores, nine local processes beat three runners.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And the ceiling moves — the M5 at all 18 cores reached 34s, while the M1 got slower past 5. Measure your own.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43d12eb-1d3c-4d33-8f1c-a816d2e084b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9ab6d72-a2eb-44e5-82ee-e98d5302ca8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4d8d90e-4e3a-41f7-823b-c8f7cefcc63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ecf3fd6-76fa-4e75-95cb-1a84b5c6f66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d6907bb-1718-4596-9161-bfc3be78f21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0599d70-ddec-4b17-bb8b-baa1d18e674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Parallelism has a ceiling — find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10-core M1: 8 was no faster than 5 and went red 2 runs in 5. 18-core M5: 18 beat 9 by 29%.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dc5316-0f79-44b5-b3d0-58a819d2468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APPENDIX · THE QUESTION THAT ALWAYS COMES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What about Playwright?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91640"/>
            <a:ext cx="5349240" cy="3063240"/>
          </a:xfrm>
          <a:prstGeom prst="roundRect">
            <a:avLst>
              <a:gd name="adj" fmla="val 2388"/>
            </a:avLst>
          </a:prstGeom>
          <a:solidFill>
            <a:srgbClr val="BFF2D9"/>
          </a:solidFill>
          <a:ln w="12700">
            <a:solidFill>
              <a:srgbClr val="008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5623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804D"/>
                </a:solidFill>
                <a:latin typeface="AA Zuehlke Medium"/>
              </a:rPr>
              <a:t>Carries over unchanged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368296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313432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@nx/playwright has the same atomizer — one target per spec file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53512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898648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Same names: e2e-ci--src/e2e/checkout.spec.ts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8728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483864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Same Nx Cloud gate on the e2e-ci wrapper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23944"/>
            <a:ext cx="82296" cy="82296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0690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run-e2e.mjs needs no changes — it only reads the 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91640"/>
            <a:ext cx="5349240" cy="3063240"/>
          </a:xfrm>
          <a:prstGeom prst="roundRect">
            <a:avLst>
              <a:gd name="adj" fmla="val 2388"/>
            </a:avLst>
          </a:prstGeom>
          <a:solidFill>
            <a:srgbClr val="FFE5BF"/>
          </a:solidFill>
          <a:ln w="12700">
            <a:solidFill>
              <a:srgbClr val="B3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85623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35F00"/>
                </a:solidFill>
                <a:latin typeface="AA Zuehlke Medium"/>
              </a:rPr>
              <a:t>What changes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368296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2313432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Playwright already runs spec files across worker processes. Cypress does not — that gap is most of the win here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2953512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898648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Atomizing swaps that warm pool for one cold browser launch per target</a:t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3538728"/>
            <a:ext cx="82296" cy="82296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3483864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Playwright ships native --shard, so rung 4 needs no Nx either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1206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26694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short answer — on Cypress the atomizer buys parallelism and caching. On Playwright it mostly buys caching, because the parallelism was already there.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559612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Still worth it: the cache and failure-only retries have no Playwright equivalent, and affected does not care which runner you use. Measure before you trade away the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ed88782-fbc9-4167-9acc-7aeebbab19f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