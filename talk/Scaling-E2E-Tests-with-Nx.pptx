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824805"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71125"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597972"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444292"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20632"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6952"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785" cy="292608"/>
          </a:xfrm>
          <a:prstGeom prst="roundRect">
            <a:avLst>
              <a:gd name="adj" fmla="val 39420"/>
            </a:avLst>
          </a:prstGeom>
          <a:solidFill>
            <a:srgbClr val="15803D"/>
          </a:solidFill>
          <a:ln w="12700">
            <a:solidFill>
              <a:srgbClr val="15803D"/>
            </a:solidFill>
            <a:prstDash val="solid"/>
          </a:ln>
        </p:spPr>
      </p:sp>
      <p:sp>
        <p:nvSpPr>
          <p:cNvPr id="23" name="Text 21"/>
          <p:cNvSpPr txBox="1"/>
          <p:nvPr/>
        </p:nvSpPr>
        <p:spPr>
          <a:xfrm>
            <a:off x="4939105"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2026-09-08T03:07:28Z</dcterms:created>
  <dcterms:modified xsi:type="dcterms:W3CDTF">2026-09-08T03:07:28Z</dcterms:modified>
</cp:coreProperties>
</file>