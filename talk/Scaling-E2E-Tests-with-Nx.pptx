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Nearly everyone puts one up, which is the point —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The hands thin out and someone usually laughs. Do not rush past that laugh,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Almost nobody gates a merge on a suite they cannot trust. Now reveal the line at the bottom and move —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224528"/>
            <a:ext cx="1234440" cy="1234440"/>
          </a:xfrm>
          <a:prstGeom prst="ellipse">
            <a:avLst/>
          </a:prstGeom>
        </p:spPr>
      </p:pic>
      <p:sp>
        <p:nvSpPr>
          <p:cNvPr id="7" name="Text 4"/>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2F4F7"/>
          </a:solidFill>
          <a:ln w="12700">
            <a:solidFill>
              <a:srgbClr val="DDE3EA"/>
            </a:solidFill>
            <a:prstDash val="dash"/>
          </a:ln>
        </p:spPr>
      </p:sp>
      <p:sp>
        <p:nvSpPr>
          <p:cNvPr id="10" name="Text 8"/>
          <p:cNvSpPr txBox="1"/>
          <p:nvPr/>
        </p:nvSpPr>
        <p:spPr>
          <a:xfrm>
            <a:off x="434340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1" name="Shape 9"/>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2" name="Text 10"/>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5" name="Text 13"/>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2026-09-08T01:19:58Z</dcterms:created>
  <dcterms:modified xsi:type="dcterms:W3CDTF">2026-09-08T01:19:58Z</dcterms:modified>
</cp:coreProperties>
</file>