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on this laptop five and eight came out at the same 141s mean, but eight failed two runs in five, and the spec that failed passes on its own in 13s. On an 18-core M5 the opposite happened — 18 beat 9 by 29% and stayed green. Memory was not the constraint on either machine. The real limit here is the 8 performance cores, and a Cypress target wants about 1.5 of them, which puts the ceiling near 5. Divide performance cores by what a task costs, then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2026-09-09T02:59:11Z</dcterms:created>
  <dcterms:modified xsi:type="dcterms:W3CDTF">2026-09-09T02:59:11Z</dcterms:modified>
</cp:coreProperties>
</file>