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e2e-ci is a no-op coordinator that just depends on that app's ten real tasks</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Run one directly and it works, cache and all</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2026-09-08T01:36:28Z</dcterms:created>
  <dcterms:modified xsi:type="dcterms:W3CDTF">2026-09-08T01:36:28Z</dcterms:modified>
</cp:coreProperties>
</file>