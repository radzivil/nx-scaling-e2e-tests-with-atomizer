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BEFORE YOU PRESENT
  $ cd ~/IdeaProjects/nx-scaling-e2e-tests-with-atomizer
  $ npm ci &amp;&amp; npx cypress install
  $ npm run demo:status      → expect buggyDiscount: false
  $ npx nx reset             → cold cache, so the first number is honest
  Keep a terminal in the repo root on a second screen or a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
DEMO — show the real graph
  $ npx nx graph
  Opens a browser. Click shop, then ui, to show what depends on what.
  Ctrl+C when done. `npx nx graph --print` if the projector hates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
DEMO — the un-atomized baseline
  $ npx nx e2e shop-e2e
  ~1m 33s for ONE app. Start it, keep talking, come back to it.
  All three serially is 4m 20s — quote that, do not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
DEMO — what the atomizer generated
  $ npm run e2e:targets
  30 targets across 3 projects. Point out the names are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
DEMO — where the targets come from
  $ npx nx show project shop-e2e --json
  (wide — use `npm run e2e:targets` if the JSON does not fit the screen)
  $ grep -A8 "cypress/plugin" nx.json
  Nine lines of config generate all thirty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
DEMO — hit the gate, then walk around it
  $ npx nx run-many -t e2e-ci --parallel=5
  Fails, listing all three e2e-ci tasks. Read it out loud.
  $ npx nx run "shop-e2e:e2e-ci--src/e2e/catalog.cy.ts"
  Same plugin, one leaf target, green. ~25s from cold because it builds the
  app and starts preview first; a couple of seconds once those are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
DEMO — parallel on one machine
  $ npx nx reset
  $ node tools/run-e2e.mjs --project=shop-e2e --parallel=5
  ~40-46s across runs, against the 1m 33s baseline from earlier.
  Whole workspace if you have time: node tools/run-e2e.mjs --parallel=5  (~2m 06s)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
DEMO — the same thing on CI
  $ gh run list --limit 5
  $ gh run view --web
  One job per app, and the matrix is generated from the graph:
  $ sed -n "1,40p" .github/workflows/e2e.yml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
DEMO — run it again
  $ node tools/run-e2e.mjs --project=shop-e2e --parallel=5
  Up-arrow, enter. Back in ~0.2s with 11/12 cache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
DEMO — the money moment
  $ npm run demo:break
  $ node tools/run-e2e.mjs --project=shop-e2e --parallel=5   → ~40s, 2 fail
  $ node tools/run-e2e.mjs --project=shop-e2e --parallel=5   → ~28s, 9/10 cached
  Nothing changed between those two. Only the failures re-executed.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
DEMO — undo it
  $ npm run demo:fix
  $ node tools/run-e2e.mjs --project=shop-e2e --parallel=5
  ~0.2s. Reverting restored the old input hash, so the old results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
DO NOT RUN THIS LIVE
  $ npm run e2e:benchmark
  ~15 minutes — it runs every rung from a cold cache.
  Run it the morning of the talk and read the numbers off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
DEMO — let the graph choose
  $ npm run e2e:affected                                    → nothing affected, instant
  $ echo "/* demo */" &gt;&gt; libs/ui/src/styles.css
  $ node tools/e2e-targets.mjs --affected --projects-json   → ["admin-e2e","docs-e2e"]
  $ git checkout -- libs/ui/src/styles.css
  Discovery is instant. Only run the full affected suite (~1m 22s)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4 and 5 all bit this repo for real — worth telling as war stories rather than reading out. On item 2: five and eight came out at the same 141s mean, but eight failed two runs in five, and the spec that failed passes on its own in 13s. That is contention, not a bug — each atomized target is a Cypress process plus a browser, so the ceiling is well under your core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824805"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71125"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597972"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444292"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20632"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6952"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785" cy="292608"/>
          </a:xfrm>
          <a:prstGeom prst="roundRect">
            <a:avLst>
              <a:gd name="adj" fmla="val 39420"/>
            </a:avLst>
          </a:prstGeom>
          <a:solidFill>
            <a:srgbClr val="15803D"/>
          </a:solidFill>
          <a:ln w="12700">
            <a:solidFill>
              <a:srgbClr val="15803D"/>
            </a:solidFill>
            <a:prstDash val="solid"/>
          </a:ln>
        </p:spPr>
      </p:sp>
      <p:sp>
        <p:nvSpPr>
          <p:cNvPr id="23" name="Text 21"/>
          <p:cNvSpPr txBox="1"/>
          <p:nvPr/>
        </p:nvSpPr>
        <p:spPr>
          <a:xfrm>
            <a:off x="4939105"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Seven things that will bite you</a:t>
            </a:r>
            <a:endParaRPr lang="en-US" sz="3800" dirty="0"/>
          </a:p>
        </p:txBody>
      </p:sp>
      <p:sp>
        <p:nvSpPr>
          <p:cNvPr id="4" name="Shape 2"/>
          <p:cNvSpPr/>
          <p:nvPr/>
        </p:nvSpPr>
        <p:spPr>
          <a:xfrm>
            <a:off x="640080" y="1837944"/>
            <a:ext cx="365760" cy="365760"/>
          </a:xfrm>
          <a:prstGeom prst="ellipse">
            <a:avLst/>
          </a:prstGeom>
          <a:solidFill>
            <a:srgbClr val="B45309"/>
          </a:solidFill>
          <a:ln/>
        </p:spPr>
      </p:sp>
      <p:sp>
        <p:nvSpPr>
          <p:cNvPr id="5" name="Text 3"/>
          <p:cNvSpPr txBox="1"/>
          <p:nvPr/>
        </p:nvSpPr>
        <p:spPr>
          <a:xfrm>
            <a:off x="640080" y="18379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7830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7830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514600"/>
            <a:ext cx="365760" cy="365760"/>
          </a:xfrm>
          <a:prstGeom prst="ellipse">
            <a:avLst/>
          </a:prstGeom>
          <a:solidFill>
            <a:srgbClr val="B45309"/>
          </a:solidFill>
          <a:ln/>
        </p:spPr>
      </p:sp>
      <p:sp>
        <p:nvSpPr>
          <p:cNvPr id="9" name="Text 7"/>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459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More parallel is not more faster</a:t>
            </a:r>
            <a:endParaRPr lang="en-US" sz="1600" dirty="0"/>
          </a:p>
        </p:txBody>
      </p:sp>
      <p:sp>
        <p:nvSpPr>
          <p:cNvPr id="11" name="Text 9"/>
          <p:cNvSpPr txBox="1"/>
          <p:nvPr/>
        </p:nvSpPr>
        <p:spPr>
          <a:xfrm>
            <a:off x="5303520" y="2459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On a 10-core laptop --parallel=8 was no quicker than 5, and went red 2 runs in 5. Each target is a browser too.</a:t>
            </a:r>
            <a:endParaRPr lang="en-US" sz="1400" dirty="0"/>
          </a:p>
        </p:txBody>
      </p:sp>
      <p:sp>
        <p:nvSpPr>
          <p:cNvPr id="12" name="Shape 10"/>
          <p:cNvSpPr/>
          <p:nvPr/>
        </p:nvSpPr>
        <p:spPr>
          <a:xfrm>
            <a:off x="640080" y="3191256"/>
            <a:ext cx="365760" cy="365760"/>
          </a:xfrm>
          <a:prstGeom prst="ellipse">
            <a:avLst/>
          </a:prstGeom>
          <a:solidFill>
            <a:srgbClr val="B45309"/>
          </a:solidFill>
          <a:ln/>
        </p:spPr>
      </p:sp>
      <p:sp>
        <p:nvSpPr>
          <p:cNvPr id="13" name="Text 11"/>
          <p:cNvSpPr txBox="1"/>
          <p:nvPr/>
        </p:nvSpPr>
        <p:spPr>
          <a:xfrm>
            <a:off x="640080" y="3191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13639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5" name="Text 13"/>
          <p:cNvSpPr txBox="1"/>
          <p:nvPr/>
        </p:nvSpPr>
        <p:spPr>
          <a:xfrm>
            <a:off x="5303520" y="313639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6" name="Shape 14"/>
          <p:cNvSpPr/>
          <p:nvPr/>
        </p:nvSpPr>
        <p:spPr>
          <a:xfrm>
            <a:off x="640080" y="3867912"/>
            <a:ext cx="365760" cy="365760"/>
          </a:xfrm>
          <a:prstGeom prst="ellipse">
            <a:avLst/>
          </a:prstGeom>
          <a:solidFill>
            <a:srgbClr val="B45309"/>
          </a:solidFill>
          <a:ln/>
        </p:spPr>
      </p:sp>
      <p:sp>
        <p:nvSpPr>
          <p:cNvPr id="17" name="Text 15"/>
          <p:cNvSpPr txBox="1"/>
          <p:nvPr/>
        </p:nvSpPr>
        <p:spPr>
          <a:xfrm>
            <a:off x="640080" y="38679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381304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9" name="Text 17"/>
          <p:cNvSpPr txBox="1"/>
          <p:nvPr/>
        </p:nvSpPr>
        <p:spPr>
          <a:xfrm>
            <a:off x="5303520" y="381304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20" name="Shape 18"/>
          <p:cNvSpPr/>
          <p:nvPr/>
        </p:nvSpPr>
        <p:spPr>
          <a:xfrm>
            <a:off x="640080" y="4544568"/>
            <a:ext cx="365760" cy="365760"/>
          </a:xfrm>
          <a:prstGeom prst="ellipse">
            <a:avLst/>
          </a:prstGeom>
          <a:solidFill>
            <a:srgbClr val="B45309"/>
          </a:solidFill>
          <a:ln/>
        </p:spPr>
      </p:sp>
      <p:sp>
        <p:nvSpPr>
          <p:cNvPr id="21" name="Text 19"/>
          <p:cNvSpPr txBox="1"/>
          <p:nvPr/>
        </p:nvSpPr>
        <p:spPr>
          <a:xfrm>
            <a:off x="640080" y="45445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48970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23" name="Text 21"/>
          <p:cNvSpPr txBox="1"/>
          <p:nvPr/>
        </p:nvSpPr>
        <p:spPr>
          <a:xfrm>
            <a:off x="5303520" y="448970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4" name="Shape 22"/>
          <p:cNvSpPr/>
          <p:nvPr/>
        </p:nvSpPr>
        <p:spPr>
          <a:xfrm>
            <a:off x="640080" y="5221224"/>
            <a:ext cx="365760" cy="365760"/>
          </a:xfrm>
          <a:prstGeom prst="ellipse">
            <a:avLst/>
          </a:prstGeom>
          <a:solidFill>
            <a:srgbClr val="B45309"/>
          </a:solidFill>
          <a:ln/>
        </p:spPr>
      </p:sp>
      <p:sp>
        <p:nvSpPr>
          <p:cNvPr id="25" name="Text 23"/>
          <p:cNvSpPr txBox="1"/>
          <p:nvPr/>
        </p:nvSpPr>
        <p:spPr>
          <a:xfrm>
            <a:off x="640080" y="52212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1663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7" name="Text 25"/>
          <p:cNvSpPr txBox="1"/>
          <p:nvPr/>
        </p:nvSpPr>
        <p:spPr>
          <a:xfrm>
            <a:off x="5303520" y="51663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8" name="Shape 26"/>
          <p:cNvSpPr/>
          <p:nvPr/>
        </p:nvSpPr>
        <p:spPr>
          <a:xfrm>
            <a:off x="640080" y="5897880"/>
            <a:ext cx="365760" cy="365760"/>
          </a:xfrm>
          <a:prstGeom prst="ellipse">
            <a:avLst/>
          </a:prstGeom>
          <a:solidFill>
            <a:srgbClr val="B45309"/>
          </a:solidFill>
          <a:ln/>
        </p:spPr>
      </p:sp>
      <p:sp>
        <p:nvSpPr>
          <p:cNvPr id="29" name="Text 27"/>
          <p:cNvSpPr txBox="1"/>
          <p:nvPr/>
        </p:nvSpPr>
        <p:spPr>
          <a:xfrm>
            <a:off x="640080" y="5897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1188720" y="584301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31" name="Text 29"/>
          <p:cNvSpPr txBox="1"/>
          <p:nvPr/>
        </p:nvSpPr>
        <p:spPr>
          <a:xfrm>
            <a:off x="5303520" y="584301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2026-09-08T04:16:51Z</dcterms:created>
  <dcterms:modified xsi:type="dcterms:W3CDTF">2026-09-08T04:16:51Z</dcterms:modified>
</cp:coreProperties>
</file>