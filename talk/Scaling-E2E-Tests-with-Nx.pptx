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ask these and actually wait. The italic lines are what usually happens, not something to read out. The third question is the one that stings — that is the gap you are here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caring. Do not oversell AI — the point is only that the ratio moved. Generation is cheap, verification is not, so verification is where the leverage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Three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gap between question one and question three is this talk. Nobody gates a PR on a suite that takes twenty minutes and fails for reasons nobody trusts.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920240"/>
            <a:ext cx="5257800" cy="2103120"/>
          </a:xfrm>
          <a:prstGeom prst="roundRect">
            <a:avLst>
              <a:gd name="adj" fmla="val 3913"/>
            </a:avLst>
          </a:prstGeom>
          <a:solidFill>
            <a:srgbClr val="1B2029"/>
          </a:solidFill>
          <a:ln w="19050">
            <a:solidFill>
              <a:srgbClr val="4ADE80"/>
            </a:solidFill>
            <a:prstDash val="solid"/>
          </a:ln>
        </p:spPr>
      </p:sp>
      <p:sp>
        <p:nvSpPr>
          <p:cNvPr id="5" name="Text 3"/>
          <p:cNvSpPr txBox="1"/>
          <p:nvPr/>
        </p:nvSpPr>
        <p:spPr>
          <a:xfrm>
            <a:off x="91440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Writing the change</a:t>
            </a:r>
            <a:endParaRPr lang="en-US" sz="2000" dirty="0"/>
          </a:p>
        </p:txBody>
      </p:sp>
      <p:sp>
        <p:nvSpPr>
          <p:cNvPr id="6" name="Text 4"/>
          <p:cNvSpPr txBox="1"/>
          <p:nvPr/>
        </p:nvSpPr>
        <p:spPr>
          <a:xfrm>
            <a:off x="914400" y="2606040"/>
            <a:ext cx="4709160" cy="365760"/>
          </a:xfrm>
          <a:prstGeom prst="rect">
            <a:avLst/>
          </a:prstGeom>
          <a:noFill/>
          <a:ln/>
        </p:spPr>
        <p:txBody>
          <a:bodyPr wrap="square" lIns="0" tIns="0" rIns="0" bIns="0" rtlCol="0" anchor="ctr"/>
          <a:lstStyle/>
          <a:p>
            <a:pPr indent="0" marL="0">
              <a:buNone/>
            </a:pPr>
            <a:r>
              <a:rPr lang="en-US" sz="2200" b="1" spc="100" kern="0" dirty="0">
                <a:solidFill>
                  <a:srgbClr val="4ADE80"/>
                </a:solidFill>
                <a:latin typeface="Courier New" pitchFamily="34" charset="0"/>
                <a:ea typeface="Courier New" pitchFamily="34" charset="-122"/>
                <a:cs typeface="Courier New" pitchFamily="34" charset="-120"/>
              </a:rPr>
              <a:t>MINUTES</a:t>
            </a:r>
            <a:endParaRPr lang="en-US" sz="2200" dirty="0"/>
          </a:p>
        </p:txBody>
      </p:sp>
      <p:sp>
        <p:nvSpPr>
          <p:cNvPr id="7" name="Text 5"/>
          <p:cNvSpPr txBox="1"/>
          <p:nvPr/>
        </p:nvSpPr>
        <p:spPr>
          <a:xfrm>
            <a:off x="91440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AI writes it, reviews it, refactors it. The cost collapsed this year.</a:t>
            </a:r>
            <a:endParaRPr lang="en-US" sz="1400" dirty="0"/>
          </a:p>
        </p:txBody>
      </p:sp>
      <p:sp>
        <p:nvSpPr>
          <p:cNvPr id="8" name="Shape 6"/>
          <p:cNvSpPr/>
          <p:nvPr/>
        </p:nvSpPr>
        <p:spPr>
          <a:xfrm>
            <a:off x="6263640" y="1920240"/>
            <a:ext cx="5257800" cy="2103120"/>
          </a:xfrm>
          <a:prstGeom prst="roundRect">
            <a:avLst>
              <a:gd name="adj" fmla="val 3913"/>
            </a:avLst>
          </a:prstGeom>
          <a:solidFill>
            <a:srgbClr val="1B2029"/>
          </a:solidFill>
          <a:ln w="19050">
            <a:solidFill>
              <a:srgbClr val="FB7185"/>
            </a:solidFill>
            <a:prstDash val="solid"/>
          </a:ln>
        </p:spPr>
      </p:sp>
      <p:sp>
        <p:nvSpPr>
          <p:cNvPr id="9" name="Text 7"/>
          <p:cNvSpPr txBox="1"/>
          <p:nvPr/>
        </p:nvSpPr>
        <p:spPr>
          <a:xfrm>
            <a:off x="653796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Trusting the change</a:t>
            </a:r>
            <a:endParaRPr lang="en-US" sz="2000" dirty="0"/>
          </a:p>
        </p:txBody>
      </p:sp>
      <p:sp>
        <p:nvSpPr>
          <p:cNvPr id="10" name="Text 8"/>
          <p:cNvSpPr txBox="1"/>
          <p:nvPr/>
        </p:nvSpPr>
        <p:spPr>
          <a:xfrm>
            <a:off x="6537960" y="2606040"/>
            <a:ext cx="4709160" cy="365760"/>
          </a:xfrm>
          <a:prstGeom prst="rect">
            <a:avLst/>
          </a:prstGeom>
          <a:noFill/>
          <a:ln/>
        </p:spPr>
        <p:txBody>
          <a:bodyPr wrap="square" lIns="0" tIns="0" rIns="0" bIns="0" rtlCol="0" anchor="ctr"/>
          <a:lstStyle/>
          <a:p>
            <a:pPr indent="0" marL="0">
              <a:buNone/>
            </a:pPr>
            <a:r>
              <a:rPr lang="en-US" sz="2200" b="1" spc="100" kern="0" dirty="0">
                <a:solidFill>
                  <a:srgbClr val="FB7185"/>
                </a:solidFill>
                <a:latin typeface="Courier New" pitchFamily="34" charset="0"/>
                <a:ea typeface="Courier New" pitchFamily="34" charset="-122"/>
                <a:cs typeface="Courier New" pitchFamily="34" charset="-120"/>
              </a:rPr>
              <a:t>UNCHANGED</a:t>
            </a:r>
            <a:endParaRPr lang="en-US" sz="2200" dirty="0"/>
          </a:p>
        </p:txBody>
      </p:sp>
      <p:sp>
        <p:nvSpPr>
          <p:cNvPr id="11" name="Text 9"/>
          <p:cNvSpPr txBox="1"/>
          <p:nvPr/>
        </p:nvSpPr>
        <p:spPr>
          <a:xfrm>
            <a:off x="653796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Still the same slow suite, still the same nightly run, still the same shrug.</a:t>
            </a:r>
            <a:endParaRPr lang="en-US" sz="1400" dirty="0"/>
          </a:p>
        </p:txBody>
      </p:sp>
      <p:sp>
        <p:nvSpPr>
          <p:cNvPr id="12" name="Text 10"/>
          <p:cNvSpPr txBox="1"/>
          <p:nvPr/>
        </p:nvSpPr>
        <p:spPr>
          <a:xfrm>
            <a:off x="640080" y="4434840"/>
            <a:ext cx="1088136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quality gate you can run in a minute is worth more than one you can trust in principle.</a:t>
            </a:r>
            <a:endParaRPr lang="en-US" sz="1900" dirty="0"/>
          </a:p>
        </p:txBody>
      </p:sp>
      <p:sp>
        <p:nvSpPr>
          <p:cNvPr id="13" name="Text 11"/>
          <p:cNvSpPr txBox="1"/>
          <p:nvPr/>
        </p:nvSpPr>
        <p:spPr>
          <a:xfrm>
            <a:off x="640080" y="4983480"/>
            <a:ext cx="10881360" cy="91440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When a change costs an afternoon, a twenty-minute suite is a rounding error. When it costs four minutes, the suite is the bottleneck — and the thing standing between you and merging code you did not write line by line.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2026-09-08T01:02:21Z</dcterms:created>
  <dcterms:modified xsi:type="dcterms:W3CDTF">2026-09-08T01:02:21Z</dcterms:modified>
</cp:coreProperties>
</file>